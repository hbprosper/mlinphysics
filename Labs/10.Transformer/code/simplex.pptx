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74"/>
  </p:normalViewPr>
  <p:slideViewPr>
    <p:cSldViewPr snapToGrid="0">
      <p:cViewPr varScale="1">
        <p:scale>
          <a:sx n="98" d="100"/>
          <a:sy n="98" d="100"/>
        </p:scale>
        <p:origin x="9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51101-4CB6-4B97-6892-2A40B2C13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6CEC6E-4442-9B57-8F8E-E89ABC8FAF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3CCF0-1EBC-B754-6899-F13B46B3D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C1F9-3648-C34B-9ABD-BAC5E13C2F6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9026A-A51A-1750-613F-260F7C55A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0C31B-498D-23D9-56C9-DF74DF1D4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CA08E-FCE8-D841-BD03-CEC33C87E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243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17F90-B635-19E3-12D0-5D340ED5A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5252A-FE12-6EA8-2A42-9F8C1B792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430F1-0970-4EE0-690A-E45FB7126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C1F9-3648-C34B-9ABD-BAC5E13C2F6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9113D-8A6E-DAAC-15EF-E9443D00A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E42D8-2191-FB59-969E-FFFDD797E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CA08E-FCE8-D841-BD03-CEC33C87E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317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96EE5-A305-571B-A31E-AD4CB6646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4B2A-249D-83D7-D094-F58181F03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0CF79-5390-CA0E-3D81-9E9435375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C1F9-3648-C34B-9ABD-BAC5E13C2F6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51FC02-C586-38F1-3247-A11F317E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621D7-F82E-E996-5DBB-51DAEA39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CA08E-FCE8-D841-BD03-CEC33C87E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256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5C07D-2BD8-1E43-47E0-06591DA2B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67BCA-BD11-8EAF-121F-639CE9ECDD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58F9C2-D0E7-30C0-B2BA-DBE9F7F17B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EDBC18-5B9B-2A1F-115A-33E9A33E1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C1F9-3648-C34B-9ABD-BAC5E13C2F6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93F0C-E2DC-3D6F-57AE-DA9002288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C7B902-F5A1-9A88-D764-1802F1606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CA08E-FCE8-D841-BD03-CEC33C87E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59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EA241-D045-EF26-1173-BB6E588FB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1A889-7114-CAD6-9468-06F591BAB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0D3E3-CF2E-6216-BF27-AC686B4BCD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33E1E1-B6B6-C9FC-4C62-4D7128229B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6CA7F8-3D1E-8FAF-4FB1-D204B29E57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82C8F0-CCD5-A389-789C-D1C4EE893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C1F9-3648-C34B-9ABD-BAC5E13C2F6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D75EE5-3DB9-3291-ACB1-A68720B98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5EF87D-81B6-39E8-36C2-1BBA9A1C9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CA08E-FCE8-D841-BD03-CEC33C87E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853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27F71-F9F8-55C3-1FE4-C298B7EA0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63818F-EA76-7453-1C91-F597035AF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C1F9-3648-C34B-9ABD-BAC5E13C2F6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F1A4CD-A3A4-A8D9-FB43-E17271710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C54890-493A-EB63-DAA6-8069D279F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CA08E-FCE8-D841-BD03-CEC33C87E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13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604E1D-9309-2FCA-8ADD-8C34EA733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C1F9-3648-C34B-9ABD-BAC5E13C2F6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BA1499-9D05-9727-09F9-439C2132F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8E4F3-D8BE-F680-2B35-824FCCA98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CA08E-FCE8-D841-BD03-CEC33C87E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275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775AD-EB43-48C1-DA0A-D4BFEE3E4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9CA4D-4649-5B5D-EC65-816C83F9D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21BE94-80CE-B391-8A56-429740161F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D4231-8E55-2189-2087-A50E81C93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C1F9-3648-C34B-9ABD-BAC5E13C2F6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95FE6-B488-77FD-9606-24641A904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CD1B5-9B1B-FD1A-3435-83BD321A4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CA08E-FCE8-D841-BD03-CEC33C87E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690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29A60-90C9-039A-8371-847F48B7F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9F6BC7-8879-EDF3-E881-1F83EA288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101C3-AA7F-1CCB-D50E-D8F3AE65F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96BEBD-1689-B14F-7836-E5DA8D5FE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C1F9-3648-C34B-9ABD-BAC5E13C2F6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A1ABF-17B7-5B0D-D898-7C9020C42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4A617-7352-FE9F-0AC5-090B56118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CA08E-FCE8-D841-BD03-CEC33C87E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379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F6C0C-0103-4D4C-F84C-7052CC14B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0393A3-1050-F2F1-6071-479C40E49D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FA6EF-6282-352A-8472-3D5809A62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C1F9-3648-C34B-9ABD-BAC5E13C2F6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08F9AD-911B-1706-3E74-328E7BC37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26809-EE28-BCCE-2FA6-174F19341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CA08E-FCE8-D841-BD03-CEC33C87E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877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AD96CD-3C73-C347-F837-62D80E2B73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2C7AD-82B9-4697-1CDB-901BBEC16D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4F87F-9DAB-417E-AFF2-876FA5DFD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4C1F9-3648-C34B-9ABD-BAC5E13C2F6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1B273-A0E9-F84A-DEB1-5104194F3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E31C4-C230-28F8-5080-BB4017828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BCA08E-FCE8-D841-BD03-CEC33C87E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799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6A636E-B708-1770-0757-F6198FF47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168FAB-29BF-814B-E669-FEC056014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17B8D-DC68-A324-1961-495AEA4754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74C1F9-3648-C34B-9ABD-BAC5E13C2F63}" type="datetimeFigureOut">
              <a:rPr lang="en-US" smtClean="0"/>
              <a:t>3/29/26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50B1A3-97DC-9072-E871-7CD71BF67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9FEB0-33F0-C6D2-80BA-77488820D8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CA08E-FCE8-D841-BD03-CEC33C87E7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49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11980F-8910-B061-5F90-65CE000B442D}"/>
              </a:ext>
            </a:extLst>
          </p:cNvPr>
          <p:cNvGrpSpPr/>
          <p:nvPr/>
        </p:nvGrpSpPr>
        <p:grpSpPr>
          <a:xfrm>
            <a:off x="2778071" y="671211"/>
            <a:ext cx="5234791" cy="5039417"/>
            <a:chOff x="2778071" y="671211"/>
            <a:chExt cx="5234791" cy="503941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80F92A8-849B-6810-28CC-120C685116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78071" y="869430"/>
              <a:ext cx="5234791" cy="4841198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EC73170-5666-253D-0D86-6C4A9A353B17}"/>
                    </a:ext>
                  </a:extLst>
                </p:cNvPr>
                <p:cNvSpPr txBox="1"/>
                <p:nvPr/>
              </p:nvSpPr>
              <p:spPr>
                <a:xfrm>
                  <a:off x="3491209" y="671211"/>
                  <a:ext cx="559769" cy="6463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lang="en-US" sz="3600" b="1" dirty="0"/>
                </a:p>
              </p:txBody>
            </p:sp>
          </mc:Choice>
          <mc:Fallback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EC73170-5666-253D-0D86-6C4A9A353B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91209" y="671211"/>
                  <a:ext cx="559769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4444" r="-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D659F70-FAAB-9526-D285-1E3C8C33E77F}"/>
                    </a:ext>
                  </a:extLst>
                </p:cNvPr>
                <p:cNvSpPr txBox="1"/>
                <p:nvPr/>
              </p:nvSpPr>
              <p:spPr>
                <a:xfrm>
                  <a:off x="7394429" y="4598776"/>
                  <a:ext cx="566181" cy="64633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lang="en-US" sz="3600" b="1" dirty="0"/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ED659F70-FAAB-9526-D285-1E3C8C33E7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94429" y="4598776"/>
                  <a:ext cx="566181" cy="64633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6281466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1</cp:revision>
  <dcterms:created xsi:type="dcterms:W3CDTF">2026-03-29T19:28:24Z</dcterms:created>
  <dcterms:modified xsi:type="dcterms:W3CDTF">2026-03-29T19:32:48Z</dcterms:modified>
</cp:coreProperties>
</file>