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83"/>
    <p:restoredTop sz="86514"/>
  </p:normalViewPr>
  <p:slideViewPr>
    <p:cSldViewPr>
      <p:cViewPr varScale="1">
        <p:scale>
          <a:sx n="89" d="100"/>
          <a:sy n="89" d="100"/>
        </p:scale>
        <p:origin x="252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CE62D3-361F-979A-E90A-C0459C362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convolutional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neural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85667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8A00C-1013-D1D3-18D3-BDFD76DAEB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plan for the next several lectures is to introduce the following machine learning models: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Convolutional neural networks (CNN)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Autoencoder (AE)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Physics-informed neural networks (PINN)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Flow and diffusion models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Graph neural networks (GNN)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Transformer neural networks (TNN</a:t>
            </a:r>
            <a:r>
              <a:rPr lang="en-US" dirty="0">
                <a:solidFill>
                  <a:srgbClr val="0033CC"/>
                </a:solidFill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shall try to understand each class of models using an example from physics.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F3F84E1-E388-CD43-9AF2-13156A05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50068270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73</Words>
  <Application>Microsoft Macintosh PowerPoint</Application>
  <PresentationFormat>Letter Paper (8.5x11 in)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Times New Roman</vt:lpstr>
      <vt:lpstr>Wingdings</vt:lpstr>
      <vt:lpstr>Default Design</vt:lpstr>
      <vt:lpstr>Machine learning in physics convolutional  neural networks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4</cp:revision>
  <cp:lastPrinted>2019-01-07T00:35:58Z</cp:lastPrinted>
  <dcterms:created xsi:type="dcterms:W3CDTF">2025-08-24T13:22:07Z</dcterms:created>
  <dcterms:modified xsi:type="dcterms:W3CDTF">2025-09-09T03:14:24Z</dcterms:modified>
</cp:coreProperties>
</file>