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2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notesSlides/notesSlide5.xml" ContentType="application/vnd.openxmlformats-officedocument.presentationml.notesSlide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notesSlides/notesSlide6.xml" ContentType="application/vnd.openxmlformats-officedocument.presentationml.notesSlide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notesSlides/notesSlide10.xml" ContentType="application/vnd.openxmlformats-officedocument.presentationml.notesSlide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notesSlides/notesSlide11.xml" ContentType="application/vnd.openxmlformats-officedocument.presentationml.notesSlide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1135" r:id="rId3"/>
    <p:sldId id="1083" r:id="rId4"/>
    <p:sldId id="1143" r:id="rId5"/>
    <p:sldId id="1153" r:id="rId6"/>
    <p:sldId id="1152" r:id="rId7"/>
    <p:sldId id="1155" r:id="rId8"/>
    <p:sldId id="1142" r:id="rId9"/>
    <p:sldId id="1159" r:id="rId10"/>
    <p:sldId id="1157" r:id="rId11"/>
    <p:sldId id="1158" r:id="rId12"/>
    <p:sldId id="1160" r:id="rId13"/>
    <p:sldId id="1161" r:id="rId14"/>
    <p:sldId id="1164" r:id="rId15"/>
    <p:sldId id="1165" r:id="rId16"/>
    <p:sldId id="1162" r:id="rId17"/>
    <p:sldId id="1166" r:id="rId18"/>
    <p:sldId id="1163" r:id="rId19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8CA00"/>
    <a:srgbClr val="FFFC8F"/>
    <a:srgbClr val="FF00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4"/>
    <p:restoredTop sz="94795"/>
  </p:normalViewPr>
  <p:slideViewPr>
    <p:cSldViewPr>
      <p:cViewPr>
        <p:scale>
          <a:sx n="99" d="100"/>
          <a:sy n="99" d="100"/>
        </p:scale>
        <p:origin x="19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0:1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24575,'21'0'0,"10"0"0,14 0 0,13 2 0,-26-1 0,0 1 0,3 0 0,1 1 0,1-1 0,-1 1 0,0-1 0,-1 0 0,0 1 0,-1-1 0,-3-1 0,-1 1 0,29 1 0,-5 1 0,-3-1 0,-4 0 0,-4 1 0,-2-1 0,-5 1 0,-2-1 0,-6 0 0,-2-1 0,-2 1 0,0 0 0,2 1 0,0 0 0,1 1 0,-2-1 0,1 1 0,1 0 0,-1 0 0,-1 0 0,-2 0 0,-2-1 0,0 1 0,-1 0 0,0 0 0,-2 0 0,0 0 0,0-1 0,-1 0 0,-1 1 0,-2-1 0,-2-1 0,-2 0 0,-3-1 0,-4-1 0,-2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24575,'14'0'0,"5"3"0,13 7 0,7 7 0,2 8 0,-20-10 0,-2 1 0,-1 1 0,-1 0 0,0 3 0,-2 0 0,-1 2 0,-1 1 0,0 0 0,-1-1 0,0 2 0,-1-1 0,-2-2 0,1 0 0,-1-1 0,0-1 0,5 16 0,-4-2 0,-2 0 0,-3 3 0,-3 0 0,0-2 0,-2-1 0,0-5 0,0-1 0,0-1 0,0 1 0,-2 1 0,-5 0 0,-3 0 0,-3-1 0,1-2 0,1 1 0,1 0 0,-2-1 0,1-1 0,0-1 0,0-3 0,0-2 0,1-3 0,0-2 0,0-2 0,0 1 0,-1-1 0,-1 1 0,-1 1 0,1-1 0,2-2 0,3-2 0,4-4 0,0-2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0 377 24575,'13'-8'0,"14"-8"0,-5 4 0,3-2 0,6-2 0,3-2 0,3 0 0,2-1 0,8-3 0,3 0 0,-16 8 0,1-1 0,0 1 0,15-6 0,0 1 0,-4 3 0,-2 1 0,-9 5 0,-1 0 0,-4 3 0,1 0 0,-2 0 0,1 1 0,0 0 0,0 0 0,1 1 0,-1 1 0,2 0 0,1 0 0,-2 0 0,-1 1 0,28-2 0,-7 1 0,-6 0 0,-2 2 0,-5 1 0,0 1 0,-2 0 0,-1 0 0,1 0 0,1 0 0,0 0 0,2 0 0,-2 0 0,-3 0 0,-7 1 0,-7 0 0,-5 0 0,-5 0 0,-2 1 0,-1-1 0,1 0 0,3 0 0,5 3 0,1 1 0,-1 2 0,-1-2 0,-4-1 0,-2-1 0,-5-1 0,-1-1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1851 24575,'10'0'0,"15"-4"0,20-6 0,-13 3 0,3-2 0,6-1 0,2-1 0,6-2 0,2-1 0,-13 4 0,-1 0 0,1-1-194,1 0 1,-1 0 0,1-1 193,0 0 0,1-1 0,-2 0 0,-1 0 0,-1 0 0,-1 0 0,15-7 0,-1 0 0,-1-1 0,-2 0 0,-4 1 0,-1-2 0,-3 1 0,-1-1 72,-1-1 0,-2 1-72,-2-1 0,-1-1 0,-2 0 0,0 0 0,-2-1 0,-1 0 0,-1 0 0,-1-2 0,-1 0 0,0 0 0,0-1 0,-1 0 0,0-2 0,0 0 0,0-1 0,0-1 0,-2 0 0,-1-2 0,0-2 0,-2 0 0,-6 11 0,-1 0 0,-1-1 0,1 1 0,-1-1 0,-1 0 0,1 0 0,-1 0 0,0 1 0,2-10 0,-1 0 0,0 3 0,-2 1 0,-1 1 0,0 2 0,-2 1 0,0 0 0,1 1 0,-1 0 0,0 1 0,0 0 0,-1 1 0,1 1 218,-2 2 0,1 0-218,0-17 0,-2 6 0,0 5 0,-1 6 0,0 5 0,0 6 0,0 2 0,0 2 0,0 1 0,0-1 0,0-1 0,0 1 0,0 4 0,0 1 0,0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24575,'20'0'0,"34"0"0,-10 3 0,5 1 0,-9 0 0,1 0 0,1 2 0,3 2 0,0 1 0,1 1-496,2 2 1,0 2 0,-1 0 495,1 0 0,0 2 0,-1-1 0,2 2 0,-1 0 0,0 0 0,-3 0 0,0 1 0,-1-1 0,-4 0 0,-1-1 0,-1 1-1,-2 0 1,0 0-1,-2-1 1,-2 0 0,0 0 0,-2-1 0,13 7 0,-2-1 0,-5-1 0,-1-1 0,-3 0 0,0-1 0,-2 0 0,-1 1 0,-1-1 0,-2 0 552,-1-1 0,-2 1-552,-1 0 0,-1 0 192,-1 0 0,-1 1-192,-2-1 0,0 0 0,-1 1 0,-1 0 0,-1-1 0,0 1 0,0 0 0,-1-1 0,0 0 0,-1-1 0,11 16 0,-3-4 0,-3-1 0,0 0 0,-2 0 0,-3-1 0,-3-1 0,-2-1 0,-4-4 0,-1-4 0,0-3 0,-2-5 0,0-3 0,0-1 0,0 0 0,0 0 0,0 0 0,0 1 0,0-2 0,0 1 0,0 3 0,2 3 0,1 5 0,2 5 0,2 1 0,0 0 0,0-1 0,-1-2 0,1-3 0,-1-2 0,-1-3 0,-2-3 0,-1-2 0,-1-1 0,2-2 0,-2-1 0,1-2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0 614 24575,'39'-8'0,"14"-4"0,-10 2 0,4-1 0,-8 2 0,3 0 0,1 0 0,6-1 0,2 1 0,1-1-621,4 0 0,0 0 1,1 0 620,-12 2 0,0 1 0,0 0 0,1 0 0,0 0 0,1 0 0,-1 0 0,1 1 0,-1-1 0,0 1 0,0 0 0,0 1 0,1-1 0,1 1 0,-1-1 0,-1 1 0,12-1 0,-1-1 0,-1 1 0,-2 0 0,0-1 0,-1 1 0,-1 0 0,-1-1 0,0 0-120,-2 0 1,0 0 0,-1 0 119,-2 0 0,0 0 0,0 0 0,-2 0 0,0 0 0,0 0 0,-2 0 0,0 0 0,0 0-55,-3 1 0,0-1 0,0 1 55,16-4 0,-1 0 0,-5 1 0,-1 1 0,-4-1 0,0 1 670,-3 1 0,1-1-670,1 0 0,0-1 429,1 0 1,0-1-430,0 0 0,0 0 93,2 1 0,-1-1-93,-2 3 0,0 0 0,-2 1 0,0 1 0,0 0 0,0 1 0,0 0 0,2 0 0,3-1 0,1 1 0,2-1 0,1 0 0,2 0 0,-1 1 0,-3 1 0,-1 0 0,-4 1 0,-1 1 0,-5 0 0,-1 1 0,-4 0 0,0 0 0,25 0 0,-6 0 0,-4 1 0,-8 2 0,-5 2 0,-5 1 0,-3 0 0,-4 2 0,-3-1 0,-3 1 0,0 2 0,0 0 0,-1 3 0,0 2 0,-1 2 0,0 0 0,0 3 0,0-1 0,0 2 0,-1-3 0,-3-1 0,-1-3 0,-2-2 0,0 0 0,0 1 0,0 0 0,-1-1 0,-1-1 0,-1-2 0,-3-2 0,2-1 0,-3-3 0,1-2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253 577 24575,'-5'-5'0,"-4"-2"0,-10-6 0,-9-9 0,-5-7 0,13 11 0,2-1 0,-1-1 0,2 0 0,1-1 0,1 0 0,2 0 0,2 1 0,3 1 0,1 1 0,-2-15 0,5 6 0,3 4 0,1 4 0,0 2 0,0 2 0,2-1 0,5 1 0,4-1 0,2 2 0,-1 2 0,-1 2 0,0 2 0,0 0 0,2 1 0,3 0 0,4-1 0,3 0 0,3 0 0,4 0 0,2 1 0,3 2 0,4 0 0,-5 2 0,-1 1 0,9 1 0,3 0 0,10 0 0,-4 1 0,-6 0 0,-3 0 0,0 0 0,-1 0 0,-3 2 0,-2 3 0,-4 2 0,-4 3 0,-4 1 0,-6 1 0,-3 1 0,-2 2 0,1 2 0,0 2 0,-1 2 0,-2 3 0,-4 1 0,-3 2 0,-3-1 0,-1-1 0,0-3 0,0-2 0,0-2 0,0-2 0,0 0 0,0-3 0,0-1 0,0-2 0,0-3 0,0-1 0,0 0 0,-1 1 0,-3 3 0,-4 2 0,-1 3 0,1-2 0,1-3 0,4-4 0,1-4 0,0-1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0 24575,'-11'0'0,"-5"0"0,-10 0 0,-8 0 0,-19 0 0,21 0 0,-1 0 0,-1 1 0,0-1 0,0 2 0,1 0 0,-17 4 0,6 3 0,7 1 0,7 0 0,4 1 0,5 1 0,3-1 0,3 1 0,2 0 0,3 1 0,0 2 0,-1 0 0,2 0 0,1 0 0,3-4 0,2 0 0,1-3 0,2 1 0,0 3 0,3 3 0,3 2 0,5 1 0,7-1 0,5 0 0,3-1 0,1-3 0,1 1 0,3-3 0,1 1 0,3-1 0,0 1 0,0-1 0,-1-1 0,-1-2 0,0-3 0,1-1 0,0-2 0,1-1 0,3-1 0,4 0 0,3 0 0,3 0 0,1-4 0,-3-3 0,-4-1 0,-9 0 0,-9 2 0,-6 2 0,-3 0 0,0 0 0,-1 0 0,0 0 0,-1-1 0,0 1 0,-1-1 0,-2 0 0,-2-1 0,-2 0 0,0 0 0,0-1 0,-1 0 0,-2 3 0,-1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111 783 24575,'24'0'0,"12"-1"0,10-1 0,10 1 0,2 0 0,-3 1 0,0-1 0,-4-1 0,-3-5 0,-3-4 0,-3-4 0,-2-3 0,-1 0 0,-4-1 0,-4 1 0,-3 0 0,-4 1 0,-3 0 0,-1 0 0,-4 1 0,-4 1 0,-5-1 0,-5 0 0,-2-3 0,0-3 0,0-4 0,-3-5 0,-7 0 0,-6-4 0,5 18 0,-2-1 0,-1 0 0,0-1 0,-2 0 0,-1 0 0,-1 0 0,0 1 0,0 0 0,-2 1 0,1 0 0,-1 1 0,1 0 0,-1 2 0,-21-12 0,-1 5 0,-3 2 0,0 3 0,-1 2 0,0 2 0,0 3 0,0 3 0,4 2 0,6 3 0,10 1 0,10 0 0,7 0 0,3 0 0,-2 0 0,0 2 0,-2 4 0,-2 5 0,-2 4 0,-2 2 0,0 1 0,1 0 0,4-1 0,1-1 0,3 0 0,1-1 0,2-2 0,1-2 0,1-4 0,1-2 0,0-3 0,1-1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2:43:19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90 360 24575,'-8'-6'0,"1"2"0,-2-2 0,-1 0 0,2 1 0,-2-1 0,1 1 0,1-2 0,2 0 0,3 0 0,2 1 0,1-1 0,-2 1 0,1 0 0,-2 0 0,1 1 0,1 1 0,-1-2 0,2 1 0,0 0 0,0 0 0,0 1 0,0 0 0,0 0 0,0-1 0,0 0 0,0 0 0,0 1 0,0-2 0,0 1 0,0 0 0,0-1 0,0 1 0,0-1 0,2-2 0,2 0 0,2 1 0,0 0 0,1-1 0,0 1 0,2-1 0,0 1 0,-1 1 0,0 0 0,-2 1 0,0 1 0,0-1 0,0 0 0,0 1 0,0-1 0,3-1 0,2-1 0,4 0 0,0-1 0,-1 1 0,-1 2 0,-1 1 0,0 1 0,-1 0 0,0 1 0,0-1 0,-3 1 0,1 0 0,0 0 0,-1 0 0,0 1 0,0 0 0,-2 0 0,1 0 0,-2 0 0,2-1 0,0 1 0,1 0 0,0 1 0,0 0 0,0 0 0,1 0 0,3 0 0,-1-1 0,0 0 0,-1 0 0,-2 0 0,-1 1 0,1 0 0,1 0 0,1 0 0,0 0 0,-2 0 0,1 0 0,1 0 0,2 0 0,3 0 0,1 0 0,1 0 0,0 0 0,-2 0 0,-1 0 0,-1 1 0,-1 0 0,-1 2 0,1-1 0,0 1 0,-1 0 0,1 0 0,-1 0 0,0-1 0,-2 0 0,-1 0 0,-1 1 0,0-1 0,0 1 0,1-1 0,-1 0 0,-1 0 0,0 1 0,-1 1 0,-1 1 0,0 0 0,0-1 0,-1 1 0,1-1 0,-1 0 0,-2 0 0,1 1 0,-1 2 0,1 0 0,0 1 0,-2 1 0,0-1 0,0 1 0,0-2 0,0 1 0,0-2 0,0 1 0,0-1 0,0 0 0,0 0 0,0 0 0,0 1 0,-1 0 0,-1 0 0,-2-1 0,0 1 0,-1-1 0,1 0 0,0 0 0,0-1 0,0-1 0,0 0 0,0-1 0,1 1 0,-1-1 0,1 2 0,-2-2 0,1 2 0,-1 0 0,-1 0 0,-1 1 0,0 0 0,0-1 0,1 0 0,3-2 0,0-1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24575,'20'0'0,"9"0"0,12 0 0,13 3 0,-25-1 0,1 1 0,3 1 0,0 0 0,1 0 0,0 0 0,-1 0 0,0 0 0,-1 0 0,-1-1 0,-2-1 0,-1 1 0,26 3 0,-3 0 0,-3-1 0,-5 0 0,-3 1 0,-3 0 0,-3 0 0,-2-1 0,-6 0 0,-2-2 0,-2 2 0,1 0 0,1 1 0,0 1 0,0 0 0,0 1 0,0-1 0,1 2 0,-1-1 0,-1 1 0,-2-1 0,-1-1 0,0 0 0,-2 1 0,0 1 0,-1-1 0,0 0 0,-1-1 0,0 0 0,-1 0 0,-2 0 0,-2-2 0,-1 0 0,-4-1 0,-3-2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24575,'13'0'0,"5"5"0,12 11 0,6 12 0,1 12 0,-17-15 0,-2 1 0,-2 2 0,0 0 0,-1 5 0,0 0 0,-2 4 0,-1 0 0,0 0 0,-1 0 0,0 2 0,-1-2 0,-1-1 0,0-1 0,-1-3 0,0-1 0,5 26 0,-3-2 0,-2-1 0,-4 5 0,-2 0 0,0-2 0,-2-5 0,0-5 0,0-3 0,0-1 0,0 1 0,-3 2 0,-3 1 0,-3-1 0,-3-3 0,1-1 0,1 1 0,0-1 0,0-1 0,-1 0 0,1-5 0,0-2 0,0-6 0,0-3 0,1-4 0,0-1 0,0-2 0,-2 1 0,0 1 0,-1 1 0,1-2 0,2-2 0,2-4 0,4-6 0,1-3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0 619 24575,'12'-13'0,"13"-13"0,-4 6 0,1-2 0,8-6 0,1-1 0,4-1 0,1-1 0,7-4 0,3-1 0,-14 12 0,0-1 0,1 2 0,13-10 0,1 3 0,-5 3 0,-1 3 0,-9 7 0,0 2 0,-4 2 0,0 1 0,0 1 0,-1 1 0,1 0 0,0 1 0,0 1 0,1 1 0,1 0 0,-1 1 0,0 0 0,0 1 0,25-4 0,-7 2 0,-5 1 0,-2 3 0,-5 1 0,0 2 0,-2 0 0,0 0 0,0 0 0,1 0 0,1 0 0,1 0 0,-2 0 0,-2 0 0,-7 1 0,-7 1 0,-4-1 0,-4 2 0,-3 0 0,0-1 0,0-1 0,3 1 0,5 4 0,0 3 0,0 1 0,-1-1 0,-4-3 0,-1 0 0,-5-3 0,-2-1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3040 24575,'10'0'0,"12"-6"0,20-10 0,-12 4 0,2-2 0,6-3 0,2-2 0,6-2 0,1-1 0,-12 6 0,0-1 0,0-1-194,1 0 1,-1-1 0,1 0 193,1-2 0,-1 0 0,0 0 0,-2 0 0,-1-1 0,0 0 0,14-10 0,-2-1 0,-1-1 0,-1 0 0,-4 0 0,-1-1 0,-2-1 0,-2 0 72,-1 0 0,-2-2-72,-1 0 0,-1 0 0,-2-1 0,0-1 0,-2-1 0,-1 0 0,-1-1 0,-1-1 0,0-2 0,-1 1 0,0-2 0,0 0 0,-1-4 0,1 1 0,-1-2 0,0-1 0,-1-2 0,-1-1 0,-1-3 0,-1-2 0,-6 19 0,-1 0 0,0-1 0,0-1 0,-1 1 0,0-1 0,0 1 0,0 0 0,-1 0 0,2-16 0,0 1 0,-1 5 0,-1 0 0,-2 4 0,0 1 0,-1 3 0,0 0 0,1 1 0,-1 0 0,-1 2 0,1 0 0,-1 2 0,0 1 218,0 3 0,-1 0-218,0-26 0,0 9 0,-1 7 0,-1 11 0,0 8 0,0 8 0,0 5 0,0 4 0,0 0 0,0-1 0,0-2 0,0 3 0,0 6 0,0 2 0,0 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24575,'19'0'0,"30"0"0,-8 4 0,5 3 0,-9 0 0,1 0 0,1 3 0,2 2 0,2 3 0,-1 1-496,2 4 1,1 3 0,-1 0 495,0 1 0,0 1 0,0 1 0,1 1 0,0 2 0,-1-1 0,-1 0 0,-2 0 0,0 1 0,-4-2 0,-1 1 0,-1 0-1,-1-1 1,-1 0-1,-1 0 1,-2-1 0,-1 0 0,-1-1 0,12 11 0,-2-1 0,-5-3 0,0 0 0,-3-1 0,-1-1 0,-1 0 0,-1 0 0,-1-1 0,-2 1 552,-1-1 0,-1 0-552,-2 1 0,0 0 192,-2-1 0,-1 1-192,0 0 0,-2 1 0,0-1 0,-1 1 0,-1 0 0,0-1 0,0 1 0,-1-1 0,0-1 0,-1 0 0,11 24 0,-4-4 0,-2-3 0,0 0 0,-3 0 0,-1-2 0,-4-1 0,-2-3 0,-2-5 0,-2-7 0,-1-6 0,-1-7 0,0-5 0,0-2 0,0 0 0,0 0 0,0 2 0,0-1 0,0-2 0,0 2 0,0 3 0,1 6 0,3 9 0,1 7 0,1 2 0,0 1 0,1-3 0,-1-3 0,0-5 0,-1-3 0,0-5 0,-2-5 0,-2-3 0,1-2 0,0-3 0,-1-2 0,2-2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1009 24575,'36'-13'0,"13"-8"0,-9 5 0,4-2 0,-8 4 0,3-1 0,1 0 0,6-1 0,1 0 0,1 0-621,3 0 0,2-1 1,0 1 620,-12 4 0,1-1 0,0 2 0,0-1 0,1 0 0,0 1 0,1 0 0,-1 0 0,0 1 0,-1 0 0,1 0 0,0 1 0,1 0 0,0 0 0,-1 0 0,0 1 0,11-3 0,-2 1 0,0-1 0,-1 1 0,-1-1 0,-1 1 0,-1-1 0,0 1 0,-1-1-120,-1-1 1,-1 0 0,-1 0 119,-1 1 0,0 0 0,-1 0 0,-1-1 0,0 1 0,-1-1 0,0 1 0,-1-1 0,-1 1-55,-1 0 0,-1 0 0,0 1 55,15-7 0,-1 1 0,-4 2 0,-2 0 0,-3 0 0,-1 0 670,-1 2 0,0 0-670,0-2 0,1 0 429,1-1 1,0-1-430,0-1 0,0 1 93,1 0 0,0 1-93,-2 2 0,0 2 0,-2 2 0,0 0 0,0 2 0,0 0 0,0 0 0,2 1 0,2-2 0,2 0 0,2 0 0,0 0 0,2 1 0,-1 0 0,-2 1 0,-1 1 0,-4 2 0,-2 2 0,-3 0 0,-2 0 0,-3 1 0,-1 0 0,24 0 0,-5 0 0,-5 2 0,-7 2 0,-4 4 0,-5 2 0,-3 1 0,-4 1 0,-2 0 0,-3 2 0,0 1 0,-1 2 0,0 4 0,0 4 0,0 2 0,-1 3 0,0 1 0,0 2 0,-1 0 0,0-2 0,-2-4 0,-2-5 0,-1-1 0,-1-1 0,1 1 0,-1 1 0,0-3 0,-2-1 0,-1-3 0,-1-3 0,0-3 0,-2-4 0,1-3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235 948 24575,'-5'-8'0,"-4"-4"0,-8-9 0,-9-15 0,-5-12 0,13 18 0,1-1 0,0-2 0,1 0 0,1-1 0,1-1 0,2 2 0,2-1 0,2 3 0,2 1 0,-2-23 0,4 8 0,2 7 0,2 7 0,0 3 0,0 3 0,3-1 0,3 1 0,4-1 0,2 3 0,-1 4 0,0 2 0,-1 4 0,0 0 0,3 1 0,1 1 0,4-2 0,4 0 0,2-1 0,4 2 0,2 0 0,2 3 0,4 1 0,-4 3 0,-1 2 0,7 1 0,5 0 0,7 1 0,-2 1 0,-6 0 0,-4 0 0,1 0 0,-1 0 0,-3 4 0,-1 3 0,-5 5 0,-3 5 0,-3 1 0,-7 1 0,-2 3 0,-1 2 0,-1 4 0,1 3 0,-1 4 0,-2 4 0,-3 3 0,-3 1 0,-3 1 0,-1-3 0,0-5 0,0-3 0,0-5 0,0 0 0,0-3 0,0-3 0,0-3 0,0-3 0,0-3 0,0-3 0,0 0 0,-2 0 0,-1 7 0,-4 4 0,-2 2 0,2-1 0,1-6 0,2-6 0,3-6 0,-1-3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0 24575,'-10'0'0,"-5"0"0,-10 0 0,-6 0 0,-18 0 0,19 0 0,0 0 0,-2 1 0,0 0 0,1 1 0,0 2 0,-15 6 0,5 4 0,7 3 0,6 0 0,4 1 0,5 1 0,2 0 0,3 0 0,2 1 0,2 2 0,1 1 0,-1 2 0,2 1 0,0-3 0,4-3 0,1-4 0,1-2 0,2 1 0,0 5 0,3 5 0,2 3 0,6 1 0,6-1 0,3 0 0,4-3 0,2-2 0,0-1 0,2-3 0,2-1 0,2 2 0,2-1 0,-3-1 0,1-2 0,-1-3 0,-1-4 0,1-3 0,1-2 0,0-2 0,4-2 0,3 0 0,3 0 0,2-1 0,1-6 0,-2-3 0,-4-4 0,-8 1 0,-8 4 0,-7 2 0,-2 0 0,-1 0 0,1 0 0,-1 1 0,-1-1 0,-1 0 0,1-2 0,-3 0 0,-1 0 0,-2-1 0,-1 0 0,0-2 0,0 1 0,-2 4 0,-1 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1286 24575,'22'0'0,"11"-2"0,10 0 0,9-1 0,2 2 0,-3 1 0,0-1 0,-4-4 0,-2-5 0,-3-9 0,-3-6 0,-2-3 0,-1-3 0,-4 1 0,-3-1 0,-3 2 0,-4 1 0,-2 0 0,-2 1 0,-3 1 0,-4 0 0,-4 1 0,-5-1 0,-2-5 0,0-6 0,0-6 0,-3-7 0,-6-2 0,-6-5 0,4 28 0,0 0 0,-2-1 0,-1 0 0,-1-1 0,0 0 0,-2-1 0,1 2 0,-2 1 0,1 0 0,-1 2 0,-1 0 0,1 2 0,0 1 0,-20-18 0,-1 6 0,-2 6 0,-2 4 0,1 3 0,-1 3 0,0 5 0,1 5 0,3 4 0,5 4 0,10 2 0,9 0 0,7 0 0,2 0 0,-1 1 0,0 2 0,-3 6 0,-1 9 0,-2 6 0,-2 6 0,1-1 0,0 0 0,3-1 0,2-1 0,2-1 0,3-2 0,0-2 0,1-5 0,1-6 0,1-2 0,0-6 0,1-1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2:50:45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83 591 24575,'-7'-9'0,"0"1"0,0-2 0,-3 2 0,2-1 0,-1 0 0,1 0 0,1-2 0,1-1 0,3 0 0,2 2 0,1-1 0,-1 1 0,-1 0 0,0 1 0,0 1 0,0 0 0,1 0 0,1-1 0,0 0 0,0 1 0,0 1 0,0 1 0,0-1 0,0-1 0,0 1 0,0-2 0,0 2 0,0-2 0,0 0 0,0 1 0,0-1 0,0 0 0,0-2 0,2-1 0,2 0 0,1-1 0,0 1 0,2 0 0,0 0 0,1-1 0,0 2 0,0 1 0,-1 0 0,-1 2 0,-1 1 0,0-1 0,1 0 0,0 1 0,0-2 0,2 0 0,2-2 0,4-1 0,0-1 0,-1 2 0,-1 1 0,-1 4 0,0 1 0,0 1 0,-1 0 0,0 0 0,-2 0 0,0 1 0,0-1 0,-1 1 0,1 2 0,-1-1 0,-1 1 0,0-1 0,-1 0 0,1-1 0,1 1 0,0 1 0,1 1 0,-1-1 0,1 1 0,0 0 0,3 0 0,0-1 0,-2-1 0,0 1 0,-1 0 0,-1 1 0,1 0 0,0 0 0,1 0 0,0 0 0,-1 0 0,0 0 0,1 0 0,2 0 0,3 0 0,1 0 0,1 0 0,-1 0 0,0 0 0,-3 0 0,1 1 0,-3 1 0,1 2 0,0 0 0,0 0 0,-1 2 0,1-2 0,0 1 0,-1-1 0,-2-1 0,-1 0 0,0 1 0,-1 0 0,1 1 0,0-2 0,0 0 0,-1 1 0,-1 1 0,0 1 0,-1 2 0,-1 1 0,1-2 0,-1 1 0,0-2 0,0 0 0,-2 2 0,1 0 0,-1 3 0,1 1 0,-1 1 0,0 1 0,-1 0 0,0 0 0,0-1 0,0-1 0,0-2 0,0 1 0,0-1 0,0 0 0,0 0 0,0 0 0,0 1 0,-1 1 0,-2-1 0,0 0 0,-1-1 0,0 0 0,0 1 0,1-2 0,-1-1 0,0-1 0,0-1 0,1 0 0,-1 0 0,1 0 0,0 1 0,-1-1 0,0 1 0,-1 2 0,0-1 0,-2 2 0,1-1 0,-1 1 0,2-3 0,2-2 0,0-2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24575,'20'0'0,"9"0"0,12 0 0,13 3 0,-25-1 0,1 1 0,3 1 0,0 0 0,1 0 0,0 0 0,-1 0 0,0 0 0,-1 0 0,-1-1 0,-2-1 0,-1 1 0,26 3 0,-3 0 0,-3-1 0,-5 0 0,-3 1 0,-3 0 0,-3 0 0,-2-1 0,-6 0 0,-2-2 0,-2 2 0,1 0 0,1 1 0,0 1 0,0 0 0,0 1 0,0-1 0,1 2 0,-1-1 0,-1 1 0,-2-1 0,-1-1 0,0 0 0,-2 1 0,0 1 0,-1-1 0,0 0 0,-1-1 0,0 0 0,-1 0 0,-2 0 0,-2-2 0,-1 0 0,-4-1 0,-3-2 0,-2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24575,'13'0'0,"5"5"0,12 11 0,6 12 0,1 12 0,-17-15 0,-2 1 0,-2 2 0,0 0 0,-1 5 0,0 0 0,-2 4 0,-1 0 0,0 0 0,-1 0 0,0 2 0,-1-2 0,-1-1 0,0-1 0,-1-3 0,0-1 0,5 26 0,-3-2 0,-2-1 0,-4 5 0,-2 0 0,0-2 0,-2-5 0,0-5 0,0-3 0,0-1 0,0 1 0,-3 2 0,-3 1 0,-3-1 0,-3-3 0,1-1 0,1 1 0,0-1 0,0-1 0,-1 0 0,1-5 0,0-2 0,0-6 0,0-3 0,1-4 0,0-1 0,0-2 0,-2 1 0,0 1 0,-1 1 0,1-2 0,2-2 0,2-4 0,4-6 0,1-3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0 619 24575,'12'-13'0,"13"-13"0,-4 6 0,1-2 0,8-6 0,1-1 0,4-1 0,1-1 0,7-4 0,3-1 0,-14 12 0,0-1 0,1 2 0,13-10 0,1 3 0,-5 3 0,-1 3 0,-9 7 0,0 2 0,-4 2 0,0 1 0,0 1 0,-1 1 0,1 0 0,0 1 0,0 1 0,1 1 0,1 0 0,-1 1 0,0 0 0,0 1 0,25-4 0,-7 2 0,-5 1 0,-2 3 0,-5 1 0,0 2 0,-2 0 0,0 0 0,0 0 0,1 0 0,1 0 0,1 0 0,-2 0 0,-2 0 0,-7 1 0,-7 1 0,-4-1 0,-4 2 0,-3 0 0,0-1 0,0-1 0,3 1 0,5 4 0,0 3 0,0 1 0,-1-1 0,-4-3 0,-1 0 0,-5-3 0,-2-1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3040 24575,'10'0'0,"12"-6"0,20-10 0,-12 4 0,2-2 0,6-3 0,2-2 0,6-2 0,1-1 0,-12 6 0,0-1 0,0-1-194,1 0 1,-1-1 0,1 0 193,1-2 0,-1 0 0,0 0 0,-2 0 0,-1-1 0,0 0 0,14-10 0,-2-1 0,-1-1 0,-1 0 0,-4 0 0,-1-1 0,-2-1 0,-2 0 72,-1 0 0,-2-2-72,-1 0 0,-1 0 0,-2-1 0,0-1 0,-2-1 0,-1 0 0,-1-1 0,-1-1 0,0-2 0,-1 1 0,0-2 0,0 0 0,-1-4 0,1 1 0,-1-2 0,0-1 0,-1-2 0,-1-1 0,-1-3 0,-1-2 0,-6 19 0,-1 0 0,0-1 0,0-1 0,-1 1 0,0-1 0,0 1 0,0 0 0,-1 0 0,2-16 0,0 1 0,-1 5 0,-1 0 0,-2 4 0,0 1 0,-1 3 0,0 0 0,1 1 0,-1 0 0,-1 2 0,1 0 0,-1 2 0,0 1 218,0 3 0,-1 0-218,0-26 0,0 9 0,-1 7 0,-1 11 0,0 8 0,0 8 0,0 5 0,0 4 0,0 0 0,0-1 0,0-2 0,0 3 0,0 6 0,0 2 0,0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24575,'19'0'0,"30"0"0,-8 4 0,5 3 0,-9 0 0,1 0 0,1 3 0,2 2 0,2 3 0,-1 1-496,2 4 1,1 3 0,-1 0 495,0 1 0,0 1 0,0 1 0,1 1 0,0 2 0,-1-1 0,-1 0 0,-2 0 0,0 1 0,-4-2 0,-1 1 0,-1 0-1,-1-1 1,-1 0-1,-1 0 1,-2-1 0,-1 0 0,-1-1 0,12 11 0,-2-1 0,-5-3 0,0 0 0,-3-1 0,-1-1 0,-1 0 0,-1 0 0,-1-1 0,-2 1 552,-1-1 0,-1 0-552,-2 1 0,0 0 192,-2-1 0,-1 1-192,0 0 0,-2 1 0,0-1 0,-1 1 0,-1 0 0,0-1 0,0 1 0,-1-1 0,0-1 0,-1 0 0,11 24 0,-4-4 0,-2-3 0,0 0 0,-3 0 0,-1-2 0,-4-1 0,-2-3 0,-2-5 0,-2-7 0,-1-6 0,-1-7 0,0-5 0,0-2 0,0 0 0,0 0 0,0 2 0,0-1 0,0-2 0,0 2 0,0 3 0,1 6 0,3 9 0,1 7 0,1 2 0,0 1 0,1-3 0,-1-3 0,0-5 0,-1-3 0,0-5 0,-2-5 0,-2-3 0,1-2 0,0-3 0,-1-2 0,2-2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1009 24575,'36'-13'0,"13"-8"0,-9 5 0,4-2 0,-8 4 0,3-1 0,1 0 0,6-1 0,1 0 0,1 0-621,3 0 0,2-1 1,0 1 620,-12 4 0,1-1 0,0 2 0,0-1 0,1 0 0,0 1 0,1 0 0,-1 0 0,0 1 0,-1 0 0,1 0 0,0 1 0,1 0 0,0 0 0,-1 0 0,0 1 0,11-3 0,-2 1 0,0-1 0,-1 1 0,-1-1 0,-1 1 0,-1-1 0,0 1 0,-1-1-120,-1-1 1,-1 0 0,-1 0 119,-1 1 0,0 0 0,-1 0 0,-1-1 0,0 1 0,-1-1 0,0 1 0,-1-1 0,-1 1-55,-1 0 0,-1 0 0,0 1 55,15-7 0,-1 1 0,-4 2 0,-2 0 0,-3 0 0,-1 0 670,-1 2 0,0 0-670,0-2 0,1 0 429,1-1 1,0-1-430,0-1 0,0 1 93,1 0 0,0 1-93,-2 2 0,0 2 0,-2 2 0,0 0 0,0 2 0,0 0 0,0 0 0,2 1 0,2-2 0,2 0 0,2 0 0,0 0 0,2 1 0,-1 0 0,-2 1 0,-1 1 0,-4 2 0,-2 2 0,-3 0 0,-2 0 0,-3 1 0,-1 0 0,24 0 0,-5 0 0,-5 2 0,-7 2 0,-4 4 0,-5 2 0,-3 1 0,-4 1 0,-2 0 0,-3 2 0,0 1 0,-1 2 0,0 4 0,0 4 0,0 2 0,-1 3 0,0 1 0,0 2 0,-1 0 0,0-2 0,-2-4 0,-2-5 0,-1-1 0,-1-1 0,1 1 0,-1 1 0,0-3 0,-2-1 0,-1-3 0,-1-3 0,0-3 0,-2-4 0,1-3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235 948 24575,'-5'-8'0,"-4"-4"0,-8-9 0,-9-15 0,-5-12 0,13 18 0,1-1 0,0-2 0,1 0 0,1-1 0,1-1 0,2 2 0,2-1 0,2 3 0,2 1 0,-2-23 0,4 8 0,2 7 0,2 7 0,0 3 0,0 3 0,3-1 0,3 1 0,4-1 0,2 3 0,-1 4 0,0 2 0,-1 4 0,0 0 0,3 1 0,1 1 0,4-2 0,4 0 0,2-1 0,4 2 0,2 0 0,2 3 0,4 1 0,-4 3 0,-1 2 0,7 1 0,5 0 0,7 1 0,-2 1 0,-6 0 0,-4 0 0,1 0 0,-1 0 0,-3 4 0,-1 3 0,-5 5 0,-3 5 0,-3 1 0,-7 1 0,-2 3 0,-1 2 0,-1 4 0,1 3 0,-1 4 0,-2 4 0,-3 3 0,-3 1 0,-3 1 0,-1-3 0,0-5 0,0-3 0,0-5 0,0 0 0,0-3 0,0-3 0,0-3 0,0-3 0,0-3 0,0-3 0,0 0 0,-2 0 0,-1 7 0,-4 4 0,-2 2 0,2-1 0,1-6 0,2-6 0,3-6 0,-1-3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605 0 24575,'-10'0'0,"-5"0"0,-10 0 0,-6 0 0,-18 0 0,19 0 0,0 0 0,-2 1 0,0 0 0,1 1 0,0 2 0,-15 6 0,5 4 0,7 3 0,6 0 0,4 1 0,5 1 0,2 0 0,3 0 0,2 1 0,2 2 0,1 1 0,-1 2 0,2 1 0,0-3 0,4-3 0,1-4 0,1-2 0,2 1 0,0 5 0,3 5 0,2 3 0,6 1 0,6-1 0,3 0 0,4-3 0,2-2 0,0-1 0,2-3 0,2-1 0,2 2 0,2-1 0,-3-1 0,1-2 0,-1-3 0,-1-4 0,1-3 0,1-2 0,0-2 0,4-2 0,3 0 0,3 0 0,2-1 0,1-6 0,-2-3 0,-4-4 0,-8 1 0,-8 4 0,-7 2 0,-2 0 0,-1 0 0,1 0 0,-1 1 0,-1-1 0,-1 0 0,1-2 0,-3 0 0,-1 0 0,-2-1 0,-1 0 0,0-2 0,0 1 0,-2 4 0,-1 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1286 24575,'22'0'0,"11"-2"0,10 0 0,9-1 0,2 2 0,-3 1 0,0-1 0,-4-4 0,-2-5 0,-3-9 0,-3-6 0,-2-3 0,-1-3 0,-4 1 0,-3-1 0,-3 2 0,-4 1 0,-2 0 0,-2 1 0,-3 1 0,-4 0 0,-4 1 0,-5-1 0,-2-5 0,0-6 0,0-6 0,-3-7 0,-6-2 0,-6-5 0,4 28 0,0 0 0,-2-1 0,-1 0 0,-1-1 0,0 0 0,-2-1 0,1 2 0,-2 1 0,1 0 0,-1 2 0,-1 0 0,1 2 0,0 1 0,-20-18 0,-1 6 0,-2 6 0,-2 4 0,1 3 0,-1 3 0,0 5 0,1 5 0,3 4 0,5 4 0,10 2 0,9 0 0,7 0 0,2 0 0,-1 1 0,0 2 0,-3 6 0,-1 9 0,-2 6 0,-2 6 0,1-1 0,0 0 0,3-1 0,2-1 0,2-1 0,3-2 0,0-2 0,1-5 0,1-6 0,1-2 0,0-6 0,1-1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2:50:06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83 591 24575,'-7'-9'0,"0"1"0,0-2 0,-3 2 0,2-1 0,-1 0 0,1 0 0,1-2 0,1-1 0,3 0 0,2 2 0,1-1 0,-1 1 0,-1 0 0,0 1 0,0 1 0,0 0 0,1 0 0,1-1 0,0 0 0,0 1 0,0 1 0,0 1 0,0-1 0,0-1 0,0 1 0,0-2 0,0 2 0,0-2 0,0 0 0,0 1 0,0-1 0,0 0 0,0-2 0,2-1 0,2 0 0,1-1 0,0 1 0,2 0 0,0 0 0,1-1 0,0 2 0,0 1 0,-1 0 0,-1 2 0,-1 1 0,0-1 0,1 0 0,0 1 0,0-2 0,2 0 0,2-2 0,4-1 0,0-1 0,-1 2 0,-1 1 0,-1 4 0,0 1 0,0 1 0,-1 0 0,0 0 0,-2 0 0,0 1 0,0-1 0,-1 1 0,1 2 0,-1-1 0,-1 1 0,0-1 0,-1 0 0,1-1 0,1 1 0,0 1 0,1 1 0,-1-1 0,1 1 0,0 0 0,3 0 0,0-1 0,-2-1 0,0 1 0,-1 0 0,-1 1 0,1 0 0,0 0 0,1 0 0,0 0 0,-1 0 0,0 0 0,1 0 0,2 0 0,3 0 0,1 0 0,1 0 0,-1 0 0,0 0 0,-3 0 0,1 1 0,-3 1 0,1 2 0,0 0 0,0 0 0,-1 2 0,1-2 0,0 1 0,-1-1 0,-2-1 0,-1 0 0,0 1 0,-1 0 0,1 1 0,0-2 0,0 0 0,-1 1 0,-1 1 0,0 1 0,-1 2 0,-1 1 0,1-2 0,-1 1 0,0-2 0,0 0 0,-2 2 0,1 0 0,-1 3 0,1 1 0,-1 1 0,0 1 0,-1 0 0,0 0 0,0-1 0,0-1 0,0-2 0,0 1 0,0-1 0,0 0 0,0 0 0,0 0 0,0 1 0,-1 1 0,-2-1 0,0 0 0,-1-1 0,0 0 0,0 1 0,1-2 0,-1-1 0,0-1 0,0-1 0,1 0 0,-1 0 0,1 0 0,0 1 0,-1-1 0,0 1 0,-1 2 0,0-1 0,-2 2 0,1-1 0,-1 1 0,2-3 0,2-2 0,0-2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24575,'29'0'0,"12"0"0,17 0 0,20 4 0,-37-1 0,2 0 0,4 2 0,1 0 0,1 1 0,-1-1 0,-1 0 0,0 0 0,-1 0 0,-1-1 0,-4 0 0,-1-1 0,38 4 0,-6 1 0,-4-2 0,-6 2 0,-6-1 0,-1 0 0,-6 1 0,-5-1 0,-7-2 0,-2 1 0,-3 0 0,0 1 0,2 0 0,1 2 0,-1 0 0,1 0 0,-1 1 0,1 2 0,0-2 0,-2 1 0,-3-1 0,-1 0 0,-2-1 0,0 1 0,-1 1 0,-2 0 0,0-1 0,0 0 0,-2-1 0,0 0 0,-4 0 0,-2-3 0,-2 0 0,-6-1 0,-3-3 0,-3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24575,'18'0'0,"8"7"0,17 14 0,8 14 0,3 17 0,-27-20 0,0 2 0,-4 2 0,0 1 0,-1 4 0,-2 3 0,-1 2 0,-1 2 0,-2 0 0,0 0 0,0 1 0,-1 0 0,-3-3 0,1-1 0,-2-4 0,1-1 0,7 34 0,-5-3 0,-4-1 0,-3 5 0,-4 2 0,0-5 0,-3-4 0,0-7 0,0-5 0,0-1 0,0 2 0,-4 3 0,-5 0 0,-5-1 0,-2-3 0,0-2 0,1 1 0,2-1 0,-2 0 0,0-2 0,0-5 0,0-4 0,1-6 0,0-5 0,1-5 0,0-2 0,0 0 0,-2-1 0,-1 1 0,-1 2 0,1-2 0,3-3 0,3-6 0,6-7 0,1-4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24575,'16'-16'0,"20"-19"0,-6 10 0,2-4 0,10-6 0,3-3 0,4 0 0,3-2 0,11-6 0,2 0 0,-20 14 0,2 1 0,-1 1 0,21-12 0,-1 3 0,-5 4 0,-3 5 0,-12 7 0,0 4 0,-6 2 0,0 2 0,-1 1 0,1 1 0,-1 1 0,1-1 0,1 3 0,0 1 0,1 0 0,1 1 0,-2 1 0,0 0 0,36-4 0,-9 1 0,-9 3 0,-2 2 0,-6 4 0,-2 1 0,-1 0 0,-1 0 0,1 0 0,0 0 0,2 0 0,2 0 0,-3 0 0,-5 0 0,-7 1 0,-12 1 0,-4 0 0,-8 2 0,-2-1 0,-1-1 0,0 0 0,5 1 0,5 5 0,2 3 0,0 3 0,-2-4 0,-6-2 0,-2 0 0,-6-4 0,-3-2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3918 24575,'14'-1'0,"19"-7"0,26-12 0,-16 4 0,2-1 0,10-5 0,2-2 0,9-3 0,1-2 0,-17 8 0,0-1 0,0-1-194,1 0 1,1-1 0,-2-1 193,3-2 0,-1 1 0,-1-2 0,-2 0 0,-2 1 0,0-1 0,19-14 0,-1-1 0,-1 0 0,-4-2 0,-3 2 0,-3-2 0,-3-1 0,-2-1 72,-2 1 0,-2-2-72,-2-2 0,-2 0 0,-2 0 0,-2-1 0,0-1 0,-3-1 0,-1-2 0,-1 0 0,-1-3 0,0 0 0,-1 0 0,-2-2 0,2-3 0,0-2 0,-1 0 0,0-2 0,-3-2 0,-1-2 0,0-4 0,-2-2 0,-8 24 0,-2 0 0,0-1 0,-1-1 0,-1 0 0,1 0 0,-1 1 0,0-1 0,0 2 0,2-22 0,-1 2 0,-1 5 0,-1 2 0,-1 4 0,-3 1 0,1 4 0,-2 0 0,1 2 0,0-1 0,-1 3 0,0 1 0,0 2 0,-1 1 218,0 4 0,-1 0-218,1-34 0,-2 11 0,-1 12 0,-1 11 0,0 11 0,0 11 0,0 7 0,0 4 0,0 1 0,0-3 0,0-1 0,0 5 0,0 4 0,0 5 0,0 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24575,'26'0'0,"45"0"0,-12 6 0,6 3 0,-13-1 0,3 2 0,0 2 0,5 4 0,1 3 0,-1 2-496,4 5 1,-1 3 0,1 1 495,-1 1 0,0 1 0,0 1 0,1 3 0,0-1 0,-1 2 0,-3-1 0,0 0 0,-2 1 0,-5-1 0,-1-1 0,-2 1-1,-2 0 1,0-2-1,-2 2 1,-3-3 0,-3 0 0,1 0 0,16 13 0,-3-1 0,-6-3 0,-2-1 0,-3-2 0,0 0 0,-3 0 0,-2-1 0,-2 0 0,-1 0 552,-2-1 0,-2 1-552,-1 1 0,-3-1 192,-1 1 0,-1-1-192,-2 1 0,0 0 0,-3 0 0,0 0 0,0 1 0,-2 0 0,0-1 0,0 0 0,-1-2 0,-1 0 0,15 32 0,-5-6 0,-3-4 0,-1 1 0,-3-1 0,-2-2 0,-4-2 0,-5-3 0,-3-7 0,-3-8 0,1-9 0,-3-9 0,0-6 0,0-3 0,0 1 0,0-1 0,0 2 0,0 0 0,0-3 0,0 2 0,0 5 0,2 8 0,2 10 0,3 9 0,2 4 0,0 1 0,0-5 0,0-3 0,0-6 0,-1-5 0,-1-6 0,-4-5 0,-1-5 0,1-4 0,0-1 0,-1-5 0,1-1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24575,'52'-16'0,"18"-11"0,-14 6 0,8-2 0,-12 4 0,3 0 0,2 0 0,8-1 0,3-1 0,1 1-621,4-1 0,2-1 1,1 1 620,-16 5 0,-1 1 0,1-1 0,0 1 0,2 1 0,0-1 0,-1 1 0,1 0 0,0 1 0,-2 0 0,1 0 0,0 1 0,2 0 0,0 1 0,0-1 0,-2 1 0,15-2 0,0 0 0,-2-1 0,-2 1 0,0-1 0,-2 1 0,-1-1 0,-1 0 0,0 0-120,-3-1 1,-1 0 0,0 0 119,-3 0 0,0 1 0,-1-1 0,-1 1 0,0-2 0,-2 2 0,0-1 0,-1 0 0,-1 1-55,-3 0 0,0 0 0,-1 0 55,22-7 0,-1 0 0,-7 2 0,-2 1 0,-4 1 0,-2-1 670,-1 2 0,-1 1-670,1-2 0,2-2 429,0-1 1,1-1-430,-1 1 0,1-1 93,1 0 0,1 1-93,-4 4 0,0 2 0,-3 1 0,0 2 0,0 2 0,1 0 0,0 1 0,1 0 0,5-3 0,2 1 0,2-1 0,2 1 0,1 1 0,-1 0 0,-2 1 0,-3 2 0,-5 3 0,-2 0 0,-6 2 0,-2 1 0,-3 0 0,-2 0 0,34 0 0,-8 0 0,-7 2 0,-9 3 0,-7 5 0,-6 3 0,-5 1 0,-5 2 0,-3-1 0,-5 3 0,0 2 0,0 2 0,-1 5 0,0 5 0,-1 3 0,-1 3 0,1 3 0,0 1 0,-1 0 0,-1-2 0,-3-5 0,-3-6 0,-1-3 0,-1 1 0,0 0 0,1 0 0,-2-1 0,-2-4 0,-1-2 0,-3-5 0,1-3 0,-2-6 0,-1-3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1222 24575,'-6'-11'0,"-7"-5"0,-12-10 0,-12-21 0,-8-15 0,20 24 0,0-2 0,1-2 0,1-2 0,1 1 0,3-1 0,2 0 0,2 0 0,4 5 0,2 0 0,-3-30 0,7 12 0,3 8 0,2 9 0,0 4 0,0 3 0,4 0 0,5 0 0,5 1 0,3 2 0,-1 4 0,-1 5 0,-1 4 0,1 1 0,3 1 0,3-1 0,4 1 0,6-3 0,4 1 0,5 1 0,3 1 0,3 3 0,6 2 0,-8 3 0,1 3 0,9 1 0,7 1 0,12 2 0,-5-1 0,-9 1 0,-4 0 0,1 0 0,-1 0 0,-5 4 0,-2 7 0,-6 4 0,-5 6 0,-5 2 0,-8 2 0,-4 3 0,-2 3 0,0 6 0,0 2 0,-1 7 0,-2 4 0,-5 3 0,-5 4 0,-3-1 0,-2-3 0,0-7 0,0-3 0,0-7 0,0 0 0,0-3 0,0-5 0,0-4 0,0-2 0,0-6 0,0-3 0,0-1 0,-3 2 0,-2 7 0,-5 6 0,-2 3 0,2-2 0,0-7 0,5-8 0,3-9 0,0-2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865 1 24575,'-15'0'0,"-6"0"0,-14 0 0,-10 0 0,-25 0 0,28-1 0,-2 2 0,-1-1 0,0 2 0,0 1 0,1 1 0,-22 9 0,8 5 0,9 4 0,8 0 0,8 1 0,5 2 0,3-1 0,6 0 0,2 3 0,3 1 0,0 2 0,0 2 0,3 1 0,0-3 0,4-5 0,2-3 0,4-5 0,1 3 0,0 5 0,3 7 0,5 5 0,8 0 0,7 0 0,7-3 0,4 0 0,3-5 0,0-1 0,4-4 0,2 1 0,2-1 0,3 1 0,-3-2 0,0-2 0,0-5 0,-2-3 0,2-5 0,0-4 0,1-2 0,5-1 0,4-1 0,5 0 0,4-1 0,1-7 0,-4-7 0,-5-2 0,-13 0 0,-10 5 0,-10 3 0,-3 0 0,0 0 0,-1 1 0,0-1 0,-3 0 0,1 0 0,-1-2 0,-2 0 0,-3-1 0,-3-1 0,-1 0 0,1-2 0,-1 1 0,-3 4 0,-2 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1657 24575,'31'0'0,"17"-2"0,13-1 0,13 0 0,4 0 0,-6 3 0,1-1 0,-5-4 0,-5-9 0,-3-9 0,-4-10 0,-3-4 0,-2-2 0,-3 0 0,-8-1 0,-3 3 0,-6 0 0,-2 2 0,-2 0 0,-6 1 0,-6 1 0,-5 0 0,-7 0 0,-3-8 0,0-5 0,0-10 0,-5-9 0,-7-2 0,-10-6 0,7 36 0,-2-1 0,-1-1 0,-1 1 0,-3-2 0,0-1 0,-1 2 0,-1-1 0,0 2 0,-2 2 0,0 0 0,-1 1 0,2 3 0,-1 2 0,-28-24 0,-3 8 0,-1 6 0,-3 6 0,0 5 0,0 4 0,0 5 0,1 6 0,3 7 0,9 5 0,14 2 0,13 0 0,9 0 0,4 0 0,-2 1 0,-1 2 0,-2 10 0,-3 10 0,-3 8 0,-2 7 0,0 0 0,1-1 0,5-1 0,3-1 0,1-1 0,4-4 0,2-1 0,0-8 0,3-5 0,0-5 0,2-8 0,0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15:21:2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119 762 24575,'-10'-12'0,"0"3"0,-1-4 0,-2 2 0,2-1 0,-3 0 0,3 0 0,1-2 0,1 0 0,5-1 0,3 1 0,0 0 0,-1 1 0,0 0 0,-1 1 0,0 1 0,1 2 0,1-2 0,0-1 0,1 2 0,0-1 0,0 3 0,0 0 0,0-2 0,0 0 0,0 1 0,0-2 0,0 1 0,0-1 0,0-1 0,0 1 0,0 0 0,0 0 0,1-3 0,1-2 0,4 0 0,1 0 0,1 1 0,1-1 0,0 0 0,3 0 0,0 1 0,-1 2 0,-1 1 0,-1 2 0,-1 0 0,-1 0 0,1 0 0,0 1 0,1-3 0,2 0 0,4-2 0,4-2 0,1 0 0,-1 2 0,-1 2 0,-3 3 0,1 3 0,-1 0 0,0 2 0,-2-2 0,-1 1 0,-1 1 0,2-1 0,-3 2 0,1 1 0,-2 0 0,0 0 0,0 0 0,-2-2 0,2 1 0,0 1 0,2 0 0,0 2 0,-1-1 0,1 1 0,2 0 0,2 0 0,0-1 0,-1-1 0,-1-1 0,-2 2 0,-2 1 0,2 0 0,2 0 0,-1 0 0,1 0 0,-1 0 0,-1 0 0,2 0 0,3 0 0,3 0 0,4 0 0,-1 0 0,0 0 0,-1 0 0,-3 0 0,0 1 0,-3 2 0,0 2 0,1 1 0,-1-1 0,0 2 0,0-1 0,1 0 0,-2-1 0,-1 0 0,-4-2 0,0 3 0,1-1 0,-1 0 0,2 0 0,-2-1 0,0 0 0,-2 4 0,1 0 0,-3 2 0,0 1 0,0-2 0,-1 1 0,1-2 0,-1 0 0,-2 2 0,0 1 0,0 3 0,0 1 0,0 2 0,-1 0 0,-1 1 0,0 1 0,0-3 0,0 0 0,0-3 0,0 1 0,0-1 0,0 0 0,0 0 0,0 0 0,0 1 0,-1 1 0,-3-1 0,-1 0 0,-1 0 0,1-1 0,-1 0 0,2-1 0,-2-2 0,1-1 0,-1-1 0,1 0 0,1-1 0,-1 1 0,0 1 0,-1-1 0,0 1 0,0 2 0,-2 0 0,-1 2 0,-1-1 0,1 0 0,2-2 0,2-4 0,2-3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08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4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28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39:36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24575,'21'0'0,"10"0"0,12 0 0,16 3 0,-29-2 0,2 1 0,3 1 0,1 0 0,0 0 0,0 1 0,-1-2 0,0 2 0,0-1 0,-2-1 0,-3 0 0,0 0 0,28 2 0,-4 1 0,-3-1 0,-5 1 0,-4-2 0,-2 2 0,-3 0 0,-4-1 0,-6 0 0,-1-1 0,-2 1 0,1-1 0,-1 2 0,2 0 0,0 0 0,0 1 0,0 0 0,-1 1 0,2 0 0,-3-1 0,-2 0 0,0 0 0,-1 0 0,-1-1 0,-1 2 0,-1-1 0,0 1 0,-1-1 0,0-1 0,-2 1 0,-1-1 0,-2-1 0,-2-1 0,-3 0 0,-4-1 0,-1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24575,'14'0'0,"5"4"0,13 9 0,6 8 0,2 10 0,-20-11 0,0 0 0,-3 2 0,0 0 0,0 2 0,-2 3 0,-1 1 0,-1 0 0,-1 1 0,1 1 0,-2-2 0,0 2 0,-2-2 0,1-1 0,-2-2 0,1-1 0,6 20 0,-6-1 0,-1-1 0,-3 3 0,-3 2 0,1-4 0,-3-2 0,0-4 0,0-4 0,0 0 0,0 2 0,-3 1 0,-4-1 0,-3 1 0,-3-2 0,2-2 0,-1 2 0,3-2 0,-2 0 0,-1-1 0,2-2 0,-2-3 0,2-4 0,-1-3 0,1-3 0,1-1 0,-1 1 0,-1-2 0,-1 1 0,-1 1 0,2 0 0,1-3 0,3-4 0,4-4 0,1-1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1 481 24575,'12'-10'0,"15"-12"0,-5 8 0,2-4 0,7-2 0,2-4 0,4 1 0,1 0 0,10-5 0,1 0 0,-16 9 0,2 0 0,0 1 0,14-7 0,0 2 0,-3 1 0,-3 4 0,-9 5 0,1 1 0,-6 1 0,1 2 0,-1 1 0,1 0 0,-1 1 0,1-1 0,0 3 0,1-1 0,0 1 0,1 0 0,-2 1 0,1 0 0,27-4 0,-8 3 0,-6 1 0,-1 1 0,-5 2 0,-2 1 0,0 0 0,-1 0 0,1 0 0,0 0 0,1 0 0,1 0 0,-1 0 0,-4 0 0,-6 1 0,-8 0 0,-4 0 0,-5 1 0,-2 0 0,0-1 0,-1 1 0,5 0 0,2 2 0,2 3 0,1 1 0,-2-1 0,-4-3 0,-3 1 0,-4-3 0,0-1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2357 24575,'11'0'0,"13"-5"0,20-7 0,-12 2 0,1 0 0,8-3 0,2-1 0,6-3 0,1 0 0,-13 4 0,0 0 0,0-1-194,1 0 1,2 0 0,-3-2 193,2 0 0,0 1 0,-1-2 0,-2 0 0,-1 1 0,0-1 0,15-8 0,-2-1 0,0 0 0,-3-1 0,-3 1 0,-2-1 0,-2-1 0,-2 0 72,-1 0 0,-1-1-72,-2 0 0,-1-2 0,-2 1 0,-1 0 0,-1-2 0,-1 0 0,-2 0 0,-1-1 0,1-2 0,-1 0 0,-1 0 0,-1-2 0,2 0 0,-1-3 0,-1 2 0,1-3 0,-3-1 0,0-1 0,-1-1 0,-1-3 0,-5 16 0,-3-1 0,1-1 0,0 0 0,-3 0 0,2 0 0,0 1 0,-2-1 0,2 0 0,0-11 0,1 0 0,-3 3 0,1 1 0,-1 3 0,-3 0 0,2 3 0,-3-1 0,2 2 0,-1 0 0,0 1 0,0 0 0,-1 3 0,0-1 218,0 2 0,-1 2-218,2-22 0,-3 7 0,0 8 0,-1 5 0,0 8 0,0 6 0,0 4 0,0 3 0,0 1 0,0-2 0,0-2 0,0 4 0,0 3 0,0 2 0,0 4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24575,'19'0'0,"34"0"0,-9 4 0,4 1 0,-9-1 0,3 3 0,-2 0 0,5 3 0,1 1 0,-2 2-496,4 2 1,-1 3 0,0 0 495,1 1 0,-2-1 0,1 3 0,1 1 0,-1-2 0,1 3 0,-4-2 0,1 0 0,-2 2 0,-4-1 0,1-1 0,-3 0-1,-1 1 1,-1-2-1,0 2 1,-4-2 0,-1 0 0,1 0 0,11 8 0,-2-2 0,-4 0 0,-2-1 0,-1-2 0,-1 0 0,-3 1 0,0-1 0,-3 0 0,1-1 552,-3 1 0,0 0-552,-2 0 0,-2 0 192,-1 1 0,0-2-192,-2 1 0,0 2 0,-2-2 0,0 0 0,-1 1 0,0 1 0,0-2 0,-1 0 0,-1-1 0,0 1 0,11 18 0,-3-2 0,-3-5 0,-1 3 0,-1-2 0,-2-1 0,-4-1 0,-3-2 0,-2-3 0,-3-5 0,1-7 0,-2-5 0,0-3 0,0-1 0,0-1 0,0 0 0,0 1 0,0 1 0,0-3 0,0 1 0,0 4 0,2 4 0,1 7 0,2 5 0,2 2 0,-1 1 0,1-3 0,0-3 0,-1-2 0,1-3 0,-2-5 0,-3-2 0,-1-3 0,1-2 0,0-1 0,1-3 0,-1-1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0 782 24575,'39'-9'0,"13"-8"0,-11 5 0,7-2 0,-9 3 0,2-1 0,2 1 0,4-1 0,4-1 0,1 1-621,2-1 0,2 0 1,0 0 620,-10 3 0,-3 2 0,2-1 0,0 0 0,1 0 0,0 0 0,0 1 0,-1-1 0,2 1 0,-2 1 0,0-2 0,1 2 0,0 0 0,2 0 0,-2 0 0,0 1 0,10-3 0,1 2 0,-2-2 0,-1 1 0,-1 0 0,-1 0 0,0 0 0,-1-1 0,0 1-120,-4-1 1,1 0 0,1 0 119,-5 0 0,2 0 0,-1 0 0,-1 1 0,0-1 0,-2 0 0,1 1 0,-2-1 0,0 0-55,-3 1 0,2-1 0,-2 1 55,16-5 0,0 0 0,-6 2 0,-1 0 0,-3 0 0,-1 1 670,-2 1 0,0-1-670,1 0 0,1-2 429,1 1 1,-1-2-430,0 1 0,2-1 93,-1 1 0,2 0-93,-4 2 0,1 1 0,-3 2 0,0 0 0,0 1 0,2 1 0,-2 1 0,2-2 0,4 0 0,0 0 0,3-1 0,1 1 0,0 1 0,0-1 0,-1 2 0,-4 0 0,-2 3 0,-2-1 0,-5 1 0,0 1 0,-4 0 0,0 0 0,25 0 0,-7 0 0,-5 1 0,-6 2 0,-5 3 0,-5 2 0,-4 1 0,-4 0 0,-1 0 0,-5 1 0,1 3 0,0 0 0,-1 3 0,0 3 0,-2 3 0,1 0 0,0 3 0,1 0 0,-2 0 0,-1-1 0,-1-2 0,-3-5 0,0-1 0,-2 0 0,1 0 0,1 0 0,-3 1 0,0-5 0,-1 1 0,-2-4 0,0-2 0,-2-4 0,0-1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251 735 24575,'-5'-6'0,"-5"-4"0,-8-5 0,-9-14 0,-7-9 0,15 16 0,1-2 0,0-1 0,1-2 0,0 1 0,3 0 0,1-1 0,2 1 0,3 2 0,1 1 0,-2-18 0,5 6 0,3 6 0,1 5 0,0 1 0,0 4 0,3-1 0,4 0 0,3 1 0,3 1 0,-2 3 0,1 2 0,-1 2 0,-1 1 0,4 1 0,2 1 0,2-1 0,5-3 0,4 2 0,2 0 0,3 1 0,2 2 0,5 1 0,-6 2 0,1 2 0,6 0 0,6 1 0,8 1 0,-4-1 0,-6 1 0,-3 0 0,0 0 0,1 0 0,-5 3 0,-1 3 0,-4 3 0,-5 3 0,-4 3 0,-5 0 0,-3 1 0,-1 3 0,-1 3 0,0 2 0,0 3 0,-1 4 0,-5 0 0,-4 4 0,-1-2 0,-2-1 0,0-4 0,0-2 0,0-4 0,0-1 0,0-1 0,0-3 0,0-3 0,0-1 0,0-3 0,0-2 0,0 0 0,-3 0 0,0 4 0,-4 4 0,-3 2 0,3-1 0,-1-4 0,5-5 0,1-6 0,1-1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645 1 24575,'-12'0'0,"-3"0"0,-11 0 0,-8 0 0,-18 0 0,20-1 0,1 2 0,-3-1 0,0 1 0,1 1 0,0 0 0,-17 5 0,7 5 0,7 1 0,5 0 0,7 1 0,3 1 0,3 0 0,3-1 0,2 2 0,3 1 0,-1 1 0,1 1 0,2 1 0,0-1 0,2-5 0,3-1 0,2-2 0,1 1 0,0 3 0,2 4 0,4 3 0,6 0 0,5 1 0,5-3 0,4 1 0,1-4 0,1 0 0,2-3 0,2 2 0,2-2 0,2 1 0,-3-1 0,1-2 0,0-2 0,-3-2 0,3-4 0,-1-1 0,2-2 0,3 0 0,2-1 0,6 0 0,2-1 0,-1-3 0,-1-5 0,-4-2 0,-10 1 0,-8 3 0,-7 1 0,-2 1 0,0 0 0,0-1 0,-2 1 0,-1 0 0,1-1 0,-1 0 0,-2-1 0,-2 0 0,-1-1 0,-2 0 0,0-1 0,1 1 0,-3 2 0,-1 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110 997 24575,'23'0'0,"13"-2"0,10 1 0,9-1 0,3 0 0,-4 2 0,0 0 0,-3-4 0,-4-4 0,-3-6 0,-2-6 0,-2-2 0,-2-1 0,-2-1 0,-7 0 0,-1 2 0,-5 0 0,-2 1 0,-1-1 0,-4 2 0,-5 0 0,-4 0 0,-5 1 0,-2-6 0,0-3 0,0-5 0,-3-7 0,-5 0 0,-9-4 0,6 22 0,-1 0 0,-2-3 0,0 3 0,-3-2 0,1-1 0,-2 2 0,0-2 0,1 3 0,-3 0 0,1 0 0,-1 2 0,1 0 0,0 2 0,-21-14 0,-3 4 0,0 4 0,-3 3 0,1 4 0,-1 2 0,2 2 0,-2 5 0,4 4 0,6 3 0,12 1 0,8 0 0,6 0 0,5 0 0,-3 1 0,0 1 0,-2 5 0,-1 7 0,-4 5 0,-1 3 0,1 2 0,0-2 0,4-1 0,2 0 0,1 0 0,3-3 0,0-1 0,2-4 0,1-3 0,1-4 0,1-4 0,0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04:45:23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89 458 24575,'-7'-7'0,"-1"2"0,0-2 0,-2 0 0,2-1 0,-3 1 0,3 0 0,0-1 0,2-1 0,3 0 0,3 1 0,-1-1 0,-2 2 0,2-1 0,-1 1 0,0 0 0,0 1 0,2 0 0,-1-1 0,1 1 0,0-1 0,0 2 0,0 0 0,0-1 0,0 1 0,0-2 0,0 1 0,0 0 0,0 0 0,0-1 0,0 0 0,0 0 0,0 1 0,1-3 0,0 0 0,3-1 0,2 0 0,0 1 0,0-1 0,2 1 0,0 0 0,1 0 0,-1 1 0,0 0 0,-1 2 0,-2 0 0,1 1 0,0-2 0,-1 2 0,3-2 0,-1 0 0,5-2 0,1 0 0,2-1 0,0 1 0,-2 2 0,-2 1 0,1 3 0,0-1 0,-2 2 0,1-1 0,-3-1 0,1 2 0,0-1 0,-1 1 0,0 1 0,-1-1 0,-1 2 0,1-1 0,-1-2 0,0 1 0,0 1 0,3-1 0,-1 2 0,0 0 0,-1 0 0,4 0 0,-1 0 0,2 0 0,-1-1 0,-2-1 0,-1 1 0,-1 1 0,1 0 0,2 0 0,-2 0 0,2 0 0,-1 0 0,-1 0 0,2 0 0,2 0 0,2 0 0,3 0 0,0 0 0,-1 0 0,0 0 0,-3 0 0,0 1 0,-1 1 0,-1 0 0,1 2 0,-1-1 0,0 1 0,0 0 0,1-1 0,-1 1 0,-1-1 0,-4-2 0,0 3 0,2-1 0,-1 0 0,2 0 0,-3 0 0,0-2 0,0 5 0,0-2 0,-3 2 0,1 1 0,-1-2 0,1 1 0,0-1 0,-2 0 0,0 1 0,-1 1 0,1 1 0,-1 1 0,0 1 0,0 0 0,-1 1 0,0 1 0,0-2 0,0-1 0,0-1 0,0 1 0,0-1 0,0-1 0,0 1 0,0 0 0,0 0 0,-1 1 0,-1 0 0,-2-1 0,0 0 0,0 0 0,-1 0 0,2-1 0,-1-1 0,1 0 0,-3-2 0,3 2 0,0-3 0,0 3 0,-1-1 0,0-1 0,-1 2 0,0 0 0,0 1 0,-3 1 0,1-1 0,1 1 0,0-3 0,3-1 0,0-3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24575,'29'0'0,"12"0"0,19 0 0,18 4 0,-36-1 0,1 0 0,4 3 0,2-1 0,0 1 0,-1-1 0,0 0 0,0 1 0,-2-2 0,-1 1 0,-3-2 0,-2 0 0,38 5 0,-4 0 0,-6-1 0,-5 0 0,-6 1 0,-2-1 0,-6 1 0,-4-1 0,-8-1 0,-2-1 0,-2 2 0,-1 0 0,2 0 0,2 2 0,-2 1 0,1 0 0,0-1 0,0 3 0,0 0 0,-1-1 0,-4-1 0,-1 0 0,-1-1 0,-1 2 0,-1 0 0,-2 1 0,1-2 0,-1 0 0,-2-1 0,0 0 0,-3 0 0,-3-2 0,-3-1 0,-4-1 0,-4-2 0,-3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24575,'18'0'0,"9"7"0,16 14 0,9 16 0,2 17 0,-27-21 0,0 2 0,-3 1 0,-2 3 0,1 3 0,-3 3 0,0 3 0,-3 1 0,0 1 0,-1-1 0,0 2 0,-1-1 0,-3-3 0,1-1 0,-1-3 0,0-2 0,7 35 0,-5-3 0,-4-1 0,-3 5 0,-4 2 0,0-4 0,-3-5 0,0-8 0,0-3 0,0-3 0,0 3 0,-4 2 0,-5 1 0,-5-1 0,-3-3 0,1-3 0,1 2 0,2-2 0,-2 1 0,0-2 0,0-6 0,0-4 0,1-6 0,0-5 0,1-4 0,-1-4 0,1 0 0,-2 0 0,-1 1 0,-1 2 0,1-3 0,3-2 0,2-6 0,7-8 0,1-4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1 822 24575,'16'-17'0,"21"-19"0,-8 10 0,4-3 0,10-8 0,2-1 0,5-2 0,2-1 0,11-6 0,3 0 0,-20 14 0,1 1 0,-1 1 0,22-12 0,-1 2 0,-6 5 0,-2 5 0,-12 8 0,-2 3 0,-4 2 0,-1 4 0,0-1 0,0 1 0,0 1 0,0 1 0,1 1 0,1 2 0,0 0 0,2 0 0,-3 2 0,0 0 0,37-4 0,-10 0 0,-8 4 0,-2 2 0,-7 4 0,-1 1 0,-2 0 0,-1 0 0,2 0 0,0 0 0,1 0 0,2 0 0,-2 0 0,-5 0 0,-8 1 0,-12 1 0,-4 0 0,-7 2 0,-3-1 0,-2-1 0,1 0 0,5 1 0,6 6 0,1 3 0,1 1 0,-3-2 0,-6-3 0,-2 0 0,-6-4 0,-3-1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120 784 24575,'-10'-12'0,"0"3"0,-1-5 0,-3 3 0,3-1 0,-2 0 0,1-1 0,2-1 0,1-1 0,6-1 0,1 2 0,1 0 0,-1 1 0,0-1 0,-1 2 0,0 1 0,1 1 0,1-1 0,0-1 0,1 1 0,0 0 0,0 2 0,0 1 0,0-1 0,0-2 0,0 1 0,0-1 0,0 1 0,0-2 0,0 1 0,0-1 0,0 1 0,0-1 0,1-2 0,1-3 0,4 1 0,1 0 0,1 0 0,1-1 0,1 1 0,1 0 0,2 1 0,-2 1 0,-1 1 0,-1 3 0,-1 0 0,-1 0 0,1-1 0,0 2 0,1-3 0,2 0 0,5-3 0,3-2 0,1 1 0,-1 2 0,-1 1 0,-3 4 0,1 3 0,0 0 0,-1 2 0,-2-2 0,-1 0 0,0 2 0,0-1 0,-1 2 0,0 0 0,-2 1 0,0 1 0,-1-2 0,0 0 0,1 0 0,0 0 0,2 1 0,0 2 0,-1-1 0,2 1 0,0 0 0,3 0 0,1-1 0,-2-1 0,-1-1 0,-2 2 0,-2 1 0,3 0 0,0 0 0,0 0 0,2 0 0,-2 0 0,-1 0 0,2 0 0,3 0 0,4 0 0,2 0 0,1 0 0,-1 0 0,-1 0 0,-3 0 0,0 1 0,-3 2 0,1 3 0,0 0 0,-1-1 0,1 2 0,-1-1 0,1 0 0,-2 0 0,-1-2 0,-4 0 0,0 2 0,2-1 0,-3 0 0,3 0 0,-2-1 0,0 1 0,-1 2 0,-1 1 0,-2 3 0,0 0 0,1-1 0,-2 0 0,1-2 0,-1 1 0,-2 0 0,0 3 0,0 3 0,0 0 0,0 2 0,-1 1 0,-1 1 0,0 0 0,0-2 0,0-1 0,0-2 0,0 0 0,0 0 0,0-2 0,0 2 0,0 0 0,0 0 0,-1 2 0,-3-2 0,-1 0 0,-1 0 0,1 0 0,-1-1 0,1-1 0,-1-1 0,1-2 0,0 0 0,0-1 0,0-1 0,0 2 0,0 0 0,-1-1 0,1 1 0,-1 3 0,-3-1 0,0 2 0,-1-1 0,1 0 0,2-1 0,2-5 0,2-3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0 24575,'-13'0'0,"-2"0"0,-1 0 0,-1 0 0,-1 0 0,2 0 0,-3 0 0,-3 0 0,2 0 0,7 0 0,5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24575,'7'0'0,"2"0"0,1 0 0,2 0 0,0 0 0,1 1 0,1 1 0,-1 0 0,-2 0 0,-1 1 0,-1-2 0,0 2 0,1-1 0,1 1 0,1 0 0,1 0 0,1 0 0,0-1 0,0 0 0,0 0 0,0 0 0,-1-1 0,0 2 0,2 0 0,-2 0 0,1 0 0,-1 0 0,1 0 0,1-1 0,-2 0 0,1 1 0,0-1 0,0 1 0,-1 1 0,0 0 0,2-1 0,-2 1 0,1 0 0,0 0 0,-2-2 0,-2 2 0,-1-2 0,-2 0 0,1 1 0,2-1 0,1 1 0,2 0 0,0-1 0,-2-1 0,0 2 0,-1-2 0,0 3 0,1-1 0,-1 1 0,0-1 0,1-1 0,1 2 0,1-3 0,3 3 0,2 0 0,2 0 0,1 1 0,-1 0 0,0 0 0,-1-1 0,-1 2 0,0 0 0,0 0 0,1-2 0,0 1 0,-3-1 0,0 1 0,-2-2 0,1 0 0,2 2 0,-1-1 0,0 1 0,-1-1 0,1-1 0,0 2 0,0-2 0,-2 1 0,-1 0 0,-1 0 0,0 0 0,-1 2 0,2-1 0,2 1 0,-3-2 0,-1 1 0,1 2 0,1 0 0,0-1 0,0 0 0,-1-1 0,0 0 0,-2 1 0,2-1 0,0 1 0,0-1 0,0 0 0,-2-1 0,0 1 0,-2-1 0,1-1 0,1 1 0,2 1 0,-1 0 0,3 1 0,1 0 0,-2-1 0,0 0 0,-1-2 0,-4-1 0,-2 0 0,-3-1 0,-1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159 263 24575,'0'-6'0,"0"-1"0,0 1 0,-1-3 0,0-1 0,-3-4 0,-1-3 0,1 0 0,-1-1 0,2 6 0,0 0 0,1 1 0,-1 1 0,1-1 0,1 1 0,1 0 0,0 0 0,0 2 0,0-2 0,0 1 0,-1 2 0,-2 3 0,0-2 0,0 0 0,-1-3 0,-1 1 0,-2 3 0,-1 5 0,-1 4 0,-4 9 0,-4 6 0,-1 5 0,3-2 0,5-5 0,5-1 0,3-2 0,2-1 0,0-5 0,-1-2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1805 90 24575,'-8'0'0,"1"-4"0,1 0 0,-2-2 0,-2 0 0,-2 1 0,-4-3 0,-2 1 0,0 1 0,-2 0 0,0 0 0,0 3 0,-1-2 0,0 1 0,0 2 0,3-1 0,0 0 0,-1 2 0,-1-2 0,-2 2 0,-2-1 0,-1-1 0,-1 2 0,-3 1 0,0 0 0,0 0 0,1 0 0,3 0 0,2 0 0,2 0 0,3 0 0,0 0 0,1 0 0,-3 0 0,-3 0 0,2 0 0,1 0 0,-2 0 0,0 0 0,-2 1 0,2 2 0,0 0 0,2 0 0,2 0 0,2 0 0,3-2 0,1 1 0,2 2 0,-1 0 0,-3 2 0,-1 1 0,-2 2 0,-1-1 0,1 0 0,-1 0 0,1 1 0,1 1 0,2 0 0,2 1 0,-1-1 0,3-1 0,1 0 0,2-4 0,0 1 0,0-2 0,-1 2 0,-2 2 0,0 1 0,-3 2 0,-1-1 0,1 2 0,-3-1 0,-2 1 0,-1 0 0,-1 0 0,0 2 0,0-1 0,0-1 0,2 0 0,-1-1 0,4 1 0,-1 0 0,-1 2 0,1 0 0,-1 1 0,2-1 0,3 0 0,0 1 0,-1-1 0,2 1 0,-1-1 0,1 0 0,-2 0 0,0 0 0,-3 1 0,1 2 0,1-1 0,-2 1 0,0 1 0,-1-1 0,1 0 0,3-1 0,0-4 0,4 0 0,2-4 0,0-2 0,1 0 0,-1 0 0,-2 1 0,-1 2 0,0-1 0,1-2 0,3-3 0,4-5 0,-5-7 0,6 3 0,-5-3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1 228 24575,'0'-9'0,"0"1"0,0 1 0,1-3 0,2 0 0,2-1 0,2-3 0,-1-1 0,1-2 0,-1 2 0,2-1 0,-3-1 0,1 3 0,-4-1 0,1 4 0,0 1 0,-1 1 0,-1 2 0,1 0 0,-2 4 0,1 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24575,'10'0'0,"0"0"0,-3 1 0,0 1 0,-1-1 0,0 1 0,7 2 0,4 1 0,3 2 0,-2 2 0,-5-3 0,-3-1 0,0-2 0,1-2 0,0 4 0,3 0 0,2 1 0,0 1 0,-3-4 0,-4-1 0,-6-1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1833 24575,'3'-23'0,"2"-10"0,6-8 0,4-5 0,1 0 0,-1 0 0,-1 0 0,-1-1 0,-3 2 0,-2 5 0,-3 6 0,-2 8 0,0 5 0,-2 6 0,3 2 0,-3 1 0,3-1 0,-1-1 0,-1-1 0,3-2 0,-1-3 0,1-3 0,1-3 0,0-3 0,-2-1 0,2 0 0,-2 0 0,-2 3 0,2 1 0,-2 0 0,0 3 0,-1-2 0,1-3 0,0-2 0,-1-1 0,-1 1 0,0 0 0,0 3 0,0 1 0,0-1 0,0 1 0,0 0 0,0 2 0,0-2 0,0 2 0,0-2 0,0 1 0,0 1 0,0-1 0,-1 1 0,-3 1 0,0 0 0,-1 0 0,0 0 0,-3-1 0,-1 0 0,0 0 0,-2-2 0,-1 1 0,-2 0 0,-3 0 0,0 1 0,1 2 0,3 3 0,2 4 0,1 4 0,0 0 0,0 2 0,0 1 0,-1-1 0,-1 2 0,0-2 0,0 1 0,0 0 0,2 0 0,-1 2 0,2 1 0,3 3 0,3 5 0,2 4 0,1 8 0,0 4 0,0 4 0,0-1 0,0-2 0,0-3 0,0-3 0,0-1 0,0-1 0,0-1 0,0-3 0,0 1 0,1 1 0,-1-4 0,2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24575,'12'0'0,"1"0"0,0 0 0,3 0 0,2 0 0,3 0 0,-3 0 0,-3 0 0,-6 0 0,1 0 0,4 0 0,3 0 0,1 0 0,-3 0 0,-4 0 0,-5 0 0,-3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1 507 24575,'1'-9'0,"3"-1"0,1 0 0,4-3 0,0-4 0,3-4 0,0-2 0,-2 0 0,-1 2 0,-1 4 0,0 1 0,2-3 0,0 2 0,1-1 0,1-1 0,-1 3 0,1-1 0,-1 4 0,-2 1 0,0 1 0,-1 2 0,0 0 0,0 0 0,0 0 0,2 0 0,0-2 0,1 0 0,1-1 0,-1 2 0,-1 1 0,-1 3 0,-2 0 0,2 1 0,1-2 0,3 2 0,0-1 0,0 0 0,1 0 0,0 0 0,0 1 0,2 0 0,2-1 0,0 1 0,2-1 0,-2 3 0,-2 0 0,0 2 0,0 1 0,3 0 0,3 0 0,0 0 0,2 0 0,-3 0 0,-1 0 0,-2 0 0,0 0 0,1 0 0,0 0 0,5 1 0,1 2 0,3 3 0,3 3 0,2 2 0,2 1 0,1 0 0,-2-2 0,-2 1 0,-1-1 0,-2 0 0,-5-1 0,-3-2 0,-3-1 0,-2 0 0,0 0 0,-1 2 0,3 1 0,1 0 0,3 3 0,0 1 0,2 1 0,1 1 0,-2-1 0,-4 1 0,-3-1 0,-3-2 0,1 0 0,-1-2 0,-1 2 0,-3-1 0,-2 1 0,-1-2 0,-2 1 0,2 2 0,-1-3 0,0 3 0,1-1 0,1 2 0,-1 2 0,0 0 0,-1 1 0,-1-2 0,-3-3 0,0-2 0,-1-1 0,0-1 0,0 2 0,0 2 0,0 7 0,0 1 0,0 0 0,0-8 0,0-7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88 210 24575,'0'-9'0,"-2"1"0,1-2 0,-2-2 0,-2-1 0,0-3 0,-2-1 0,0 1 0,0 3 0,1 3 0,1 2 0,0 1 0,1 0 0,0-1 0,1-1 0,1 1 0,1 1 0,0 0 0,1 1 0,-1 0 0,-1 1 0,-3 0 0,0 3 0,2 2 0,0 4 0,2 8 0,1 7 0,0 4 0,0-1 0,0-9 0,0-7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24575,'0'-10'0,"0"-1"0,0 1 0,1-1 0,2 1 0,0-2 0,2-1 0,0 2 0,-1-1 0,0 3 0,-2 0 0,0 0 0,0-1 0,-1-1 0,-1 1 0,0 1 0,0 2 0,0 1 0,0-1 0,-2-1 0,-1-1 0,-1-1 0,-1 2 0,1 1 0,0-1 0,2 3 0,-1 0 0,2 2 0,1 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24575,'29'0'0,"12"0"0,19 0 0,18 4 0,-36-1 0,1 0 0,4 3 0,2-1 0,0 1 0,-1-1 0,0 0 0,0 1 0,-2-2 0,-1 1 0,-3-2 0,-2 0 0,38 5 0,-4 0 0,-6-1 0,-5 0 0,-6 1 0,-2-1 0,-6 1 0,-4-1 0,-8-1 0,-2-1 0,-2 2 0,-1 0 0,2 0 0,2 2 0,-2 1 0,1 0 0,0-1 0,0 3 0,0 0 0,-1-1 0,-4-1 0,-1 0 0,-1-1 0,-1 2 0,-1 0 0,-2 1 0,1-2 0,-1 0 0,-2-1 0,0 0 0,-3 0 0,-3-2 0,-3-1 0,-4-1 0,-4-2 0,-3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24575,'18'0'0,"9"7"0,16 14 0,9 16 0,2 17 0,-27-21 0,0 2 0,-3 1 0,-2 3 0,1 3 0,-3 3 0,0 3 0,-3 1 0,0 1 0,-1-1 0,0 2 0,-1-1 0,-3-3 0,1-1 0,-1-3 0,0-2 0,7 35 0,-5-3 0,-4-1 0,-3 5 0,-4 2 0,0-4 0,-3-5 0,0-8 0,0-3 0,0-3 0,0 3 0,-4 2 0,-5 1 0,-5-1 0,-3-3 0,1-3 0,1 2 0,2-2 0,-2 1 0,0-2 0,0-6 0,0-4 0,1-6 0,0-5 0,1-4 0,-1-4 0,1 0 0,-2 0 0,-1 1 0,-1 2 0,1-3 0,3-2 0,2-6 0,7-8 0,1-4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1 822 24575,'16'-17'0,"21"-19"0,-8 10 0,4-3 0,10-8 0,2-1 0,5-2 0,2-1 0,11-6 0,3 0 0,-20 14 0,1 1 0,-1 1 0,22-12 0,-1 2 0,-6 5 0,-2 5 0,-12 8 0,-2 3 0,-4 2 0,-1 4 0,0-1 0,0 1 0,0 1 0,0 1 0,1 1 0,1 2 0,0 0 0,2 0 0,-3 2 0,0 0 0,37-4 0,-10 0 0,-8 4 0,-2 2 0,-7 4 0,-1 1 0,-2 0 0,-1 0 0,2 0 0,0 0 0,1 0 0,2 0 0,-2 0 0,-5 0 0,-8 1 0,-12 1 0,-4 0 0,-7 2 0,-3-1 0,-2-1 0,1 0 0,5 1 0,6 6 0,1 3 0,1 1 0,-3-2 0,-6-3 0,-2 0 0,-6-4 0,-3-1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120 784 24575,'-10'-12'0,"0"3"0,-1-5 0,-3 3 0,3-1 0,-2 0 0,1-1 0,2-1 0,1-1 0,6-1 0,1 2 0,1 0 0,-1 1 0,0-1 0,-1 2 0,0 1 0,1 1 0,1-1 0,0-1 0,1 1 0,0 0 0,0 2 0,0 1 0,0-1 0,0-2 0,0 1 0,0-1 0,0 1 0,0-2 0,0 1 0,0-1 0,0 1 0,0-1 0,1-2 0,1-3 0,4 1 0,1 0 0,1 0 0,1-1 0,1 1 0,1 0 0,2 1 0,-2 1 0,-1 1 0,-1 3 0,-1 0 0,-1 0 0,1-1 0,0 2 0,1-3 0,2 0 0,5-3 0,3-2 0,1 1 0,-1 2 0,-1 1 0,-3 4 0,1 3 0,0 0 0,-1 2 0,-2-2 0,-1 0 0,0 2 0,0-1 0,-1 2 0,0 0 0,-2 1 0,0 1 0,-1-2 0,0 0 0,1 0 0,0 0 0,2 1 0,0 2 0,-1-1 0,2 1 0,0 0 0,3 0 0,1-1 0,-2-1 0,-1-1 0,-2 2 0,-2 1 0,3 0 0,0 0 0,0 0 0,2 0 0,-2 0 0,-1 0 0,2 0 0,3 0 0,4 0 0,2 0 0,1 0 0,-1 0 0,-1 0 0,-3 0 0,0 1 0,-3 2 0,1 3 0,0 0 0,-1-1 0,1 2 0,-1-1 0,1 0 0,-2 0 0,-1-2 0,-4 0 0,0 2 0,2-1 0,-3 0 0,3 0 0,-2-1 0,0 1 0,-1 2 0,-1 1 0,-2 3 0,0 0 0,1-1 0,-2 0 0,1-2 0,-1 1 0,-2 0 0,0 3 0,0 3 0,0 0 0,0 2 0,-1 1 0,-1 1 0,0 0 0,0-2 0,0-1 0,0-2 0,0 0 0,0 0 0,0-2 0,0 2 0,0 0 0,0 0 0,-1 2 0,-3-2 0,-1 0 0,-1 0 0,1 0 0,-1-1 0,1-1 0,-1-1 0,1-2 0,0 0 0,0-1 0,0-1 0,0 2 0,0 0 0,-1-1 0,1 1 0,-1 3 0,-3-1 0,0 2 0,-1-1 0,1 0 0,2-1 0,2-5 0,2-3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177 0 24575,'-13'0'0,"-2"0"0,-1 0 0,-1 0 0,-1 0 0,2 0 0,-3 0 0,-3 0 0,2 0 0,7 0 0,5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24575,'7'0'0,"2"0"0,1 0 0,2 0 0,0 0 0,1 1 0,1 1 0,-1 0 0,-2 0 0,-1 1 0,-1-2 0,0 2 0,1-1 0,1 1 0,1 0 0,1 0 0,1 0 0,0-1 0,0 0 0,0 0 0,0 0 0,-1-1 0,0 2 0,2 0 0,-2 0 0,1 0 0,-1 0 0,1 0 0,1-1 0,-2 0 0,1 1 0,0-1 0,0 1 0,-1 1 0,0 0 0,2-1 0,-2 1 0,1 0 0,0 0 0,-2-2 0,-2 2 0,-1-2 0,-2 0 0,1 1 0,2-1 0,1 1 0,2 0 0,0-1 0,-2-1 0,0 2 0,-1-2 0,0 3 0,1-1 0,-1 1 0,0-1 0,1-1 0,1 2 0,1-3 0,3 3 0,2 0 0,2 0 0,1 1 0,-1 0 0,0 0 0,-1-1 0,-1 2 0,0 0 0,0 0 0,1-2 0,0 1 0,-3-1 0,0 1 0,-2-2 0,1 0 0,2 2 0,-1-1 0,0 1 0,-1-1 0,1-1 0,0 2 0,0-2 0,-2 1 0,-1 0 0,-1 0 0,0 0 0,-1 2 0,2-1 0,2 1 0,-3-2 0,-1 1 0,1 2 0,1 0 0,0-1 0,0 0 0,-1-1 0,0 0 0,-2 1 0,2-1 0,0 1 0,0-1 0,0 0 0,-2-1 0,0 1 0,-2-1 0,1-1 0,1 1 0,2 1 0,-1 0 0,3 1 0,1 0 0,-2-1 0,0 0 0,-1-2 0,-4-1 0,-2 0 0,-3-1 0,-1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159 263 24575,'0'-6'0,"0"-1"0,0 1 0,-1-3 0,0-1 0,-3-4 0,-1-3 0,1 0 0,-1-1 0,2 6 0,0 0 0,1 1 0,-1 1 0,1-1 0,1 1 0,1 0 0,0 0 0,0 2 0,0-2 0,0 1 0,-1 2 0,-2 3 0,0-2 0,0 0 0,-1-3 0,-1 1 0,-2 3 0,-1 5 0,-1 4 0,-4 9 0,-4 6 0,-1 5 0,3-2 0,5-5 0,5-1 0,3-2 0,2-1 0,0-5 0,-1-2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1805 90 24575,'-8'0'0,"1"-4"0,1 0 0,-2-2 0,-2 0 0,-2 1 0,-4-3 0,-2 1 0,0 1 0,-2 0 0,0 0 0,0 3 0,-1-2 0,0 1 0,0 2 0,3-1 0,0 0 0,-1 2 0,-1-2 0,-2 2 0,-2-1 0,-1-1 0,-1 2 0,-3 1 0,0 0 0,0 0 0,1 0 0,3 0 0,2 0 0,2 0 0,3 0 0,0 0 0,1 0 0,-3 0 0,-3 0 0,2 0 0,1 0 0,-2 0 0,0 0 0,-2 1 0,2 2 0,0 0 0,2 0 0,2 0 0,2 0 0,3-2 0,1 1 0,2 2 0,-1 0 0,-3 2 0,-1 1 0,-2 2 0,-1-1 0,1 0 0,-1 0 0,1 1 0,1 1 0,2 0 0,2 1 0,-1-1 0,3-1 0,1 0 0,2-4 0,0 1 0,0-2 0,-1 2 0,-2 2 0,0 1 0,-3 2 0,-1-1 0,1 2 0,-3-1 0,-2 1 0,-1 0 0,-1 0 0,0 2 0,0-1 0,0-1 0,2 0 0,-1-1 0,4 1 0,-1 0 0,-1 2 0,1 0 0,-1 1 0,2-1 0,3 0 0,0 1 0,-1-1 0,2 1 0,-1-1 0,1 0 0,-2 0 0,0 0 0,-3 1 0,1 2 0,1-1 0,-2 1 0,0 1 0,-1-1 0,1 0 0,3-1 0,0-4 0,4 0 0,2-4 0,0-2 0,1 0 0,-1 0 0,-2 1 0,-1 2 0,0-1 0,1-2 0,3-3 0,4-5 0,-5-7 0,6 3 0,-5-3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1 228 24575,'0'-9'0,"0"1"0,0 1 0,1-3 0,2 0 0,2-1 0,2-3 0,-1-1 0,1-2 0,-1 2 0,2-1 0,-3-1 0,1 3 0,-4-1 0,1 4 0,0 1 0,-1 1 0,-1 2 0,1 0 0,-2 4 0,1 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24575,'10'0'0,"0"0"0,-3 1 0,0 1 0,-1-1 0,0 1 0,7 2 0,4 1 0,3 2 0,-2 2 0,-5-3 0,-3-1 0,0-2 0,1-2 0,0 4 0,3 0 0,2 1 0,0 1 0,-3-4 0,-4-1 0,-6-1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24575,'0'0'0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 1833 24575,'3'-23'0,"2"-10"0,6-8 0,4-5 0,1 0 0,-1 0 0,-1 0 0,-1-1 0,-3 2 0,-2 5 0,-3 6 0,-2 8 0,0 5 0,-2 6 0,3 2 0,-3 1 0,3-1 0,-1-1 0,-1-1 0,3-2 0,-1-3 0,1-3 0,1-3 0,0-3 0,-2-1 0,2 0 0,-2 0 0,-2 3 0,2 1 0,-2 0 0,0 3 0,-1-2 0,1-3 0,0-2 0,-1-1 0,-1 1 0,0 0 0,0 3 0,0 1 0,0-1 0,0 1 0,0 0 0,0 2 0,0-2 0,0 2 0,0-2 0,0 1 0,0 1 0,0-1 0,-1 1 0,-3 1 0,0 0 0,-1 0 0,0 0 0,-3-1 0,-1 0 0,0 0 0,-2-2 0,-1 1 0,-2 0 0,-3 0 0,0 1 0,1 2 0,3 3 0,2 4 0,1 4 0,0 0 0,0 2 0,0 1 0,-1-1 0,-1 2 0,0-2 0,0 1 0,0 0 0,2 0 0,-1 2 0,2 1 0,3 3 0,3 5 0,2 4 0,1 8 0,0 4 0,0 4 0,0-1 0,0-2 0,0-3 0,0-3 0,0-1 0,0-1 0,0-1 0,0-3 0,0 1 0,1 1 0,-1-4 0,2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24575,'12'0'0,"1"0"0,0 0 0,3 0 0,2 0 0,3 0 0,-3 0 0,-3 0 0,-6 0 0,1 0 0,4 0 0,3 0 0,1 0 0,-3 0 0,-4 0 0,-5 0 0,-3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1 507 24575,'1'-9'0,"3"-1"0,1 0 0,4-3 0,0-4 0,3-4 0,0-2 0,-2 0 0,-1 2 0,-1 4 0,0 1 0,2-3 0,0 2 0,1-1 0,1-1 0,-1 3 0,1-1 0,-1 4 0,-2 1 0,0 1 0,-1 2 0,0 0 0,0 0 0,0 0 0,2 0 0,0-2 0,1 0 0,1-1 0,-1 2 0,-1 1 0,-1 3 0,-2 0 0,2 1 0,1-2 0,3 2 0,0-1 0,0 0 0,1 0 0,0 0 0,0 1 0,2 0 0,2-1 0,0 1 0,2-1 0,-2 3 0,-2 0 0,0 2 0,0 1 0,3 0 0,3 0 0,0 0 0,2 0 0,-3 0 0,-1 0 0,-2 0 0,0 0 0,1 0 0,0 0 0,5 1 0,1 2 0,3 3 0,3 3 0,2 2 0,2 1 0,1 0 0,-2-2 0,-2 1 0,-1-1 0,-2 0 0,-5-1 0,-3-2 0,-3-1 0,-2 0 0,0 0 0,-1 2 0,3 1 0,1 0 0,3 3 0,0 1 0,2 1 0,1 1 0,-2-1 0,-4 1 0,-3-1 0,-3-2 0,1 0 0,-1-2 0,-1 2 0,-3-1 0,-2 1 0,-1-2 0,-2 1 0,2 2 0,-1-3 0,0 3 0,1-1 0,1 2 0,-1 2 0,0 0 0,-1 1 0,-1-2 0,-3-3 0,0-2 0,-1-1 0,0-1 0,0 2 0,0 2 0,0 7 0,0 1 0,0 0 0,0-8 0,0-7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88 210 24575,'0'-9'0,"-2"1"0,1-2 0,-2-2 0,-2-1 0,0-3 0,-2-1 0,0 1 0,0 3 0,1 3 0,1 2 0,0 1 0,1 0 0,0-1 0,1-1 0,1 1 0,1 1 0,0 0 0,1 1 0,-1 0 0,-1 1 0,-3 0 0,0 3 0,2 2 0,0 4 0,2 8 0,1 7 0,0 4 0,0-1 0,0-9 0,0-7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13:38:20.24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1 251 24575,'0'-10'0,"0"-1"0,0 1 0,1-1 0,2 1 0,0-2 0,2-1 0,0 2 0,-1-1 0,0 3 0,-2 0 0,0 0 0,0-1 0,-1-1 0,-1 1 0,0 1 0,0 2 0,0 1 0,0-1 0,-2-1 0,-1-1 0,-1-1 0,-1 2 0,1 1 0,0-1 0,2 3 0,-1 0 0,2 2 0,1 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2:31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1 261 24575,'20'-5'0,"11"-6"0,16-8 0,11-9 0,-2 0 0,-1 3 0,-4 4 0,-3 4 0,7-1 0,-2 1 0,1 2 0,-7 2 0,-10 5 0,-6 3 0,-4 1 0,1 0 0,-3-1 0,2 1 0,-1 1 0,-1 2 0,0 1 0,-1 0 0,1 0 0,2-2 0,5-1 0,2 0 0,3 1 0,0 2 0,-3 0 0,-1 0 0,-3 0 0,4 0 0,2 0 0,7 0 0,4 0 0,1 0 0,1 0 0,-5 0 0,-3 0 0,-4 0 0,-3 2 0,-2 1 0,-3 4 0,-2 1 0,-2 0 0,0 1 0,0-1 0,-3-2 0,-4 0 0,-4-2 0,-3 0 0,-3 0 0,-1 0 0,1 1 0,1 0 0,1 2 0,2 0 0,2 2 0,2-1 0,-1 1 0,2 1 0,0 1 0,-1 2 0,6 1 0,0 1 0,0-1 0,-2-3 0,-5 0 0,-2-3 0,-4-2 0,2 0 0,-1-2 0,2 3 0,0-2 0,-2 1 0,0-2 0,-3 1 0,-2 0 0,2 0 0,0 1 0,0-1 0,2 1 0,-2 0 0,0-1 0,0 0 0,0-1 0,1 1 0,-3-3 0,-1 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2:40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2924 24575,'6'-13'0,"10"-5"0,19-15 0,21-14 0,-11 10 0,2-2 0,6-6 0,0-1 0,-2 2 0,-1-1 0,-3 3 0,-4 2 0,20-23 0,-7 5 0,-4-1 0,-5 3 0,-6 4 0,-3 0 0,-3 2 0,-6 2 0,-2-2 0,-5 5 0,-1 1 0,1-1 0,-3-3 0,0-2 0,0-2 0,1-1 0,1 4 0,0-2 0,-2 1 0,0-3 0,0-3 0,1 0 0,2 2 0,0-1 0,0 0 0,0 0 0,3-5 0,3-2 0,4-5 0,5-3 0,0 2 0,1-2 0,-1 1 0,-3-1 0,-2-1 0,-2 4 0,1 2 0,-1 5 0,2 7 0,1 3 0,-2 8 0,0 5 0,0 3 0,3 0 0,-4 6 0,-7 8 0,-7 11 0,-5 9 0,0 0 0,3-1 0,3-1 0,0-1 0,2 1 0,-1 0 0,-1 2 0,0 0 0,-1 0 0,-1 4 0,0 3 0,-3 1 0,-3 0 0,-2-1 0,-3-1 0,-2 3 0,1 4 0,-1 2 0,2 6 0,1 1 0,-2-4 0,1-4 0,-1-6 0,-1-1 0,0 4 0,-2 4 0,2 6 0,1 3 0,1-3 0,1-7 0,1-9 0,0-3 0,5-2 0,3 0 0,1 0 0,-6 0 0,-4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2:58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1 282 24575,'20'0'0,"17"-1"0,21-5 0,23-7 0,13-8 0,-36 8 0,2 0 0,1 1 0,2 1 0,-2 1 0,0 1 0,-2 3 0,-2 0 0,41-5 0,-4-2 0,-10 1 0,-6-2 0,-9 2 0,-6 2 0,-5-1 0,-4-1 0,-3 0 0,-3-1 0,-3 1 0,-5 3 0,-3 1 0,-4 2 0,-5 3 0,-4 1 0,-5 2 0,-7 0 0,0 0 0,6 0 0,11 0 0,12 0 0,8 0 0,2 0 0,-5 0 0,-3 2 0,-8 1 0,-4 2 0,-5 2 0,-3-1 0,-2 0 0,-1 1 0,-1-1 0,0 1 0,0 2 0,2 0 0,1 3 0,1 1 0,-2-2 0,-2 1 0,0-5 0,-3-1 0,-6-1 0,-10-3 0,-9 0 0,-6-2 0,-5 0 0,1 0 0,6 0 0,4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3:03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2490 24575,'7'-20'0,"12"-6"0,14-7 0,13-7 0,-2 0 0,3 1 0,-5 2 0,-1 0 0,-1-2 0,-5 2 0,2-1 0,-2 0 0,2-2 0,-1 0 0,-1 1 0,-1-1 0,-1 0 0,-1 0 0,-2 1 0,0-1 0,-2 2 0,-3-1 0,-2 2 0,-3 0 0,1 1 0,1-1 0,2 0 0,0 0 0,0-2 0,-1 1 0,1-1 0,1-4 0,1-2 0,1-4 0,2-2 0,0 1 0,1-2 0,-3 6 0,-1 2 0,3 1 0,0 0 0,4-4 0,2-3 0,2-2 0,-1 3 0,0 1 0,-2 2 0,1 4 0,-1 2 0,3 1 0,-1 2 0,-1 2 0,1 1 0,-1 3 0,3 1 0,0 1 0,0 3 0,-3 2 0,-3 4 0,-4 2 0,-3 3 0,-1 2 0,1 1 0,2 2 0,-1 0 0,2 0 0,2 0 0,2-1 0,3 1 0,-3 1 0,-4 2 0,-5 2 0,-2 0 0,-2 0 0,0-2 0,2-1 0,1-1 0,1 1 0,-2 3 0,-5 3 0,-6 2 0,-8 0 0,-10 0 0,-6 2 0,-4 3 0,-5 2 0,3 0 0,6-2 0,6-3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3:16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3348 24575,'0'-12'0,"3"-4"0,7-8 0,8-3 0,17-9 0,9-2 0,2-2 0,-2 1 0,-10 10 0,-3 1 0,0 3 0,-4 0 0,1 0 0,-3 0 0,-1 0 0,1 3 0,-3 0 0,0 1 0,-3 2 0,1-3 0,-1 0 0,1-1 0,-1-1 0,1 0 0,-1-1 0,1-3 0,1-1 0,2-3 0,2-3 0,1-3 0,1 1 0,-2-1 0,0 1 0,0 2 0,2-1 0,2-1 0,2-1 0,-3 0 0,0 1 0,-3 2 0,-2 0 0,0 2 0,-1 1 0,1 1 0,0 1 0,-1 0 0,-2 1 0,0 2 0,0-1 0,0 0 0,0-2 0,-2 0 0,-1-1 0,-1 2 0,-3 1 0,0 1 0,-3 0 0,1-1 0,-1-3 0,0-2 0,0-5 0,1-8 0,0-7 0,4-6 0,-1-4 0,1 1 0,5-1 0,0 1 0,3 2 0,-1-2 0,1 1 0,-1 1 0,1 3 0,-2 8 0,0 4 0,-3 4 0,-4 1 0,-2 0 0,-3-1 0,1 2 0,2 0 0,-2 3 0,0 5 0,-1 2 0,0 6 0,2 1 0,3 3 0,3 0 0,2-1 0,1 1 0,-1 2 0,0 0 0,1 1 0,2 0 0,0-1 0,5-2 0,4-2 0,4-3 0,4 0 0,0 2 0,-1 1 0,-5 3 0,-6 4 0,-6 3 0,-2 3 0,0 4 0,-4 2 0,-3 2 0,0 0 0,-4-2 0,-1 0 0,1 0 0,-3-2 0,-1 3 0,-1-2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3:24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3844 24575,'17'-3'0,"8"-5"0,12-11 0,6-9 0,20-19 0,7-8 0,2-7 0,0-3 0,-16 8 0,-2-3 0,-2 0 0,-2-2 0,1 0 0,-3 0 0,-2 0 0,-3-1 0,-2-4 0,1-1 0,1-2 0,3 3 0,-3 1 0,-4 5 0,-5 5 0,-7 3 0,-3 7 0,-2-2 0,-2 2 0,-3 0 0,-1 1 0,0-1 0,0 2 0,2 1 0,-2 4 0,-1 7 0,0 5 0,-6 7 0,0 3 0,-5 1 0,2-2 0,1-6 0,1-2 0,3-5 0,0-2 0,1 1 0,0 1 0,-2 1 0,-1-1 0,4 0 0,0-2 0,0-4 0,2-5 0,0-3 0,1-4 0,1-3 0,-3-2 0,3-7 0,3-7 0,6-5 0,5-5 0,-5 7 0,-7 10 0,-9 9 0,-3 16 0,0 4 0,7 1 0,5-1 0,2-4 0,-1 2 0,-2 5 0,-7 6 0,-2 1 0,-2 2 0,0 0 0,3 1 0,0 0 0,-1 3 0,1 1 0,-2 3 0,0 1 0,0-1 0,0 0 0,0-1 0,2-1 0,-3 2 0,0 1 0,-1 2 0,-4 3 0,2 1 0,-1-3 0,1 0 0,0-2 0,0-2 0,0 0 0,1 0 0,1 1 0,-1-1 0,2 0 0,0-2 0,1-2 0,2 1 0,-1-2 0,1 0 0,0 1 0,0-1 0,-1 1 0,-1 2 0,-3 3 0,-2 0 0,1 0 0,-1 0 0,2 0 0,-1 2 0,0 2 0,1 1 0,-1-1 0,5-2 0,3-2 0,2 1 0,-3 2 0,-6 0 0,-3 1 0,3-2 0,1-1 0,1 2 0,2 0 0,-2-1 0,2 0 0,2 1 0,-3-1 0,0 3 0,0-1 0,1-2 0,2 3 0,-3 0 0,-4 4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7T20:03:25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3:17:45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24575,'18'-16'0,"26"-20"0,-9 12 0,2-5 0,13-6 0,2-3 0,7-1 0,1 0 0,16-7 0,1 0 0,-25 13 0,3 2 0,1 1 0,22-11 0,0 2 0,-6 3 0,-4 7 0,-14 6 0,1 4 0,-8 1 0,0 3 0,-1 2 0,2 0 0,-3 1 0,2-2 0,2 5 0,0 0 0,-1 1 0,4-1 0,-5 3 0,2-2 0,43-4 0,-13 3 0,-9 2 0,-3 2 0,-6 4 0,-4 1 0,0 0 0,-2 0 0,2 0 0,0 0 0,2 0 0,1 0 0,-1 0 0,-7 0 0,-9 1 0,-12 1 0,-8-1 0,-8 4 0,-1-2 0,-3-2 0,1 2 0,6 0 0,6 5 0,1 4 0,2 1 0,-4-3 0,-6-2 0,-3-1 0,-8-2 0,-1-4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3:17:45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24575,'62'-17'0,"20"-9"0,-16 5 0,9-1 0,-13 2 0,3 1 0,3-1 0,7 1 0,5-2 0,3 1-621,2-1 0,4-2 1,0 3 620,-17 3 0,-3 2 0,1 0 0,2 1 0,0-1 0,2 0 0,-2 1 0,0 0 0,2 0 0,-4 2 0,3-1 0,-1 1 0,1 0 0,3 0 0,-2 0 0,-2 2 0,17-4 0,1 3 0,-3-4 0,-1 1 0,-2 1 0,-2 0 0,0-1 0,-2-1 0,1 2-120,-6-2 1,1 0 0,1 0 119,-7 0 0,3 1 0,-1-1 0,-4 1 0,3-2 0,-4 3 0,0-2 0,-2 0 0,1 0-55,-6 2 0,2-2 0,-2 1 55,26-7 0,-1 1 0,-7 0 0,-5 2 0,-2 1 0,-4-1 670,-2 3 0,1-2-670,-1 1 0,4-3 429,0-1 1,-1 0-430,1-1 0,1 0 93,1 0 0,1 2-93,-5 2 0,0 3 0,-3 2 0,-1 0 0,1 3 0,2 0 0,-3 2 0,4-2 0,5-2 0,2 1 0,3-1 0,2 1 0,2 1 0,-3 0 0,0 2 0,-6 1 0,-5 3 0,-2 0 0,-8 1 0,0 2 0,-7 0 0,1 0 0,39 0 0,-11 0 0,-7 2 0,-10 4 0,-8 3 0,-9 4 0,-5 2 0,-6 0 0,-2 0 0,-9 2 0,2 4 0,1 2 0,-3 3 0,1 6 0,-3 3 0,1 3 0,0 3 0,1 1 0,-3-1 0,1 0 0,-5-6 0,-2-6 0,-2-3 0,-2 1 0,1 0 0,1 0 0,-4-1 0,1-5 0,-4 0 0,-2-6 0,1-3 0,-4-6 0,0-3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3:17:45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1221 24575,'-9'-10'0,"-6"-7"0,-13-8 0,-16-22 0,-10-16 0,24 26 0,2-3 0,-1-2 0,2-3 0,1 2 0,4 0 0,2-1 0,1 0 0,8 4 0,-1 2 0,-2-31 0,8 11 0,4 11 0,2 6 0,0 4 0,0 4 0,5 1 0,5-1 0,7 0 0,3 4 0,-2 3 0,1 5 0,-2 4 0,-1 0 0,6 2 0,3 0 0,4 1 0,8-6 0,5 4 0,5 0 0,3 1 0,4 3 0,8 1 0,-10 5 0,1 2 0,11 1 0,8 1 0,14 2 0,-6-1 0,-11 1 0,-4 0 0,1 0 0,-1 0 0,-6 4 0,-2 7 0,-7 4 0,-6 6 0,-8 2 0,-7 3 0,-6 0 0,-1 6 0,-2 5 0,2 2 0,-2 7 0,-1 4 0,-8 2 0,-6 6 0,-1-3 0,-4-1 0,0-8 0,0-3 0,0-7 0,0-1 0,0-2 0,0-5 0,0-4 0,0-1 0,0-7 0,0-3 0,0-1 0,-5 2 0,0 6 0,-7 7 0,-3 3 0,3-2 0,0-7 0,7-8 0,2-8 0,1-4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3:17:4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1657 24575,'37'0'0,"20"-3"0,15 0 0,15 0 0,5 0 0,-6 3 0,-1 0 0,-4-6 0,-8-7 0,-2-11 0,-4-9 0,-5-4 0,-2-2 0,-3 1 0,-10-2 0,-3 2 0,-7 1 0,-4 3 0,-1-2 0,-7 2 0,-8 1 0,-5 1 0,-9-1 0,-3-9 0,0-4 0,0-9 0,-5-10 0,-8-2 0,-14-6 0,10 36 0,-3-1 0,-2-2 0,0 3 0,-4-3 0,0-2 0,-2 4 0,-1-3 0,3 4 0,-6 2 0,1-3 0,0 4 0,0 1 0,1 4 0,-33-25 0,-5 8 0,0 6 0,-4 6 0,0 5 0,-1 4 0,3 4 0,-2 8 0,5 5 0,10 7 0,18 1 0,14 0 0,10 0 0,7 0 0,-4 1 0,-1 2 0,-3 9 0,-2 12 0,-5 7 0,-3 7 0,3 0 0,-1-1 0,6-1 0,5-2 0,-1 1 0,6-6 0,1 1 0,2-9 0,2-5 0,1-5 0,2-8 0,0 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3T23:45:11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24575,'16'0'0,"5"2"0,15 7 0,14 8 0,13 10 0,5 6 0,2 4 0,-7-2 0,3 4 0,-5 2 0,-4-1 0,-3 1 0,-8-5 0,-1-1 0,-5-2 0,-4 0 0,0-2 0,-4 0 0,-2 0 0,-1 0 0,-4-1 0,-2 1 0,0 0 0,-3-1 0,1 1 0,-2 3 0,0 3 0,-3 4 0,-2 7 0,-1 3 0,-1 4 0,-2 1 0,-5-2 0,-3-1 0,-2 0 0,0 1 0,0 2 0,0 2 0,0 2 0,0-3 0,0-2 0,-1-6 0,-4-3 0,-3-5 0,-4-3 0,-1-4 0,-2 0 0,-3 2 0,-1 4 0,-2 5 0,-3 4 0,-3 1 0,-3-2 0,-1-2 0,2-8 0,5-3 0,5-6 0,4-5 0,0-1 0,-2-1 0,-1 1 0,0-2 0,1-1 0,3-4 0,6-3 0,1-2 0,0 0 0,-2 2 0,0 0 0,0 0 0,1-3 0,-1 2 0,-5 4 0,-4 9 0,-2 6 0,2 0 0,5-5 0,4-11 0,5-10 0,2-8 0,0-1 0,2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08:12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1 798 24575,'18'-16'0,"26"-20"0,-9 12 0,2-5 0,13-6 0,2-3 0,7-1 0,1 0 0,16-7 0,1 0 0,-25 13 0,3 2 0,1 1 0,22-11 0,0 2 0,-6 3 0,-4 7 0,-14 6 0,1 4 0,-8 1 0,0 3 0,-1 2 0,2 0 0,-3 1 0,2-2 0,2 5 0,0 0 0,-1 1 0,4-1 0,-5 3 0,2-2 0,43-4 0,-13 3 0,-9 2 0,-3 2 0,-6 4 0,-4 1 0,0 0 0,-2 0 0,2 0 0,0 0 0,2 0 0,1 0 0,-1 0 0,-7 0 0,-9 1 0,-12 1 0,-8-1 0,-8 4 0,-1-2 0,-3-2 0,1 2 0,6 0 0,6 5 0,1 4 0,2 1 0,-4-3 0,-6-2 0,-3-1 0,-8-2 0,-1-4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08:12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1300 24575,'62'-17'0,"20"-9"0,-16 5 0,9-1 0,-13 2 0,3 1 0,3-1 0,7 1 0,5-2 0,3 1-621,2-1 0,4-2 1,0 3 620,-17 3 0,-3 2 0,1 0 0,2 1 0,0-1 0,2 0 0,-2 1 0,0 0 0,2 0 0,-4 2 0,3-1 0,-1 1 0,1 0 0,3 0 0,-2 0 0,-2 2 0,17-4 0,1 3 0,-3-4 0,-1 1 0,-2 1 0,-2 0 0,0-1 0,-2-1 0,1 2-120,-6-2 1,1 0 0,1 0 119,-7 0 0,3 1 0,-1-1 0,-4 1 0,3-2 0,-4 3 0,0-2 0,-2 0 0,1 0-55,-6 2 0,2-2 0,-2 1 55,26-7 0,-1 1 0,-7 0 0,-5 2 0,-2 1 0,-4-1 670,-2 3 0,1-2-670,-1 1 0,4-3 429,0-1 1,-1 0-430,1-1 0,1 0 93,1 0 0,1 2-93,-5 2 0,0 3 0,-3 2 0,-1 0 0,1 3 0,2 0 0,-3 2 0,4-2 0,5-2 0,2 1 0,3-1 0,2 1 0,2 1 0,-3 0 0,0 2 0,-6 1 0,-5 3 0,-2 0 0,-8 1 0,0 2 0,-7 0 0,1 0 0,39 0 0,-11 0 0,-7 2 0,-10 4 0,-8 3 0,-9 4 0,-5 2 0,-6 0 0,-2 0 0,-9 2 0,2 4 0,1 2 0,-3 3 0,1 6 0,-3 3 0,1 3 0,0 3 0,1 1 0,-3-1 0,1 0 0,-5-6 0,-2-6 0,-2-3 0,-2 1 0,1 0 0,1 0 0,-4-1 0,1-5 0,-4 0 0,-2-6 0,1-3 0,-4-6 0,0-3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08:1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1221 24575,'-9'-10'0,"-6"-7"0,-13-8 0,-16-22 0,-10-16 0,24 26 0,2-3 0,-1-2 0,2-3 0,1 2 0,4 0 0,2-1 0,1 0 0,8 4 0,-1 2 0,-2-31 0,8 11 0,4 11 0,2 6 0,0 4 0,0 4 0,5 1 0,5-1 0,7 0 0,3 4 0,-2 3 0,1 5 0,-2 4 0,-1 0 0,6 2 0,3 0 0,4 1 0,8-6 0,5 4 0,5 0 0,3 1 0,4 3 0,8 1 0,-10 5 0,1 2 0,11 1 0,8 1 0,14 2 0,-6-1 0,-11 1 0,-4 0 0,1 0 0,-1 0 0,-6 4 0,-2 7 0,-7 4 0,-6 6 0,-8 2 0,-7 3 0,-6 0 0,-1 6 0,-2 5 0,2 2 0,-2 7 0,-1 4 0,-8 2 0,-6 6 0,-1-3 0,-4-1 0,0-8 0,0-3 0,0-7 0,0-1 0,0-2 0,0-5 0,0-4 0,0-1 0,0-7 0,0-3 0,0-1 0,-5 2 0,0 6 0,-7 7 0,-3 3 0,3-2 0,0-7 0,7-8 0,2-8 0,1-4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08:12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1657 24575,'37'0'0,"20"-3"0,15 0 0,15 0 0,5 0 0,-6 3 0,-1 0 0,-4-6 0,-8-7 0,-2-11 0,-4-9 0,-5-4 0,-2-2 0,-3 1 0,-10-2 0,-3 2 0,-7 1 0,-4 3 0,-1-2 0,-7 2 0,-8 1 0,-5 1 0,-9-1 0,-3-9 0,0-4 0,0-9 0,-5-10 0,-8-2 0,-14-6 0,10 36 0,-3-1 0,-2-2 0,0 3 0,-4-3 0,0-2 0,-2 4 0,-1-3 0,3 4 0,-6 2 0,1-3 0,0 4 0,0 1 0,1 4 0,-33-25 0,-5 8 0,0 6 0,-4 6 0,0 5 0,-1 4 0,3 4 0,-2 8 0,5 5 0,10 7 0,18 1 0,14 0 0,10 0 0,7 0 0,-4 1 0,-1 2 0,-3 9 0,-2 12 0,-5 7 0,-3 7 0,3 0 0,-1-1 0,6-1 0,5-2 0,-1 1 0,6-6 0,1 1 0,2-9 0,2-5 0,1-5 0,2-8 0,0 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4T00:08:12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24575,'16'0'0,"5"2"0,15 7 0,14 8 0,13 10 0,5 6 0,2 4 0,-7-2 0,3 4 0,-5 2 0,-4-1 0,-3 1 0,-8-5 0,-1-1 0,-5-2 0,-4 0 0,0-2 0,-4 0 0,-2 0 0,-1 0 0,-4-1 0,-2 1 0,0 0 0,-3-1 0,1 1 0,-2 3 0,0 3 0,-3 4 0,-2 7 0,-1 3 0,-1 4 0,-2 1 0,-5-2 0,-3-1 0,-2 0 0,0 1 0,0 2 0,0 2 0,0 2 0,0-3 0,0-2 0,-1-6 0,-4-3 0,-3-5 0,-4-3 0,-1-4 0,-2 0 0,-3 2 0,-1 4 0,-2 5 0,-3 4 0,-3 1 0,-3-2 0,-1-2 0,2-8 0,5-3 0,5-6 0,4-5 0,0-1 0,-2-1 0,-1 1 0,0-2 0,1-1 0,3-4 0,6-3 0,1-2 0,0 0 0,-2 2 0,0 0 0,0 0 0,1-3 0,-1 2 0,-5 4 0,-4 9 0,-2 6 0,2 0 0,5-5 0,4-11 0,5-10 0,2-8 0,0-1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9CF6-CBE9-7482-480C-9F812D1F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B98A7-AE06-4E9E-1D60-07EF72CF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91F3B-1AB6-0DDA-01F7-3F38B334D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E505A-8090-5CE7-6BAB-8140DB950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A37AD-D791-73F4-5D7D-EF503B9A01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443B50-C219-2D4B-99A1-EBCE7B69699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54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49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78A1-AF67-B9FA-8123-D461907C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FC0B0-EE64-C900-75E0-2A72672C1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A6233-DA0B-985F-57CA-D59C7E5D2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03176-82E9-69A9-B517-B08D6F5DA8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34F33-3697-194D-DFBE-DE88B6BA4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98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0008-1A0B-7F2D-735F-BA77EBA9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F7872-33E0-C719-5756-81848AFA0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505F2-493B-52BE-6D84-FC14C609A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BC768C-3CC5-E812-A711-4C6E809BD7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56338-FFB2-3549-7AF3-D802671D1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7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445A-D6FB-A62A-AC09-A66FB437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35FB1-714C-669A-B60D-670002BC3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A57ADF-E851-9CBB-C5C4-8CDE0CB43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BB26D-327F-0750-8640-1C5FB45FFB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374E3-0BA9-12E0-9592-AD75ADB53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5A0F-2676-3B2F-DA1A-350465CB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2689E-9C91-678B-D738-0106730EA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46D8A3-B876-F5CC-E646-7F077C703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E306BA-A21D-CFC0-8BB3-971A78B6CE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AE473-7A7A-374B-82C3-E848FF763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19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A037F-64FB-BF0C-3368-E9DF66E7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2FB01-D733-0FEA-179B-736114BA7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B597E-0F1B-6563-8A3B-5016B8691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36072-2521-7B04-9458-6247896449A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9EE68-D825-94F1-5828-66EB418BA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99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939F-422E-09FE-6158-5FEDB576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D6F8F-545C-B388-BB29-A087BC053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B7D5A0-D1ED-0C45-A875-83783D73B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7824E-CF86-FEA3-A562-003C98FC88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DD1E4-E259-029F-1FF2-A8EAF46E6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42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C853-703D-731B-964A-F2E07CA8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32020-2815-389E-64FF-52CE6B914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34879-5E61-2903-B92B-AB52D9F5F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E2AF2-E40F-924E-77E5-3D05BA5AF4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28A72-B423-EBD3-C7B9-FDFB0FD05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452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DA59-32B1-FA09-B06B-BF53DBB1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CF62A-37C1-A6BA-0A33-E94FC4F5A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D6728-F0E2-C8BA-6AD4-A3F82B773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DF834-5486-85E2-3996-1A756D4824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F59C6-DEB3-02B6-DFEC-1C528AB7C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73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336C-0A54-4086-4957-5D3CA545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2C68F-AFE8-2348-DF07-42BB95118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5CBA7-83F7-2FD1-A358-7BE29ADCC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5F080-0B0A-FA29-C5F6-1C6E522604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82BC9-94F8-1B6B-0ED1-F4533476A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98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3850"/>
            <a:ext cx="7772400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5.xml"/><Relationship Id="rId39" Type="http://schemas.openxmlformats.org/officeDocument/2006/relationships/customXml" Target="../ink/ink28.xml"/><Relationship Id="rId21" Type="http://schemas.openxmlformats.org/officeDocument/2006/relationships/image" Target="../media/image10.png"/><Relationship Id="rId34" Type="http://schemas.openxmlformats.org/officeDocument/2006/relationships/customXml" Target="../ink/ink23.xml"/><Relationship Id="rId42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customXml" Target="../ink/ink18.xml"/><Relationship Id="rId41" Type="http://schemas.openxmlformats.org/officeDocument/2006/relationships/customXml" Target="../ink/ink3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3.xml"/><Relationship Id="rId32" Type="http://schemas.openxmlformats.org/officeDocument/2006/relationships/customXml" Target="../ink/ink21.xml"/><Relationship Id="rId37" Type="http://schemas.openxmlformats.org/officeDocument/2006/relationships/customXml" Target="../ink/ink26.xml"/><Relationship Id="rId40" Type="http://schemas.openxmlformats.org/officeDocument/2006/relationships/customXml" Target="../ink/ink29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customXml" Target="../ink/ink12.xml"/><Relationship Id="rId28" Type="http://schemas.openxmlformats.org/officeDocument/2006/relationships/customXml" Target="../ink/ink17.xml"/><Relationship Id="rId36" Type="http://schemas.openxmlformats.org/officeDocument/2006/relationships/customXml" Target="../ink/ink25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customXml" Target="../ink/ink20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customXml" Target="../ink/ink16.xml"/><Relationship Id="rId30" Type="http://schemas.openxmlformats.org/officeDocument/2006/relationships/customXml" Target="../ink/ink19.xml"/><Relationship Id="rId35" Type="http://schemas.openxmlformats.org/officeDocument/2006/relationships/customXml" Target="../ink/ink24.xml"/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customXml" Target="../ink/ink14.xml"/><Relationship Id="rId33" Type="http://schemas.openxmlformats.org/officeDocument/2006/relationships/customXml" Target="../ink/ink22.xml"/><Relationship Id="rId38" Type="http://schemas.openxmlformats.org/officeDocument/2006/relationships/customXml" Target="../ink/ink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6.png"/><Relationship Id="rId18" Type="http://schemas.openxmlformats.org/officeDocument/2006/relationships/customXml" Target="../ink/ink39.xml"/><Relationship Id="rId3" Type="http://schemas.openxmlformats.org/officeDocument/2006/relationships/image" Target="../media/image1.png"/><Relationship Id="rId42" Type="http://schemas.openxmlformats.org/officeDocument/2006/relationships/image" Target="../media/image11.png"/><Relationship Id="rId7" Type="http://schemas.openxmlformats.org/officeDocument/2006/relationships/image" Target="../media/image3.png"/><Relationship Id="rId12" Type="http://schemas.openxmlformats.org/officeDocument/2006/relationships/customXml" Target="../ink/ink36.xml"/><Relationship Id="rId17" Type="http://schemas.openxmlformats.org/officeDocument/2006/relationships/image" Target="../media/image8.png"/><Relationship Id="rId46" Type="http://schemas.openxmlformats.org/officeDocument/2006/relationships/image" Target="../media/image15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3.xml"/><Relationship Id="rId11" Type="http://schemas.openxmlformats.org/officeDocument/2006/relationships/image" Target="../media/image5.png"/><Relationship Id="rId45" Type="http://schemas.openxmlformats.org/officeDocument/2006/relationships/image" Target="../media/image14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35.xml"/><Relationship Id="rId19" Type="http://schemas.openxmlformats.org/officeDocument/2006/relationships/image" Target="../media/image9.png"/><Relationship Id="rId44" Type="http://schemas.openxmlformats.org/officeDocument/2006/relationships/image" Target="../media/image13.png"/><Relationship Id="rId4" Type="http://schemas.openxmlformats.org/officeDocument/2006/relationships/customXml" Target="../ink/ink32.xml"/><Relationship Id="rId9" Type="http://schemas.openxmlformats.org/officeDocument/2006/relationships/image" Target="../media/image4.png"/><Relationship Id="rId14" Type="http://schemas.openxmlformats.org/officeDocument/2006/relationships/customXml" Target="../ink/ink37.xml"/><Relationship Id="rId43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4.xml"/><Relationship Id="rId5" Type="http://schemas.openxmlformats.org/officeDocument/2006/relationships/customXml" Target="../ink/ink43.xml"/><Relationship Id="rId4" Type="http://schemas.openxmlformats.org/officeDocument/2006/relationships/customXml" Target="../ink/ink4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50.xml"/><Relationship Id="rId18" Type="http://schemas.openxmlformats.org/officeDocument/2006/relationships/image" Target="../media/image36.png"/><Relationship Id="rId3" Type="http://schemas.openxmlformats.org/officeDocument/2006/relationships/customXml" Target="../ink/ink45.xml"/><Relationship Id="rId21" Type="http://schemas.openxmlformats.org/officeDocument/2006/relationships/customXml" Target="../ink/ink54.xml"/><Relationship Id="rId7" Type="http://schemas.openxmlformats.org/officeDocument/2006/relationships/customXml" Target="../ink/ink47.xml"/><Relationship Id="rId12" Type="http://schemas.openxmlformats.org/officeDocument/2006/relationships/image" Target="../media/image33.png"/><Relationship Id="rId17" Type="http://schemas.openxmlformats.org/officeDocument/2006/relationships/customXml" Target="../ink/ink52.xml"/><Relationship Id="rId2" Type="http://schemas.openxmlformats.org/officeDocument/2006/relationships/image" Target="../media/image16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customXml" Target="../ink/ink49.xml"/><Relationship Id="rId5" Type="http://schemas.openxmlformats.org/officeDocument/2006/relationships/customXml" Target="../ink/ink46.xml"/><Relationship Id="rId15" Type="http://schemas.openxmlformats.org/officeDocument/2006/relationships/customXml" Target="../ink/ink51.xml"/><Relationship Id="rId10" Type="http://schemas.openxmlformats.org/officeDocument/2006/relationships/image" Target="../media/image32.png"/><Relationship Id="rId19" Type="http://schemas.openxmlformats.org/officeDocument/2006/relationships/customXml" Target="../ink/ink53.xml"/><Relationship Id="rId4" Type="http://schemas.openxmlformats.org/officeDocument/2006/relationships/image" Target="../media/image29.png"/><Relationship Id="rId9" Type="http://schemas.openxmlformats.org/officeDocument/2006/relationships/customXml" Target="../ink/ink48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customXml" Target="../ink/ink60.xml"/><Relationship Id="rId18" Type="http://schemas.openxmlformats.org/officeDocument/2006/relationships/image" Target="../media/image36.png"/><Relationship Id="rId3" Type="http://schemas.openxmlformats.org/officeDocument/2006/relationships/customXml" Target="../ink/ink55.xml"/><Relationship Id="rId21" Type="http://schemas.openxmlformats.org/officeDocument/2006/relationships/customXml" Target="../ink/ink64.xml"/><Relationship Id="rId7" Type="http://schemas.openxmlformats.org/officeDocument/2006/relationships/customXml" Target="../ink/ink57.xml"/><Relationship Id="rId12" Type="http://schemas.openxmlformats.org/officeDocument/2006/relationships/image" Target="../media/image33.png"/><Relationship Id="rId17" Type="http://schemas.openxmlformats.org/officeDocument/2006/relationships/customXml" Target="../ink/ink62.xml"/><Relationship Id="rId2" Type="http://schemas.openxmlformats.org/officeDocument/2006/relationships/image" Target="../media/image17.png"/><Relationship Id="rId16" Type="http://schemas.openxmlformats.org/officeDocument/2006/relationships/image" Target="../media/image35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customXml" Target="../ink/ink59.xml"/><Relationship Id="rId5" Type="http://schemas.openxmlformats.org/officeDocument/2006/relationships/customXml" Target="../ink/ink56.xml"/><Relationship Id="rId15" Type="http://schemas.openxmlformats.org/officeDocument/2006/relationships/customXml" Target="../ink/ink61.xml"/><Relationship Id="rId10" Type="http://schemas.openxmlformats.org/officeDocument/2006/relationships/image" Target="../media/image32.png"/><Relationship Id="rId19" Type="http://schemas.openxmlformats.org/officeDocument/2006/relationships/customXml" Target="../ink/ink63.xml"/><Relationship Id="rId4" Type="http://schemas.openxmlformats.org/officeDocument/2006/relationships/image" Target="../media/image29.png"/><Relationship Id="rId9" Type="http://schemas.openxmlformats.org/officeDocument/2006/relationships/customXml" Target="../ink/ink58.xml"/><Relationship Id="rId14" Type="http://schemas.openxmlformats.org/officeDocument/2006/relationships/image" Target="../media/image34.png"/><Relationship Id="rId22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8.png"/><Relationship Id="rId7" Type="http://schemas.openxmlformats.org/officeDocument/2006/relationships/image" Target="../media/image4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8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8.xml"/><Relationship Id="rId5" Type="http://schemas.openxmlformats.org/officeDocument/2006/relationships/customXml" Target="../ink/ink67.xml"/><Relationship Id="rId4" Type="http://schemas.openxmlformats.org/officeDocument/2006/relationships/customXml" Target="../ink/ink6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0.xml"/><Relationship Id="rId13" Type="http://schemas.openxmlformats.org/officeDocument/2006/relationships/image" Target="../media/image32.png"/><Relationship Id="rId18" Type="http://schemas.openxmlformats.org/officeDocument/2006/relationships/customXml" Target="../ink/ink75.xml"/><Relationship Id="rId26" Type="http://schemas.openxmlformats.org/officeDocument/2006/relationships/image" Target="../media/image130.png"/><Relationship Id="rId3" Type="http://schemas.openxmlformats.org/officeDocument/2006/relationships/image" Target="../media/image46.png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customXml" Target="../ink/ink72.xml"/><Relationship Id="rId17" Type="http://schemas.openxmlformats.org/officeDocument/2006/relationships/image" Target="../media/image34.pn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74.xml"/><Relationship Id="rId20" Type="http://schemas.openxmlformats.org/officeDocument/2006/relationships/customXml" Target="../ink/ink7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9.xml"/><Relationship Id="rId11" Type="http://schemas.openxmlformats.org/officeDocument/2006/relationships/image" Target="../media/image31.png"/><Relationship Id="rId24" Type="http://schemas.openxmlformats.org/officeDocument/2006/relationships/customXml" Target="../ink/ink78.xml"/><Relationship Id="rId5" Type="http://schemas.openxmlformats.org/officeDocument/2006/relationships/image" Target="../media/image48.png"/><Relationship Id="rId15" Type="http://schemas.openxmlformats.org/officeDocument/2006/relationships/image" Target="../media/image33.png"/><Relationship Id="rId23" Type="http://schemas.openxmlformats.org/officeDocument/2006/relationships/image" Target="../media/image37.png"/><Relationship Id="rId28" Type="http://schemas.openxmlformats.org/officeDocument/2006/relationships/image" Target="../media/image51.png"/><Relationship Id="rId10" Type="http://schemas.openxmlformats.org/officeDocument/2006/relationships/customXml" Target="../ink/ink71.xml"/><Relationship Id="rId19" Type="http://schemas.openxmlformats.org/officeDocument/2006/relationships/image" Target="../media/image35.png"/><Relationship Id="rId4" Type="http://schemas.openxmlformats.org/officeDocument/2006/relationships/image" Target="../media/image47.png"/><Relationship Id="rId9" Type="http://schemas.openxmlformats.org/officeDocument/2006/relationships/image" Target="../media/image30.png"/><Relationship Id="rId14" Type="http://schemas.openxmlformats.org/officeDocument/2006/relationships/customXml" Target="../ink/ink73.xml"/><Relationship Id="rId22" Type="http://schemas.openxmlformats.org/officeDocument/2006/relationships/customXml" Target="../ink/ink77.xml"/><Relationship Id="rId27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2.xml"/><Relationship Id="rId18" Type="http://schemas.openxmlformats.org/officeDocument/2006/relationships/image" Target="../media/image190.png"/><Relationship Id="rId26" Type="http://schemas.openxmlformats.org/officeDocument/2006/relationships/customXml" Target="../ink/ink89.xml"/><Relationship Id="rId39" Type="http://schemas.openxmlformats.org/officeDocument/2006/relationships/customXml" Target="../ink/ink96.xml"/><Relationship Id="rId21" Type="http://schemas.openxmlformats.org/officeDocument/2006/relationships/customXml" Target="../ink/ink86.xml"/><Relationship Id="rId34" Type="http://schemas.openxmlformats.org/officeDocument/2006/relationships/image" Target="../media/image26.png"/><Relationship Id="rId42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0.png"/><Relationship Id="rId20" Type="http://schemas.openxmlformats.org/officeDocument/2006/relationships/image" Target="../media/image200.png"/><Relationship Id="rId29" Type="http://schemas.openxmlformats.org/officeDocument/2006/relationships/image" Target="../media/image24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11" Type="http://schemas.openxmlformats.org/officeDocument/2006/relationships/customXml" Target="../ink/ink81.xml"/><Relationship Id="rId24" Type="http://schemas.openxmlformats.org/officeDocument/2006/relationships/customXml" Target="../ink/ink88.xml"/><Relationship Id="rId32" Type="http://schemas.openxmlformats.org/officeDocument/2006/relationships/image" Target="../media/image25.png"/><Relationship Id="rId37" Type="http://schemas.openxmlformats.org/officeDocument/2006/relationships/customXml" Target="../ink/ink95.xml"/><Relationship Id="rId40" Type="http://schemas.openxmlformats.org/officeDocument/2006/relationships/image" Target="../media/image290.png"/><Relationship Id="rId45" Type="http://schemas.openxmlformats.org/officeDocument/2006/relationships/image" Target="../media/image50.png"/><Relationship Id="rId15" Type="http://schemas.openxmlformats.org/officeDocument/2006/relationships/customXml" Target="../ink/ink83.xml"/><Relationship Id="rId23" Type="http://schemas.openxmlformats.org/officeDocument/2006/relationships/image" Target="../media/image210.png"/><Relationship Id="rId28" Type="http://schemas.openxmlformats.org/officeDocument/2006/relationships/customXml" Target="../ink/ink90.xml"/><Relationship Id="rId36" Type="http://schemas.openxmlformats.org/officeDocument/2006/relationships/image" Target="../media/image270.png"/><Relationship Id="rId10" Type="http://schemas.openxmlformats.org/officeDocument/2006/relationships/image" Target="../media/image160.png"/><Relationship Id="rId19" Type="http://schemas.openxmlformats.org/officeDocument/2006/relationships/customXml" Target="../ink/ink85.xml"/><Relationship Id="rId31" Type="http://schemas.openxmlformats.org/officeDocument/2006/relationships/customXml" Target="../ink/ink92.xml"/><Relationship Id="rId44" Type="http://schemas.openxmlformats.org/officeDocument/2006/relationships/image" Target="../media/image49.png"/><Relationship Id="rId9" Type="http://schemas.openxmlformats.org/officeDocument/2006/relationships/customXml" Target="../ink/ink80.xml"/><Relationship Id="rId14" Type="http://schemas.openxmlformats.org/officeDocument/2006/relationships/image" Target="../media/image180.png"/><Relationship Id="rId22" Type="http://schemas.openxmlformats.org/officeDocument/2006/relationships/customXml" Target="../ink/ink87.xml"/><Relationship Id="rId27" Type="http://schemas.openxmlformats.org/officeDocument/2006/relationships/image" Target="../media/image23.png"/><Relationship Id="rId30" Type="http://schemas.openxmlformats.org/officeDocument/2006/relationships/customXml" Target="../ink/ink91.xml"/><Relationship Id="rId35" Type="http://schemas.openxmlformats.org/officeDocument/2006/relationships/customXml" Target="../ink/ink94.xml"/><Relationship Id="rId43" Type="http://schemas.openxmlformats.org/officeDocument/2006/relationships/image" Target="../media/image41.png"/><Relationship Id="rId8" Type="http://schemas.openxmlformats.org/officeDocument/2006/relationships/image" Target="../media/image150.png"/><Relationship Id="rId3" Type="http://schemas.openxmlformats.org/officeDocument/2006/relationships/customXml" Target="../ink/ink79.xml"/><Relationship Id="rId12" Type="http://schemas.openxmlformats.org/officeDocument/2006/relationships/image" Target="../media/image170.png"/><Relationship Id="rId17" Type="http://schemas.openxmlformats.org/officeDocument/2006/relationships/customXml" Target="../ink/ink84.xml"/><Relationship Id="rId25" Type="http://schemas.openxmlformats.org/officeDocument/2006/relationships/image" Target="../media/image220.png"/><Relationship Id="rId33" Type="http://schemas.openxmlformats.org/officeDocument/2006/relationships/customXml" Target="../ink/ink93.xml"/><Relationship Id="rId38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customXml" Target="../ink/ink103.xml"/><Relationship Id="rId26" Type="http://schemas.openxmlformats.org/officeDocument/2006/relationships/image" Target="../media/image64.png"/><Relationship Id="rId39" Type="http://schemas.openxmlformats.org/officeDocument/2006/relationships/image" Target="../media/image70.png"/><Relationship Id="rId21" Type="http://schemas.openxmlformats.org/officeDocument/2006/relationships/customXml" Target="../ink/ink105.xml"/><Relationship Id="rId34" Type="http://schemas.openxmlformats.org/officeDocument/2006/relationships/customXml" Target="../ink/ink112.xml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102.xml"/><Relationship Id="rId20" Type="http://schemas.openxmlformats.org/officeDocument/2006/relationships/customXml" Target="../ink/ink104.xml"/><Relationship Id="rId29" Type="http://schemas.openxmlformats.org/officeDocument/2006/relationships/customXml" Target="../ink/ink109.xml"/><Relationship Id="rId41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7.xml"/><Relationship Id="rId11" Type="http://schemas.openxmlformats.org/officeDocument/2006/relationships/image" Target="../media/image57.png"/><Relationship Id="rId24" Type="http://schemas.openxmlformats.org/officeDocument/2006/relationships/image" Target="../media/image63.png"/><Relationship Id="rId32" Type="http://schemas.openxmlformats.org/officeDocument/2006/relationships/customXml" Target="../ink/ink111.xml"/><Relationship Id="rId37" Type="http://schemas.openxmlformats.org/officeDocument/2006/relationships/image" Target="../media/image69.png"/><Relationship Id="rId40" Type="http://schemas.openxmlformats.org/officeDocument/2006/relationships/image" Target="../media/image71.png"/><Relationship Id="rId5" Type="http://schemas.openxmlformats.org/officeDocument/2006/relationships/image" Target="../media/image54.png"/><Relationship Id="rId15" Type="http://schemas.openxmlformats.org/officeDocument/2006/relationships/image" Target="../media/image59.png"/><Relationship Id="rId23" Type="http://schemas.openxmlformats.org/officeDocument/2006/relationships/customXml" Target="../ink/ink106.xml"/><Relationship Id="rId28" Type="http://schemas.openxmlformats.org/officeDocument/2006/relationships/image" Target="../media/image65.png"/><Relationship Id="rId36" Type="http://schemas.openxmlformats.org/officeDocument/2006/relationships/customXml" Target="../ink/ink113.xml"/><Relationship Id="rId10" Type="http://schemas.openxmlformats.org/officeDocument/2006/relationships/customXml" Target="../ink/ink99.xml"/><Relationship Id="rId19" Type="http://schemas.openxmlformats.org/officeDocument/2006/relationships/image" Target="../media/image61.png"/><Relationship Id="rId31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14" Type="http://schemas.openxmlformats.org/officeDocument/2006/relationships/customXml" Target="../ink/ink101.xml"/><Relationship Id="rId22" Type="http://schemas.openxmlformats.org/officeDocument/2006/relationships/image" Target="../media/image62.png"/><Relationship Id="rId27" Type="http://schemas.openxmlformats.org/officeDocument/2006/relationships/customXml" Target="../ink/ink108.xml"/><Relationship Id="rId30" Type="http://schemas.openxmlformats.org/officeDocument/2006/relationships/customXml" Target="../ink/ink110.xml"/><Relationship Id="rId35" Type="http://schemas.openxmlformats.org/officeDocument/2006/relationships/image" Target="../media/image68.png"/><Relationship Id="rId8" Type="http://schemas.openxmlformats.org/officeDocument/2006/relationships/customXml" Target="../ink/ink98.xml"/><Relationship Id="rId3" Type="http://schemas.openxmlformats.org/officeDocument/2006/relationships/image" Target="../media/image52.png"/><Relationship Id="rId12" Type="http://schemas.openxmlformats.org/officeDocument/2006/relationships/customXml" Target="../ink/ink100.xml"/><Relationship Id="rId17" Type="http://schemas.openxmlformats.org/officeDocument/2006/relationships/image" Target="../media/image60.png"/><Relationship Id="rId25" Type="http://schemas.openxmlformats.org/officeDocument/2006/relationships/customXml" Target="../ink/ink107.xml"/><Relationship Id="rId33" Type="http://schemas.openxmlformats.org/officeDocument/2006/relationships/image" Target="../media/image67.png"/><Relationship Id="rId38" Type="http://schemas.openxmlformats.org/officeDocument/2006/relationships/customXml" Target="../ink/ink1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8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82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6.xml"/><Relationship Id="rId13" Type="http://schemas.openxmlformats.org/officeDocument/2006/relationships/image" Target="../media/image89.png"/><Relationship Id="rId18" Type="http://schemas.openxmlformats.org/officeDocument/2006/relationships/customXml" Target="../ink/ink121.xml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12" Type="http://schemas.openxmlformats.org/officeDocument/2006/relationships/customXml" Target="../ink/ink118.xml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20.xml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15.xml"/><Relationship Id="rId11" Type="http://schemas.openxmlformats.org/officeDocument/2006/relationships/image" Target="../media/image88.png"/><Relationship Id="rId5" Type="http://schemas.openxmlformats.org/officeDocument/2006/relationships/image" Target="../media/image85.png"/><Relationship Id="rId15" Type="http://schemas.openxmlformats.org/officeDocument/2006/relationships/image" Target="../media/image90.png"/><Relationship Id="rId10" Type="http://schemas.openxmlformats.org/officeDocument/2006/relationships/customXml" Target="../ink/ink117.xml"/><Relationship Id="rId19" Type="http://schemas.openxmlformats.org/officeDocument/2006/relationships/image" Target="../media/image92.png"/><Relationship Id="rId4" Type="http://schemas.openxmlformats.org/officeDocument/2006/relationships/image" Target="../media/image84.png"/><Relationship Id="rId9" Type="http://schemas.openxmlformats.org/officeDocument/2006/relationships/image" Target="../media/image87.png"/><Relationship Id="rId14" Type="http://schemas.openxmlformats.org/officeDocument/2006/relationships/customXml" Target="../ink/ink119.xml"/></Relationships>
</file>

<file path=ppt/slides/_rels/slide17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24.xml"/><Relationship Id="rId3" Type="http://schemas.openxmlformats.org/officeDocument/2006/relationships/image" Target="../media/image840.png"/><Relationship Id="rId12" Type="http://schemas.openxmlformats.org/officeDocument/2006/relationships/customXml" Target="../ink/ink123.xml"/><Relationship Id="rId17" Type="http://schemas.openxmlformats.org/officeDocument/2006/relationships/image" Target="../media/image34.png"/><Relationship Id="rId25" Type="http://schemas.openxmlformats.org/officeDocument/2006/relationships/image" Target="../media/image850.png"/><Relationship Id="rId2" Type="http://schemas.openxmlformats.org/officeDocument/2006/relationships/notesSlide" Target="../notesSlides/notesSlide10.xml"/><Relationship Id="rId20" Type="http://schemas.openxmlformats.org/officeDocument/2006/relationships/customXml" Target="../ink/ink125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1.png"/><Relationship Id="rId24" Type="http://schemas.openxmlformats.org/officeDocument/2006/relationships/customXml" Target="../ink/ink126.xml"/><Relationship Id="rId23" Type="http://schemas.openxmlformats.org/officeDocument/2006/relationships/image" Target="../media/image37.png"/><Relationship Id="rId19" Type="http://schemas.openxmlformats.org/officeDocument/2006/relationships/image" Target="../media/image35.png"/><Relationship Id="rId4" Type="http://schemas.openxmlformats.org/officeDocument/2006/relationships/customXml" Target="../ink/ink122.xml"/></Relationships>
</file>

<file path=ppt/slides/_rels/slide18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29.xml"/><Relationship Id="rId3" Type="http://schemas.openxmlformats.org/officeDocument/2006/relationships/image" Target="../media/image860.png"/><Relationship Id="rId12" Type="http://schemas.openxmlformats.org/officeDocument/2006/relationships/customXml" Target="../ink/ink128.xml"/><Relationship Id="rId17" Type="http://schemas.openxmlformats.org/officeDocument/2006/relationships/image" Target="../media/image34.png"/><Relationship Id="rId25" Type="http://schemas.openxmlformats.org/officeDocument/2006/relationships/image" Target="../media/image850.png"/><Relationship Id="rId2" Type="http://schemas.openxmlformats.org/officeDocument/2006/relationships/notesSlide" Target="../notesSlides/notesSlide11.xml"/><Relationship Id="rId20" Type="http://schemas.openxmlformats.org/officeDocument/2006/relationships/customXml" Target="../ink/ink13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1.png"/><Relationship Id="rId24" Type="http://schemas.openxmlformats.org/officeDocument/2006/relationships/customXml" Target="../ink/ink131.xml"/><Relationship Id="rId23" Type="http://schemas.openxmlformats.org/officeDocument/2006/relationships/image" Target="../media/image37.png"/><Relationship Id="rId19" Type="http://schemas.openxmlformats.org/officeDocument/2006/relationships/image" Target="../media/image35.png"/><Relationship Id="rId4" Type="http://schemas.openxmlformats.org/officeDocument/2006/relationships/customXml" Target="../ink/ink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Graph autoencoders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AB41-358A-A152-53C9-BD8D356C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14254-53A4-3773-E9C8-CD37D298E1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Recap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Graph Autoencoder – Part 2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 err="1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PyTorch</a:t>
            </a:r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 Geometric</a:t>
            </a:r>
          </a:p>
          <a:p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Summary</a:t>
            </a: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pPr marL="57150" indent="0">
              <a:buNone/>
            </a:pPr>
            <a:r>
              <a:rPr lang="en-US" sz="2000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Lecture based on notes by Dr. Claire David</a:t>
            </a:r>
          </a:p>
          <a:p>
            <a:pPr marL="57150" indent="0">
              <a:buNone/>
            </a:pPr>
            <a:r>
              <a:rPr lang="en-US" sz="2000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African Institute of Mathematical Sciences, Cape Town, South Africa.</a:t>
            </a:r>
          </a:p>
        </p:txBody>
      </p:sp>
      <p:sp>
        <p:nvSpPr>
          <p:cNvPr id="655362" name="Rectangle 2">
            <a:extLst>
              <a:ext uri="{FF2B5EF4-FFF2-40B4-BE49-F238E27FC236}">
                <a16:creationId xmlns:a16="http://schemas.microsoft.com/office/drawing/2014/main" id="{0259532A-1DCE-93FF-36CC-7CDC01DD8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2452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7ADB-845B-6879-DE22-3B0BC6BE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DD0A48-ACAE-4C5E-CE0A-3057013172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graph is a data structure that comprises nodes (or vertices) and edges: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Our goal is to create a function (a GAE) that takes a graph as input, encodes it, and decodes it back to the same graph.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i="1" dirty="0">
              <a:solidFill>
                <a:srgbClr val="0033CC"/>
              </a:solidFill>
              <a:latin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33CC"/>
                </a:solidFill>
                <a:latin typeface="Cambria Math" panose="02040503050406030204" pitchFamily="18" charset="0"/>
              </a:rPr>
              <a:t>	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5633B1-E622-7DC1-C9B6-A5017700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(1)</a:t>
            </a:r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429394C-A1F4-C3A7-6254-46F77E026D8A}"/>
              </a:ext>
            </a:extLst>
          </p:cNvPr>
          <p:cNvGrpSpPr/>
          <p:nvPr/>
        </p:nvGrpSpPr>
        <p:grpSpPr>
          <a:xfrm>
            <a:off x="381000" y="4788353"/>
            <a:ext cx="8615859" cy="1383847"/>
            <a:chOff x="381000" y="3340554"/>
            <a:chExt cx="8615859" cy="138384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787C54-2C0D-50F9-3CBA-F46B166E437B}"/>
                </a:ext>
              </a:extLst>
            </p:cNvPr>
            <p:cNvGrpSpPr/>
            <p:nvPr/>
          </p:nvGrpSpPr>
          <p:grpSpPr>
            <a:xfrm>
              <a:off x="381000" y="3429001"/>
              <a:ext cx="2470597" cy="1295400"/>
              <a:chOff x="2667000" y="3062835"/>
              <a:chExt cx="4572000" cy="3777930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467BD5C-09A1-8773-8D43-E1A1671E7B62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0D0F3B3-8485-A5A4-0395-3B7DAC86AA24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6F1AD909-74D0-95F8-D894-394E9FCA376C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F2A15DCF-1504-FD5C-59DA-7F77E9C313B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6C82A757-14C4-9BA5-969B-3B20DBB0F25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6222310F-8883-95DE-114B-F72ED128814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EA018F5B-A828-E002-9381-303CD88B99C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">
                    <p14:nvContentPartPr>
                      <p14:cNvPr id="13" name="Ink 12">
                        <a:extLst>
                          <a:ext uri="{FF2B5EF4-FFF2-40B4-BE49-F238E27FC236}">
                            <a16:creationId xmlns:a16="http://schemas.microsoft.com/office/drawing/2014/main" id="{FED0F6ED-9136-5E99-A838-FE9455511C3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 xmlns="">
                  <p:pic>
                    <p:nvPicPr>
                      <p:cNvPr id="13" name="Ink 12">
                        <a:extLst>
                          <a:ext uri="{FF2B5EF4-FFF2-40B4-BE49-F238E27FC236}">
                            <a16:creationId xmlns:a16="http://schemas.microsoft.com/office/drawing/2014/main" id="{FED0F6ED-9136-5E99-A838-FE9455511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4">
                    <p14:nvContentPartPr>
                      <p14:cNvPr id="14" name="Ink 13">
                        <a:extLst>
                          <a:ext uri="{FF2B5EF4-FFF2-40B4-BE49-F238E27FC236}">
                            <a16:creationId xmlns:a16="http://schemas.microsoft.com/office/drawing/2014/main" id="{DDB341DA-75E8-D5E0-E324-0177606690EE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 xmlns="">
                  <p:pic>
                    <p:nvPicPr>
                      <p:cNvPr id="14" name="Ink 13">
                        <a:extLst>
                          <a:ext uri="{FF2B5EF4-FFF2-40B4-BE49-F238E27FC236}">
                            <a16:creationId xmlns:a16="http://schemas.microsoft.com/office/drawing/2014/main" id="{DDB341DA-75E8-D5E0-E324-0177606690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6">
                    <p14:nvContentPartPr>
                      <p14:cNvPr id="15" name="Ink 14">
                        <a:extLst>
                          <a:ext uri="{FF2B5EF4-FFF2-40B4-BE49-F238E27FC236}">
                            <a16:creationId xmlns:a16="http://schemas.microsoft.com/office/drawing/2014/main" id="{1D244A9B-2226-D756-DC18-FD7E9C4AE04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 xmlns="">
                  <p:pic>
                    <p:nvPicPr>
                      <p:cNvPr id="15" name="Ink 14">
                        <a:extLst>
                          <a:ext uri="{FF2B5EF4-FFF2-40B4-BE49-F238E27FC236}">
                            <a16:creationId xmlns:a16="http://schemas.microsoft.com/office/drawing/2014/main" id="{1D244A9B-2226-D756-DC18-FD7E9C4AE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8">
                    <p14:nvContentPartPr>
                      <p14:cNvPr id="16" name="Ink 15">
                        <a:extLst>
                          <a:ext uri="{FF2B5EF4-FFF2-40B4-BE49-F238E27FC236}">
                            <a16:creationId xmlns:a16="http://schemas.microsoft.com/office/drawing/2014/main" id="{3014BA49-055D-CBD9-6916-DCB633E89FF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 xmlns="">
                  <p:pic>
                    <p:nvPicPr>
                      <p:cNvPr id="16" name="Ink 15">
                        <a:extLst>
                          <a:ext uri="{FF2B5EF4-FFF2-40B4-BE49-F238E27FC236}">
                            <a16:creationId xmlns:a16="http://schemas.microsoft.com/office/drawing/2014/main" id="{3014BA49-055D-CBD9-6916-DCB633E89F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0">
                    <p14:nvContentPartPr>
                      <p14:cNvPr id="17" name="Ink 16">
                        <a:extLst>
                          <a:ext uri="{FF2B5EF4-FFF2-40B4-BE49-F238E27FC236}">
                            <a16:creationId xmlns:a16="http://schemas.microsoft.com/office/drawing/2014/main" id="{66940D5B-8326-22FD-58E0-70A93676654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 xmlns="">
                  <p:pic>
                    <p:nvPicPr>
                      <p:cNvPr id="17" name="Ink 16">
                        <a:extLst>
                          <a:ext uri="{FF2B5EF4-FFF2-40B4-BE49-F238E27FC236}">
                            <a16:creationId xmlns:a16="http://schemas.microsoft.com/office/drawing/2014/main" id="{66940D5B-8326-22FD-58E0-70A936766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2">
                    <p14:nvContentPartPr>
                      <p14:cNvPr id="18" name="Ink 17">
                        <a:extLst>
                          <a:ext uri="{FF2B5EF4-FFF2-40B4-BE49-F238E27FC236}">
                            <a16:creationId xmlns:a16="http://schemas.microsoft.com/office/drawing/2014/main" id="{65BCECC1-8129-C2DB-A29C-E4801FF75DA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 xmlns="">
                  <p:pic>
                    <p:nvPicPr>
                      <p:cNvPr id="18" name="Ink 17">
                        <a:extLst>
                          <a:ext uri="{FF2B5EF4-FFF2-40B4-BE49-F238E27FC236}">
                            <a16:creationId xmlns:a16="http://schemas.microsoft.com/office/drawing/2014/main" id="{65BCECC1-8129-C2DB-A29C-E4801FF75D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9" name="Ink 8">
                      <a:extLst>
                        <a:ext uri="{FF2B5EF4-FFF2-40B4-BE49-F238E27FC236}">
                          <a16:creationId xmlns:a16="http://schemas.microsoft.com/office/drawing/2014/main" id="{DBF076C6-AE63-4B2F-F3CF-6EDC8FE311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 xmlns="">
                <p:pic>
                  <p:nvPicPr>
                    <p:cNvPr id="9" name="Ink 8">
                      <a:extLst>
                        <a:ext uri="{FF2B5EF4-FFF2-40B4-BE49-F238E27FC236}">
                          <a16:creationId xmlns:a16="http://schemas.microsoft.com/office/drawing/2014/main" id="{DBF076C6-AE63-4B2F-F3CF-6EDC8FE311AB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10" name="Ink 9">
                      <a:extLst>
                        <a:ext uri="{FF2B5EF4-FFF2-40B4-BE49-F238E27FC236}">
                          <a16:creationId xmlns:a16="http://schemas.microsoft.com/office/drawing/2014/main" id="{AF86AD6F-B35C-2A4B-8E43-23E095ED17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 xmlns="">
                <p:pic>
                  <p:nvPicPr>
                    <p:cNvPr id="10" name="Ink 9">
                      <a:extLst>
                        <a:ext uri="{FF2B5EF4-FFF2-40B4-BE49-F238E27FC236}">
                          <a16:creationId xmlns:a16="http://schemas.microsoft.com/office/drawing/2014/main" id="{AF86AD6F-B35C-2A4B-8E43-23E095ED17DB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11" name="Ink 10">
                      <a:extLst>
                        <a:ext uri="{FF2B5EF4-FFF2-40B4-BE49-F238E27FC236}">
                          <a16:creationId xmlns:a16="http://schemas.microsoft.com/office/drawing/2014/main" id="{00FCF09B-0711-7D4C-EE4D-B5394FED010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 xmlns="">
                <p:pic>
                  <p:nvPicPr>
                    <p:cNvPr id="11" name="Ink 10">
                      <a:extLst>
                        <a:ext uri="{FF2B5EF4-FFF2-40B4-BE49-F238E27FC236}">
                          <a16:creationId xmlns:a16="http://schemas.microsoft.com/office/drawing/2014/main" id="{00FCF09B-0711-7D4C-EE4D-B5394FED010F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ED3F4A84-C39C-5FE9-79DA-3B39A232E901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ED3F4A84-C39C-5FE9-79DA-3B39A232E901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5EE3F05-84C8-7C68-912A-B3FCB03AFB5B}"/>
                </a:ext>
              </a:extLst>
            </p:cNvPr>
            <p:cNvGrpSpPr/>
            <p:nvPr/>
          </p:nvGrpSpPr>
          <p:grpSpPr>
            <a:xfrm>
              <a:off x="6526262" y="3340554"/>
              <a:ext cx="2470597" cy="1295400"/>
              <a:chOff x="2667000" y="3062835"/>
              <a:chExt cx="4572000" cy="377793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11E5A62-F682-6517-A380-531632483E94}"/>
                  </a:ext>
                </a:extLst>
              </p:cNvPr>
              <p:cNvGrpSpPr/>
              <p:nvPr/>
            </p:nvGrpSpPr>
            <p:grpSpPr>
              <a:xfrm>
                <a:off x="2667000" y="3062835"/>
                <a:ext cx="4572000" cy="3777930"/>
                <a:chOff x="5005395" y="3351195"/>
                <a:chExt cx="4171320" cy="341090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B0B282D7-8477-85AD-24C5-507A5F8B3CF8}"/>
                    </a:ext>
                  </a:extLst>
                </p:cNvPr>
                <p:cNvGrpSpPr/>
                <p:nvPr/>
              </p:nvGrpSpPr>
              <p:grpSpPr>
                <a:xfrm>
                  <a:off x="5091709" y="3395115"/>
                  <a:ext cx="3747491" cy="3366980"/>
                  <a:chOff x="5091709" y="3395115"/>
                  <a:chExt cx="3747491" cy="3366980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AD8986D8-1501-DB48-4BE5-34185834737C}"/>
                      </a:ext>
                    </a:extLst>
                  </p:cNvPr>
                  <p:cNvGrpSpPr/>
                  <p:nvPr/>
                </p:nvGrpSpPr>
                <p:grpSpPr>
                  <a:xfrm>
                    <a:off x="5091709" y="3660875"/>
                    <a:ext cx="3747491" cy="3101220"/>
                    <a:chOff x="5091709" y="3660875"/>
                    <a:chExt cx="3747491" cy="3101220"/>
                  </a:xfrm>
                </p:grpSpPr>
                <p:sp>
                  <p:nvSpPr>
                    <p:cNvPr id="55" name="Oval 54">
                      <a:extLst>
                        <a:ext uri="{FF2B5EF4-FFF2-40B4-BE49-F238E27FC236}">
                          <a16:creationId xmlns:a16="http://schemas.microsoft.com/office/drawing/2014/main" id="{AB5983DA-2ECA-0C07-4308-17779507AB0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215312" y="3660875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6" name="Oval 55">
                      <a:extLst>
                        <a:ext uri="{FF2B5EF4-FFF2-40B4-BE49-F238E27FC236}">
                          <a16:creationId xmlns:a16="http://schemas.microsoft.com/office/drawing/2014/main" id="{D79232BE-2E1E-15C5-B609-ACA674DB05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091709" y="3779193"/>
                      <a:ext cx="604042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1</a:t>
                      </a:r>
                    </a:p>
                  </p:txBody>
                </p:sp>
                <p:sp>
                  <p:nvSpPr>
                    <p:cNvPr id="57" name="Oval 56">
                      <a:extLst>
                        <a:ext uri="{FF2B5EF4-FFF2-40B4-BE49-F238E27FC236}">
                          <a16:creationId xmlns:a16="http://schemas.microsoft.com/office/drawing/2014/main" id="{FDBFC791-9DA8-8B7B-B01D-EE81C04C2DE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707184" y="5599213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latin typeface="Times New Roman" pitchFamily="-65" charset="0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sp>
                  <p:nvSpPr>
                    <p:cNvPr id="58" name="Oval 57">
                      <a:extLst>
                        <a:ext uri="{FF2B5EF4-FFF2-40B4-BE49-F238E27FC236}">
                          <a16:creationId xmlns:a16="http://schemas.microsoft.com/office/drawing/2014/main" id="{38FC8569-498A-017D-627A-CDDF7280945F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554389" y="4066432"/>
                      <a:ext cx="623888" cy="1162882"/>
                    </a:xfrm>
                    <a:prstGeom prst="ellipse">
                      <a:avLst/>
                    </a:prstGeom>
                    <a:gradFill flip="none" rotWithShape="1">
                      <a:gsLst>
                        <a:gs pos="0">
                          <a:srgbClr val="98CA00">
                            <a:shade val="30000"/>
                            <a:satMod val="115000"/>
                          </a:srgbClr>
                        </a:gs>
                        <a:gs pos="50000">
                          <a:srgbClr val="98CA00">
                            <a:shade val="67500"/>
                            <a:satMod val="115000"/>
                          </a:srgbClr>
                        </a:gs>
                        <a:gs pos="100000">
                          <a:srgbClr val="98CA00">
                            <a:shade val="100000"/>
                            <a:satMod val="115000"/>
                          </a:srgbClr>
                        </a:gs>
                      </a:gsLst>
                      <a:lin ang="10800000" scaled="1"/>
                      <a:tileRect/>
                    </a:gradFill>
                    <a:ln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rPr>
                        <a:t>2</a:t>
                      </a:r>
                    </a:p>
                  </p:txBody>
                </p:sp>
              </p:grpSp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2">
                    <p14:nvContentPartPr>
                      <p14:cNvPr id="49" name="Ink 48">
                        <a:extLst>
                          <a:ext uri="{FF2B5EF4-FFF2-40B4-BE49-F238E27FC236}">
                            <a16:creationId xmlns:a16="http://schemas.microsoft.com/office/drawing/2014/main" id="{6E494D5A-D805-D4D0-8A33-A9035EA0C1E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713470" y="4158675"/>
                      <a:ext cx="898920" cy="155520"/>
                    </p14:xfrm>
                  </p:contentPart>
                </mc:Choice>
                <mc:Fallback xmlns="">
                  <p:pic>
                    <p:nvPicPr>
                      <p:cNvPr id="49" name="Ink 48">
                        <a:extLst>
                          <a:ext uri="{FF2B5EF4-FFF2-40B4-BE49-F238E27FC236}">
                            <a16:creationId xmlns:a16="http://schemas.microsoft.com/office/drawing/2014/main" id="{6E494D5A-D805-D4D0-8A33-A9035EA0C1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98275" y="4135111"/>
                        <a:ext cx="928702" cy="20170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3">
                    <p14:nvContentPartPr>
                      <p14:cNvPr id="50" name="Ink 49">
                        <a:extLst>
                          <a:ext uri="{FF2B5EF4-FFF2-40B4-BE49-F238E27FC236}">
                            <a16:creationId xmlns:a16="http://schemas.microsoft.com/office/drawing/2014/main" id="{769913A4-F0A4-F9E7-512F-F575480977CC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067790" y="4622715"/>
                      <a:ext cx="246600" cy="1087560"/>
                    </p14:xfrm>
                  </p:contentPart>
                </mc:Choice>
                <mc:Fallback xmlns="">
                  <p:pic>
                    <p:nvPicPr>
                      <p:cNvPr id="50" name="Ink 49">
                        <a:extLst>
                          <a:ext uri="{FF2B5EF4-FFF2-40B4-BE49-F238E27FC236}">
                            <a16:creationId xmlns:a16="http://schemas.microsoft.com/office/drawing/2014/main" id="{769913A4-F0A4-F9E7-512F-F575480977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052605" y="4599031"/>
                        <a:ext cx="276362" cy="113398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4">
                    <p14:nvContentPartPr>
                      <p14:cNvPr id="51" name="Ink 50">
                        <a:extLst>
                          <a:ext uri="{FF2B5EF4-FFF2-40B4-BE49-F238E27FC236}">
                            <a16:creationId xmlns:a16="http://schemas.microsoft.com/office/drawing/2014/main" id="{DC693A96-8125-D63F-7C12-3C46FD2727E1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136190" y="3925395"/>
                      <a:ext cx="1103760" cy="357480"/>
                    </p14:xfrm>
                  </p:contentPart>
                </mc:Choice>
                <mc:Fallback xmlns="">
                  <p:pic>
                    <p:nvPicPr>
                      <p:cNvPr id="51" name="Ink 50">
                        <a:extLst>
                          <a:ext uri="{FF2B5EF4-FFF2-40B4-BE49-F238E27FC236}">
                            <a16:creationId xmlns:a16="http://schemas.microsoft.com/office/drawing/2014/main" id="{DC693A96-8125-D63F-7C12-3C46FD272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20995" y="3901752"/>
                        <a:ext cx="1133542" cy="4038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5">
                    <p14:nvContentPartPr>
                      <p14:cNvPr id="52" name="Ink 51">
                        <a:extLst>
                          <a:ext uri="{FF2B5EF4-FFF2-40B4-BE49-F238E27FC236}">
                            <a16:creationId xmlns:a16="http://schemas.microsoft.com/office/drawing/2014/main" id="{46836266-0B75-9021-474E-2BA7C2F7016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7335630" y="4253355"/>
                      <a:ext cx="1127160" cy="1754280"/>
                    </p14:xfrm>
                  </p:contentPart>
                </mc:Choice>
                <mc:Fallback xmlns="">
                  <p:pic>
                    <p:nvPicPr>
                      <p:cNvPr id="52" name="Ink 51">
                        <a:extLst>
                          <a:ext uri="{FF2B5EF4-FFF2-40B4-BE49-F238E27FC236}">
                            <a16:creationId xmlns:a16="http://schemas.microsoft.com/office/drawing/2014/main" id="{46836266-0B75-9021-474E-2BA7C2F701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439" y="4229661"/>
                        <a:ext cx="1156934" cy="18007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6">
                    <p14:nvContentPartPr>
                      <p14:cNvPr id="53" name="Ink 52">
                        <a:extLst>
                          <a:ext uri="{FF2B5EF4-FFF2-40B4-BE49-F238E27FC236}">
                            <a16:creationId xmlns:a16="http://schemas.microsoft.com/office/drawing/2014/main" id="{EDABE1DB-0173-90F5-AC3F-4E85120A7895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537790" y="4405635"/>
                      <a:ext cx="1282320" cy="1324800"/>
                    </p14:xfrm>
                  </p:contentPart>
                </mc:Choice>
                <mc:Fallback xmlns="">
                  <p:pic>
                    <p:nvPicPr>
                      <p:cNvPr id="53" name="Ink 52">
                        <a:extLst>
                          <a:ext uri="{FF2B5EF4-FFF2-40B4-BE49-F238E27FC236}">
                            <a16:creationId xmlns:a16="http://schemas.microsoft.com/office/drawing/2014/main" id="{EDABE1DB-0173-90F5-AC3F-4E85120A7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2597" y="4381944"/>
                        <a:ext cx="1312099" cy="1371234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27">
                    <p14:nvContentPartPr>
                      <p14:cNvPr id="54" name="Ink 53">
                        <a:extLst>
                          <a:ext uri="{FF2B5EF4-FFF2-40B4-BE49-F238E27FC236}">
                            <a16:creationId xmlns:a16="http://schemas.microsoft.com/office/drawing/2014/main" id="{442B0733-F721-C455-C25F-904AEBE549DD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5635710" y="3395115"/>
                      <a:ext cx="2880360" cy="582480"/>
                    </p14:xfrm>
                  </p:contentPart>
                </mc:Choice>
                <mc:Fallback xmlns="">
                  <p:pic>
                    <p:nvPicPr>
                      <p:cNvPr id="54" name="Ink 53">
                        <a:extLst>
                          <a:ext uri="{FF2B5EF4-FFF2-40B4-BE49-F238E27FC236}">
                            <a16:creationId xmlns:a16="http://schemas.microsoft.com/office/drawing/2014/main" id="{442B0733-F721-C455-C25F-904AEBE549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20518" y="3371437"/>
                        <a:ext cx="2910136" cy="62888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45" name="Ink 44">
                      <a:extLst>
                        <a:ext uri="{FF2B5EF4-FFF2-40B4-BE49-F238E27FC236}">
                          <a16:creationId xmlns:a16="http://schemas.microsoft.com/office/drawing/2014/main" id="{B4A53663-CFCA-94AB-C339-488DBC45BEA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005395" y="3351195"/>
                    <a:ext cx="614880" cy="547200"/>
                  </p14:xfrm>
                </p:contentPart>
              </mc:Choice>
              <mc:Fallback xmlns="">
                <p:pic>
                  <p:nvPicPr>
                    <p:cNvPr id="45" name="Ink 44">
                      <a:extLst>
                        <a:ext uri="{FF2B5EF4-FFF2-40B4-BE49-F238E27FC236}">
                          <a16:creationId xmlns:a16="http://schemas.microsoft.com/office/drawing/2014/main" id="{B4A53663-CFCA-94AB-C339-488DBC45BEAE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4990813" y="3327527"/>
                      <a:ext cx="644652" cy="59358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9">
                  <p14:nvContentPartPr>
                    <p14:cNvPr id="46" name="Ink 45">
                      <a:extLst>
                        <a:ext uri="{FF2B5EF4-FFF2-40B4-BE49-F238E27FC236}">
                          <a16:creationId xmlns:a16="http://schemas.microsoft.com/office/drawing/2014/main" id="{2F241231-9AE7-46E8-DA51-855A4B59F88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6319755" y="5899275"/>
                    <a:ext cx="632160" cy="414000"/>
                  </p14:xfrm>
                </p:contentPart>
              </mc:Choice>
              <mc:Fallback xmlns="">
                <p:pic>
                  <p:nvPicPr>
                    <p:cNvPr id="46" name="Ink 45">
                      <a:extLst>
                        <a:ext uri="{FF2B5EF4-FFF2-40B4-BE49-F238E27FC236}">
                          <a16:creationId xmlns:a16="http://schemas.microsoft.com/office/drawing/2014/main" id="{2F241231-9AE7-46E8-DA51-855A4B59F880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6304573" y="5875591"/>
                      <a:ext cx="661916" cy="46042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47" name="Ink 46">
                      <a:extLst>
                        <a:ext uri="{FF2B5EF4-FFF2-40B4-BE49-F238E27FC236}">
                          <a16:creationId xmlns:a16="http://schemas.microsoft.com/office/drawing/2014/main" id="{22CCC65A-601F-2960-6434-C0A8D6F29D5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8628075" y="3539835"/>
                    <a:ext cx="548640" cy="742320"/>
                  </p14:xfrm>
                </p:contentPart>
              </mc:Choice>
              <mc:Fallback xmlns="">
                <p:pic>
                  <p:nvPicPr>
                    <p:cNvPr id="47" name="Ink 46">
                      <a:extLst>
                        <a:ext uri="{FF2B5EF4-FFF2-40B4-BE49-F238E27FC236}">
                          <a16:creationId xmlns:a16="http://schemas.microsoft.com/office/drawing/2014/main" id="{22CCC65A-601F-2960-6434-C0A8D6F29D5A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8612886" y="3516164"/>
                      <a:ext cx="578411" cy="78871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FC8BD3BD-3150-3CD3-65F5-9A680896939C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FC8BD3BD-3150-3CD3-65F5-9A680896939C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4421166" y="3582781"/>
                    <a:ext cx="561476" cy="429041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10DED4-0E21-E1C5-4898-6C18417AD4FA}"/>
                </a:ext>
              </a:extLst>
            </p:cNvPr>
            <p:cNvSpPr/>
            <p:nvPr/>
          </p:nvSpPr>
          <p:spPr bwMode="auto">
            <a:xfrm>
              <a:off x="3161980" y="3633480"/>
              <a:ext cx="1208985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Encoder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3EA2283-FD80-B5CC-7A8B-B65D11F36F97}"/>
                </a:ext>
              </a:extLst>
            </p:cNvPr>
            <p:cNvSpPr/>
            <p:nvPr/>
          </p:nvSpPr>
          <p:spPr bwMode="auto">
            <a:xfrm>
              <a:off x="4813479" y="3631583"/>
              <a:ext cx="1226618" cy="461665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Decoder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8F18174-7D0F-DBCE-8850-E1E9D81BA3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02001" y="3899807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10CCFA1-6CA2-D4D0-4142-B0EFB6C5C7A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386808" y="3870656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AE50671-92C4-CDA4-C54A-C8CD697A241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71919" y="3841181"/>
              <a:ext cx="479707" cy="0"/>
            </a:xfrm>
            <a:prstGeom prst="straightConnector1">
              <a:avLst/>
            </a:prstGeom>
            <a:noFill/>
            <a:ln w="44450" cap="flat" cmpd="sng" algn="ctr">
              <a:solidFill>
                <a:srgbClr val="004F8B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8176ECF-1854-2A50-C18B-AB2B26E39851}"/>
              </a:ext>
            </a:extLst>
          </p:cNvPr>
          <p:cNvGrpSpPr/>
          <p:nvPr/>
        </p:nvGrpSpPr>
        <p:grpSpPr>
          <a:xfrm>
            <a:off x="4020266" y="1676400"/>
            <a:ext cx="2291506" cy="1847850"/>
            <a:chOff x="2667000" y="3062835"/>
            <a:chExt cx="4572000" cy="3280815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F7004F3-9E8F-BA10-93B2-BDE9F814900B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C7A6BE48-C9F7-9473-1E32-BF4143EF10CF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4BDB6D99-E65A-1C16-286C-0EE0F1A2A0CE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A29DD11F-7F5B-F3B2-0256-C47D25C881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86" name="Oval 85">
                    <a:extLst>
                      <a:ext uri="{FF2B5EF4-FFF2-40B4-BE49-F238E27FC236}">
                        <a16:creationId xmlns:a16="http://schemas.microsoft.com/office/drawing/2014/main" id="{FE75465F-845B-F0C9-F329-055EA6CFED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0285A0FB-EC7F-BD61-C3F8-04E589898E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C9457D41-6C99-6710-9B05-33D63E59E63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32">
                  <p14:nvContentPartPr>
                    <p14:cNvPr id="79" name="Ink 78">
                      <a:extLst>
                        <a:ext uri="{FF2B5EF4-FFF2-40B4-BE49-F238E27FC236}">
                          <a16:creationId xmlns:a16="http://schemas.microsoft.com/office/drawing/2014/main" id="{CE5BB5F5-ADFA-D951-C674-D785A044D75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79" name="Ink 78">
                      <a:extLst>
                        <a:ext uri="{FF2B5EF4-FFF2-40B4-BE49-F238E27FC236}">
                          <a16:creationId xmlns:a16="http://schemas.microsoft.com/office/drawing/2014/main" id="{CE5BB5F5-ADFA-D951-C674-D785A044D754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697090" y="4144275"/>
                      <a:ext cx="931024" cy="18374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3">
                  <p14:nvContentPartPr>
                    <p14:cNvPr id="80" name="Ink 79">
                      <a:extLst>
                        <a:ext uri="{FF2B5EF4-FFF2-40B4-BE49-F238E27FC236}">
                          <a16:creationId xmlns:a16="http://schemas.microsoft.com/office/drawing/2014/main" id="{42102867-350E-2A38-E4C4-443E219ADEA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80" name="Ink 79">
                      <a:extLst>
                        <a:ext uri="{FF2B5EF4-FFF2-40B4-BE49-F238E27FC236}">
                          <a16:creationId xmlns:a16="http://schemas.microsoft.com/office/drawing/2014/main" id="{42102867-350E-2A38-E4C4-443E219ADEA8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051437" y="4608868"/>
                      <a:ext cx="278651" cy="11158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4">
                  <p14:nvContentPartPr>
                    <p14:cNvPr id="81" name="Ink 80">
                      <a:extLst>
                        <a:ext uri="{FF2B5EF4-FFF2-40B4-BE49-F238E27FC236}">
                          <a16:creationId xmlns:a16="http://schemas.microsoft.com/office/drawing/2014/main" id="{620E85C5-8DD1-7A02-2EE2-C875CCB46EE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81" name="Ink 80">
                      <a:extLst>
                        <a:ext uri="{FF2B5EF4-FFF2-40B4-BE49-F238E27FC236}">
                          <a16:creationId xmlns:a16="http://schemas.microsoft.com/office/drawing/2014/main" id="{620E85C5-8DD1-7A02-2EE2-C875CCB46EE9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7119814" y="3910980"/>
                      <a:ext cx="1135857" cy="38573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5">
                  <p14:nvContentPartPr>
                    <p14:cNvPr id="82" name="Ink 81">
                      <a:extLst>
                        <a:ext uri="{FF2B5EF4-FFF2-40B4-BE49-F238E27FC236}">
                          <a16:creationId xmlns:a16="http://schemas.microsoft.com/office/drawing/2014/main" id="{CBB9FBD0-A1A5-2754-E614-4D4269FA31E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82" name="Ink 81">
                      <a:extLst>
                        <a:ext uri="{FF2B5EF4-FFF2-40B4-BE49-F238E27FC236}">
                          <a16:creationId xmlns:a16="http://schemas.microsoft.com/office/drawing/2014/main" id="{CBB9FBD0-A1A5-2754-E614-4D4269FA31ED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319256" y="4239510"/>
                      <a:ext cx="1159252" cy="178254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6">
                  <p14:nvContentPartPr>
                    <p14:cNvPr id="83" name="Ink 82">
                      <a:extLst>
                        <a:ext uri="{FF2B5EF4-FFF2-40B4-BE49-F238E27FC236}">
                          <a16:creationId xmlns:a16="http://schemas.microsoft.com/office/drawing/2014/main" id="{082383DA-6955-4B2D-D794-AC04F4D02C9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83" name="Ink 82">
                      <a:extLst>
                        <a:ext uri="{FF2B5EF4-FFF2-40B4-BE49-F238E27FC236}">
                          <a16:creationId xmlns:a16="http://schemas.microsoft.com/office/drawing/2014/main" id="{082383DA-6955-4B2D-D794-AC04F4D02C95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5521409" y="4391210"/>
                      <a:ext cx="1314427" cy="135307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7">
                  <p14:nvContentPartPr>
                    <p14:cNvPr id="84" name="Ink 83">
                      <a:extLst>
                        <a:ext uri="{FF2B5EF4-FFF2-40B4-BE49-F238E27FC236}">
                          <a16:creationId xmlns:a16="http://schemas.microsoft.com/office/drawing/2014/main" id="{6AF6239B-0BB4-1891-D752-CE0EEED061D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84" name="Ink 83">
                      <a:extLst>
                        <a:ext uri="{FF2B5EF4-FFF2-40B4-BE49-F238E27FC236}">
                          <a16:creationId xmlns:a16="http://schemas.microsoft.com/office/drawing/2014/main" id="{6AF6239B-0BB4-1891-D752-CE0EEED061D4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5619329" y="3380683"/>
                      <a:ext cx="2912466" cy="61076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6A5DBC1F-1BDD-37B1-DE9F-BD8F86C1885D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6A5DBC1F-1BDD-37B1-DE9F-BD8F86C1885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989024" y="3336780"/>
                    <a:ext cx="646966" cy="5754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CEF32167-3A5B-89D2-5A5D-EF19457058D7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CEF32167-3A5B-89D2-5A5D-EF19457058D7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303378" y="5884860"/>
                    <a:ext cx="664259" cy="4422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356FA044-E89E-5446-FFE9-428232B31F20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356FA044-E89E-5446-FFE9-428232B31F20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611707" y="3525415"/>
                    <a:ext cx="580720" cy="77058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FDE0AA7-480E-AD7C-2CA8-A3FF1C3B063C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FDE0AA7-480E-AD7C-2CA8-A3FF1C3B063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19878" y="3593670"/>
                  <a:ext cx="564000" cy="40895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961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A2A8-0ECA-087B-98ED-497E24E2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EB51EE-9F66-3D85-B3A0-FD7AFB051843}"/>
              </a:ext>
            </a:extLst>
          </p:cNvPr>
          <p:cNvGrpSpPr/>
          <p:nvPr/>
        </p:nvGrpSpPr>
        <p:grpSpPr>
          <a:xfrm>
            <a:off x="3037234" y="1447800"/>
            <a:ext cx="2291506" cy="1847850"/>
            <a:chOff x="2667000" y="3062835"/>
            <a:chExt cx="4572000" cy="328081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3288B6C-FE49-8106-A56D-6327453C30CC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1E5B0A1-C618-5E60-9B4E-3BF7270AA09B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23EEEDC4-2419-A6B5-12D9-7693DD73F0EF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8856A2D5-F1F0-B9C7-AA15-70BD39BFEF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D7C394F-D6D8-28CF-29BB-259468BD87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47B939F8-580D-091A-2D62-A142B022F3C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8A0957B2-E7BA-F829-238E-62E40D4C62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2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B8CC3FFE-C029-8522-0BF0-C070BBC36A6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79" name="Ink 78">
                      <a:extLst>
                        <a:ext uri="{FF2B5EF4-FFF2-40B4-BE49-F238E27FC236}">
                          <a16:creationId xmlns:a16="http://schemas.microsoft.com/office/drawing/2014/main" id="{CE5BB5F5-ADFA-D951-C674-D785A044D754}"/>
                        </a:ext>
                      </a:extLst>
                    </p:cNvPr>
                    <p:cNvPicPr/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697090" y="4144275"/>
                      <a:ext cx="931024" cy="18374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87CA3A3C-7346-6B0B-0372-150BEC2F82B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80" name="Ink 79">
                      <a:extLst>
                        <a:ext uri="{FF2B5EF4-FFF2-40B4-BE49-F238E27FC236}">
                          <a16:creationId xmlns:a16="http://schemas.microsoft.com/office/drawing/2014/main" id="{42102867-350E-2A38-E4C4-443E219ADEA8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051437" y="4608868"/>
                      <a:ext cx="278651" cy="11158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013B76D0-48AD-3AA1-8A40-4F32FB42E2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81" name="Ink 80">
                      <a:extLst>
                        <a:ext uri="{FF2B5EF4-FFF2-40B4-BE49-F238E27FC236}">
                          <a16:creationId xmlns:a16="http://schemas.microsoft.com/office/drawing/2014/main" id="{620E85C5-8DD1-7A02-2EE2-C875CCB46EE9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7119814" y="3910980"/>
                      <a:ext cx="1135857" cy="38573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36F592F9-04E6-44AF-03AC-1F64792DAB7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82" name="Ink 81">
                      <a:extLst>
                        <a:ext uri="{FF2B5EF4-FFF2-40B4-BE49-F238E27FC236}">
                          <a16:creationId xmlns:a16="http://schemas.microsoft.com/office/drawing/2014/main" id="{CBB9FBD0-A1A5-2754-E614-4D4269FA31ED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319256" y="4239510"/>
                      <a:ext cx="1159252" cy="178254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FCD76585-8070-397C-5DB5-A23A67D4F69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83" name="Ink 82">
                      <a:extLst>
                        <a:ext uri="{FF2B5EF4-FFF2-40B4-BE49-F238E27FC236}">
                          <a16:creationId xmlns:a16="http://schemas.microsoft.com/office/drawing/2014/main" id="{082383DA-6955-4B2D-D794-AC04F4D02C95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5521409" y="4391210"/>
                      <a:ext cx="1314427" cy="135307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77C5BE85-2A4F-DC4E-EC6E-0CCCA8E3730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84" name="Ink 83">
                      <a:extLst>
                        <a:ext uri="{FF2B5EF4-FFF2-40B4-BE49-F238E27FC236}">
                          <a16:creationId xmlns:a16="http://schemas.microsoft.com/office/drawing/2014/main" id="{6AF6239B-0BB4-1891-D752-CE0EEED061D4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5619329" y="3380683"/>
                      <a:ext cx="2912466" cy="61076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7166CEB6-66ED-EB88-EE03-820D2776F3B0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6A5DBC1F-1BDD-37B1-DE9F-BD8F86C1885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989024" y="3336780"/>
                    <a:ext cx="646966" cy="5754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8946C3B0-4F57-76F3-4437-0D933102135F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CEF32167-3A5B-89D2-5A5D-EF19457058D7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303378" y="5884860"/>
                    <a:ext cx="664259" cy="4422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2EA75CA1-923D-B8E2-EE83-3643EC8A9298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356FA044-E89E-5446-FFE9-428232B31F20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611707" y="3525415"/>
                    <a:ext cx="580720" cy="77058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8EB17CD-97F7-0834-0FAB-04C68F313B3B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FDE0AA7-480E-AD7C-2CA8-A3FF1C3B063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419878" y="3593670"/>
                  <a:ext cx="564000" cy="40895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1E140BCC-7E66-2F58-D8F2-BC8E25115E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	    Nodes			                 Edge index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			 	</a:t>
                </a: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dirty="0"/>
                  <a:t>       </a:t>
                </a:r>
                <a:r>
                  <a:rPr lang="en-US" dirty="0">
                    <a:solidFill>
                      <a:srgbClr val="0033CC"/>
                    </a:solidFill>
                  </a:rPr>
                  <a:t>edge</a:t>
                </a:r>
                <a:r>
                  <a:rPr lang="en-US" dirty="0" err="1">
                    <a:solidFill>
                      <a:srgbClr val="0033CC"/>
                    </a:solidFill>
                  </a:rPr>
                  <a:t>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[2, 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=16]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		</a:t>
                </a:r>
                <a:r>
                  <a:rPr lang="en-US" dirty="0"/>
                  <a:t>       </a:t>
                </a:r>
                <a:r>
                  <a:rPr lang="en-US" i="1" dirty="0">
                    <a:solidFill>
                      <a:schemeClr val="tx1"/>
                    </a:solidFill>
                  </a:rPr>
                  <a:t>K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= </a:t>
                </a:r>
                <a:r>
                  <a:rPr lang="en-US" dirty="0">
                    <a:solidFill>
                      <a:schemeClr val="tx1"/>
                    </a:solidFill>
                  </a:rPr>
                  <a:t>number of edges.	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=4, 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=3]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       </a:t>
                </a:r>
                <a:r>
                  <a:rPr lang="en-US" i="1" dirty="0">
                    <a:solidFill>
                      <a:schemeClr val="tx1"/>
                    </a:solidFill>
                  </a:rPr>
                  <a:t>d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= </a:t>
                </a:r>
                <a:r>
                  <a:rPr lang="en-US" dirty="0">
                    <a:solidFill>
                      <a:schemeClr val="tx1"/>
                    </a:solidFill>
                  </a:rPr>
                  <a:t>dimension of the input					feature vectors.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target node index 	= </a:t>
                </a:r>
                <a:r>
                  <a:rPr lang="en-US" dirty="0">
                    <a:solidFill>
                      <a:srgbClr val="0033CC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[0]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source node index	= </a:t>
                </a:r>
                <a:r>
                  <a:rPr lang="en-US" dirty="0">
                    <a:solidFill>
                      <a:srgbClr val="0033CC"/>
                    </a:solidFill>
                  </a:rPr>
                  <a:t>edge_index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Content Placeholder 50">
                <a:extLst>
                  <a:ext uri="{FF2B5EF4-FFF2-40B4-BE49-F238E27FC236}">
                    <a16:creationId xmlns:a16="http://schemas.microsoft.com/office/drawing/2014/main" id="{1E140BCC-7E66-2F58-D8F2-BC8E25115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43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CB160191-7C71-9746-C86C-559C9056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(2):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C8A0AEA-857D-C321-2C90-65895BE56E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0243154"/>
                  </p:ext>
                </p:extLst>
              </p:nvPr>
            </p:nvGraphicFramePr>
            <p:xfrm>
              <a:off x="1676401" y="1676398"/>
              <a:ext cx="1740078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580026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580026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580026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042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042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042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0428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C8A0AEA-857D-C321-2C90-65895BE56E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0243154"/>
                  </p:ext>
                </p:extLst>
              </p:nvPr>
            </p:nvGraphicFramePr>
            <p:xfrm>
              <a:off x="1676401" y="1676398"/>
              <a:ext cx="1740078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580026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580026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580026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6522" t="-5556" r="-21521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6522" t="-5556" r="-11521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6522" t="-5556" r="-15217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6522" t="-102703" r="-215217" b="-2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6522" t="-102703" r="-115217" b="-2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6522" t="-102703" r="-15217" b="-2162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6522" t="-208333" r="-215217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6522" t="-208333" r="-115217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6522" t="-208333" r="-15217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6522" t="-308333" r="-215217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106522" t="-308333" r="-115217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206522" t="-308333" r="-15217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247475ED-B76A-4FAA-B955-29EFB229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9690313"/>
                  </p:ext>
                </p:extLst>
              </p:nvPr>
            </p:nvGraphicFramePr>
            <p:xfrm>
              <a:off x="5029200" y="1752600"/>
              <a:ext cx="3124199" cy="74168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407504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407504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339587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407504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1211193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350907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>
                <a:extLst>
                  <a:ext uri="{FF2B5EF4-FFF2-40B4-BE49-F238E27FC236}">
                    <a16:creationId xmlns:a16="http://schemas.microsoft.com/office/drawing/2014/main" id="{247475ED-B76A-4FAA-B955-29EFB2296A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9690313"/>
                  </p:ext>
                </p:extLst>
              </p:nvPr>
            </p:nvGraphicFramePr>
            <p:xfrm>
              <a:off x="5029200" y="1752600"/>
              <a:ext cx="3124199" cy="74168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407504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407504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339587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407504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1211193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350907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32632" t="-10000" r="-37895" b="-1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32632" t="-113793" r="-37895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69CE485-07C9-EA90-6F36-106458E5B4D3}"/>
              </a:ext>
            </a:extLst>
          </p:cNvPr>
          <p:cNvSpPr txBox="1"/>
          <p:nvPr/>
        </p:nvSpPr>
        <p:spPr>
          <a:xfrm>
            <a:off x="2604680" y="5181600"/>
            <a:ext cx="4352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="0" dirty="0"/>
              <a:t>dge </a:t>
            </a:r>
            <a:r>
              <a:rPr lang="en-US" dirty="0"/>
              <a:t>features (</a:t>
            </a:r>
            <a:r>
              <a:rPr lang="en-US" dirty="0" err="1">
                <a:solidFill>
                  <a:srgbClr val="0033CC"/>
                </a:solidFill>
              </a:rPr>
              <a:t>edge_weights</a:t>
            </a:r>
            <a:r>
              <a:rPr lang="en-US" dirty="0">
                <a:solidFill>
                  <a:srgbClr val="0033CC"/>
                </a:solidFill>
              </a:rPr>
              <a:t>[</a:t>
            </a:r>
            <a:r>
              <a:rPr lang="en-US" i="1" dirty="0">
                <a:solidFill>
                  <a:srgbClr val="0033CC"/>
                </a:solidFill>
              </a:rPr>
              <a:t>K</a:t>
            </a:r>
            <a:r>
              <a:rPr lang="en-US" dirty="0">
                <a:solidFill>
                  <a:srgbClr val="0033CC"/>
                </a:solidFill>
              </a:rPr>
              <a:t>]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D80E67F-5190-DE00-4A5B-8D05DBD8B9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3259261"/>
                  </p:ext>
                </p:extLst>
              </p:nvPr>
            </p:nvGraphicFramePr>
            <p:xfrm>
              <a:off x="2732706" y="5692754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D80E67F-5190-DE00-4A5B-8D05DBD8B9F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3259261"/>
                  </p:ext>
                </p:extLst>
              </p:nvPr>
            </p:nvGraphicFramePr>
            <p:xfrm>
              <a:off x="2732706" y="5692754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4918" t="-7500" r="-514754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104918" t="-7500" r="-414754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201613" t="-7500" r="-308065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306557" t="-7500" r="-213115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406557" t="-7500" r="-113115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506557" t="-7500" r="-13115" b="-1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8472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3B344-519F-B42E-06DC-7DC9F5A55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EA82C8E-6BDF-AA4E-79B2-FF069034BEA1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EA82C8E-6BDF-AA4E-79B2-FF069034BE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19DED63-1664-0061-3F14-1CEB8A437F7D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19DED63-1664-0061-3F14-1CEB8A437F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24B707E-034B-F355-D903-C1259D92AAD8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24B707E-034B-F355-D903-C1259D92AA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0846853-5E57-C44C-CB42-DD3C03381DA1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0846853-5E57-C44C-CB42-DD3C03381D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85BA6AE1-ECC3-9183-269F-BE5A7E47CC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autoencoder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40214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0998-7F37-948B-9834-F5DBEC2F7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BA54AB69-0FA6-440E-7F85-94149C6857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Our GAE computations so far are: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	node adjacency (edge weights)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		node embedding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			</a:t>
                </a:r>
                <a:r>
                  <a:rPr lang="en-US" b="1" dirty="0">
                    <a:solidFill>
                      <a:srgbClr val="0033CC"/>
                    </a:solidFill>
                  </a:rPr>
                  <a:t>node attention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(Edges are defined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edge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index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33CC"/>
                            </a:solidFill>
                          </a:rPr>
                          <m:t>edge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0033CC"/>
                            </a:solidFill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0033CC"/>
                            </a:solidFill>
                          </a:rPr>
                          <m:t>weights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a simple example of the </a:t>
                </a:r>
              </a:p>
              <a:p>
                <a:pPr marL="0" indent="0">
                  <a:buNone/>
                </a:pPr>
                <a:r>
                  <a:rPr lang="en-US" dirty="0"/>
                  <a:t>concept of  </a:t>
                </a:r>
                <a:r>
                  <a:rPr lang="en-US" dirty="0">
                    <a:solidFill>
                      <a:srgbClr val="0033CC"/>
                    </a:solidFill>
                  </a:rPr>
                  <a:t>attention</a:t>
                </a:r>
                <a:r>
                  <a:rPr lang="en-US" dirty="0"/>
                  <a:t>: each target node </a:t>
                </a:r>
                <a:br>
                  <a:rPr lang="en-US" dirty="0"/>
                </a:br>
                <a:r>
                  <a:rPr lang="en-US" dirty="0"/>
                  <a:t>“pays attention” to specific nodes in the graph.</a:t>
                </a:r>
              </a:p>
              <a:p>
                <a:pPr marL="0" indent="0">
                  <a:buNone/>
                </a:pPr>
                <a:r>
                  <a:rPr lang="en-US" dirty="0"/>
                  <a:t>(in our example, those that are spatially close).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BA54AB69-0FA6-440E-7F85-94149C685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B0815A09-53DF-D919-B565-AA1A266A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(1)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6036B4-03ED-65D4-A99E-8BB1D40CDAB1}"/>
              </a:ext>
            </a:extLst>
          </p:cNvPr>
          <p:cNvGrpSpPr/>
          <p:nvPr/>
        </p:nvGrpSpPr>
        <p:grpSpPr>
          <a:xfrm>
            <a:off x="5562600" y="3962400"/>
            <a:ext cx="3276600" cy="2381249"/>
            <a:chOff x="2667000" y="3062835"/>
            <a:chExt cx="4572000" cy="32808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5DA5C87-AE32-F13C-6A93-492B236EA810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BA5E613-DFD9-8637-5C6B-6BCA7F00260E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18929224-B256-FF40-6A1C-74C352575A96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13551992-291A-B5C5-9422-41240A6DA1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AC140DF7-C800-1C8E-B908-5C07777D50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3A09F6E-4121-7B0F-71A8-B93C97749A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9F3B376F-CC62-C0A2-ECD1-C09901EC2D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3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4FC67985-21C4-83C0-C42A-011E2B24A4F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4FC67985-21C4-83C0-C42A-011E2B24A4FB}"/>
                        </a:ext>
                      </a:extLst>
                    </p:cNvPr>
                    <p:cNvPicPr/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8B247DB0-62A5-E4D8-623F-73448293F1F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8B247DB0-62A5-E4D8-623F-73448293F1F2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118E7978-B7E6-61F4-92C3-87002DCBC67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118E7978-B7E6-61F4-92C3-87002DCBC670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0D924F13-9058-2C1D-A83F-84388598359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0D924F13-9058-2C1D-A83F-84388598359B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E9ECF75B-1812-75A0-8993-1B7B2E31BE8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E9ECF75B-1812-75A0-8993-1B7B2E31BE83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580AEDF1-992F-1EE1-D177-F47062BA97A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580AEDF1-992F-1EE1-D177-F47062BA97A5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0D975443-25E0-5CB5-2A58-11B380779E5A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0D975443-25E0-5CB5-2A58-11B380779E5A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584ED951-E70E-351D-E404-B8650574A407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584ED951-E70E-351D-E404-B8650574A407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7C57DFC2-7ECD-201D-A375-DBBE65C661E0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7C57DFC2-7ECD-201D-A375-DBBE65C661E0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8A75A1D-2801-D6BC-9F81-FD4A6F957509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8A75A1D-2801-D6BC-9F81-FD4A6F95750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165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6598-6412-2DBF-9971-0D58A40DB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668604CC-2807-0928-87F2-B30C46632FB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 addition to the computations,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			node adjacency (edge weights)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		node embedding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			node attention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we’ll perform another linear transformation: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′</m:t>
                    </m:r>
                    <m:sSubSup>
                      <m:sSub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are</a:t>
                </a:r>
                <a:br>
                  <a:rPr lang="en-US" dirty="0"/>
                </a:br>
                <a:r>
                  <a:rPr lang="en-US" dirty="0"/>
                  <a:t>the parameters of our graph </a:t>
                </a:r>
              </a:p>
              <a:p>
                <a:pPr marL="0" indent="0">
                  <a:buNone/>
                </a:pPr>
                <a:r>
                  <a:rPr lang="en-US" dirty="0"/>
                  <a:t>convolution operation, </a:t>
                </a:r>
                <a:r>
                  <a:rPr lang="en-US" dirty="0" err="1">
                    <a:solidFill>
                      <a:srgbClr val="0033CC"/>
                    </a:solidFill>
                  </a:rPr>
                  <a:t>GNNConv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The full model is shown on the next slide.</a:t>
                </a:r>
              </a:p>
            </p:txBody>
          </p:sp>
        </mc:Choice>
        <mc:Fallback xmlns="">
          <p:sp>
            <p:nvSpPr>
              <p:cNvPr id="16" name="Content Placeholder 15">
                <a:extLst>
                  <a:ext uri="{FF2B5EF4-FFF2-40B4-BE49-F238E27FC236}">
                    <a16:creationId xmlns:a16="http://schemas.microsoft.com/office/drawing/2014/main" id="{668604CC-2807-0928-87F2-B30C46632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b="-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AACA1A74-ED7E-B2C4-0517-671F5D3A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Autoencoder (2)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DDA92B-FD5B-2FC9-191C-D4058B054404}"/>
              </a:ext>
            </a:extLst>
          </p:cNvPr>
          <p:cNvGrpSpPr/>
          <p:nvPr/>
        </p:nvGrpSpPr>
        <p:grpSpPr>
          <a:xfrm>
            <a:off x="5638800" y="3962400"/>
            <a:ext cx="3276600" cy="2381249"/>
            <a:chOff x="2667000" y="3062835"/>
            <a:chExt cx="4572000" cy="328081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471D3F-D408-B400-84CC-A25E90DD7671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280815"/>
              <a:chOff x="5005395" y="3351195"/>
              <a:chExt cx="4171320" cy="29620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FCC0C9B-E5B4-FC5D-2CFB-7D89B7955470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853285"/>
                <a:chOff x="5091709" y="3395115"/>
                <a:chExt cx="3747491" cy="285328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340D26D5-2F30-790A-F088-250B73968A47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D79AFD6A-075F-C69B-A4C2-6BBCC8FF01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5C2DA136-33DE-D7C3-9B81-AF79BDF26A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599ED5D2-4C18-DD05-8889-7C9C1BDD49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5F74A92D-B02F-1474-0131-C3D02C9E22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3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CC0B8BBE-D3A5-2214-FA5B-6C9A6A3F8BF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CC0B8BBE-D3A5-2214-FA5B-6C9A6A3F8BFF}"/>
                        </a:ext>
                      </a:extLst>
                    </p:cNvPr>
                    <p:cNvPicPr/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5702016" y="4147470"/>
                      <a:ext cx="921370" cy="17748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63A925DB-7298-5F9F-A724-D7C64AD15D1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63A925DB-7298-5F9F-A724-D7C64AD15D15}"/>
                        </a:ext>
                      </a:extLst>
                    </p:cNvPr>
                    <p:cNvPicPr/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7056352" y="4611522"/>
                      <a:ext cx="269018" cy="11094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">
                  <p14:nvContentPartPr>
                    <p14:cNvPr id="18" name="Ink 17">
                      <a:extLst>
                        <a:ext uri="{FF2B5EF4-FFF2-40B4-BE49-F238E27FC236}">
                          <a16:creationId xmlns:a16="http://schemas.microsoft.com/office/drawing/2014/main" id="{B803E206-0F7E-7EEB-5E34-215FF430D77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8" name="Ink 17">
                      <a:extLst>
                        <a:ext uri="{FF2B5EF4-FFF2-40B4-BE49-F238E27FC236}">
                          <a16:creationId xmlns:a16="http://schemas.microsoft.com/office/drawing/2014/main" id="{B803E206-0F7E-7EEB-5E34-215FF430D77A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7124731" y="3914196"/>
                      <a:ext cx="1126220" cy="37943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19" name="Ink 18">
                      <a:extLst>
                        <a:ext uri="{FF2B5EF4-FFF2-40B4-BE49-F238E27FC236}">
                          <a16:creationId xmlns:a16="http://schemas.microsoft.com/office/drawing/2014/main" id="{EE902435-C6B5-B17A-A524-77F22BCC81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9" name="Ink 18">
                      <a:extLst>
                        <a:ext uri="{FF2B5EF4-FFF2-40B4-BE49-F238E27FC236}">
                          <a16:creationId xmlns:a16="http://schemas.microsoft.com/office/drawing/2014/main" id="{EE902435-C6B5-B17A-A524-77F22BCC81AB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324175" y="4242161"/>
                      <a:ext cx="1149612" cy="17762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34329674-14AC-A64A-520A-32F62F5B2C9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34329674-14AC-A64A-520A-32F62F5B2C98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526333" y="4394442"/>
                      <a:ext cx="1304777" cy="134673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">
                  <p14:nvContentPartPr>
                    <p14:cNvPr id="21" name="Ink 20">
                      <a:extLst>
                        <a:ext uri="{FF2B5EF4-FFF2-40B4-BE49-F238E27FC236}">
                          <a16:creationId xmlns:a16="http://schemas.microsoft.com/office/drawing/2014/main" id="{7D0CE7A8-BA19-C2D9-7147-1167E17C3A4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1" name="Ink 20">
                      <a:extLst>
                        <a:ext uri="{FF2B5EF4-FFF2-40B4-BE49-F238E27FC236}">
                          <a16:creationId xmlns:a16="http://schemas.microsoft.com/office/drawing/2014/main" id="{7D0CE7A8-BA19-C2D9-7147-1167E17C3A48}"/>
                        </a:ext>
                      </a:extLst>
                    </p:cNvPr>
                    <p:cNvPicPr/>
                    <p:nvPr/>
                  </p:nvPicPr>
                  <p:blipFill>
                    <a:blip r:embed="rId14"/>
                    <a:stretch>
                      <a:fillRect/>
                    </a:stretch>
                  </p:blipFill>
                  <p:spPr>
                    <a:xfrm>
                      <a:off x="5624253" y="3383913"/>
                      <a:ext cx="2902816" cy="60443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DEF7D25A-2E6E-0E26-248B-C1DF3BB73985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DEF7D25A-2E6E-0E26-248B-C1DF3BB73985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993940" y="3340009"/>
                    <a:ext cx="637331" cy="569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0397994E-04AD-C6BD-AAE3-53AB55945ED7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0397994E-04AD-C6BD-AAE3-53AB55945ED7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6308295" y="5888086"/>
                    <a:ext cx="654623" cy="43593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3990E7AE-0CD0-E518-F38F-47C3F50C23CA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3990E7AE-0CD0-E518-F38F-47C3F50C23CA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8616616" y="3528642"/>
                    <a:ext cx="571099" cy="7642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FEB4444-2E52-AA7C-2D20-5BBE0132BB42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FEB4444-2E52-AA7C-2D20-5BBE0132BB4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25261" y="3596616"/>
                  <a:ext cx="553449" cy="401924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608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6694613E-8FAB-C53D-0E58-5919E230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GAE: </a:t>
            </a:r>
            <a:r>
              <a:rPr lang="en-US" dirty="0">
                <a:solidFill>
                  <a:schemeClr val="accent1"/>
                </a:solidFill>
              </a:rPr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AEB64-9F59-85B3-CB1F-1FACD7690587}"/>
                  </a:ext>
                </a:extLst>
              </p:cNvPr>
              <p:cNvSpPr txBox="1"/>
              <p:nvPr/>
            </p:nvSpPr>
            <p:spPr>
              <a:xfrm>
                <a:off x="4480568" y="5939135"/>
                <a:ext cx="4248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edge_index</a:t>
                </a:r>
                <a:r>
                  <a:rPr lang="en-US" dirty="0"/>
                  <a:t>, </a:t>
                </a:r>
                <a:r>
                  <a:rPr lang="en-US" dirty="0" err="1"/>
                  <a:t>edge_weights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AEB64-9F59-85B3-CB1F-1FACD7690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8" y="5939135"/>
                <a:ext cx="4248022" cy="461665"/>
              </a:xfrm>
              <a:prstGeom prst="rect">
                <a:avLst/>
              </a:prstGeom>
              <a:blipFill>
                <a:blip r:embed="rId3"/>
                <a:stretch>
                  <a:fillRect l="-298" t="-10526" r="-119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A48B980-5BC5-E98C-9875-9CAE9923BA9A}"/>
              </a:ext>
            </a:extLst>
          </p:cNvPr>
          <p:cNvGrpSpPr/>
          <p:nvPr/>
        </p:nvGrpSpPr>
        <p:grpSpPr>
          <a:xfrm>
            <a:off x="5414232" y="2012087"/>
            <a:ext cx="3424968" cy="3775780"/>
            <a:chOff x="5185632" y="2012087"/>
            <a:chExt cx="3424968" cy="377578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C4AD6C-0FEB-944F-93A3-E2BF44FB9B8B}"/>
                </a:ext>
              </a:extLst>
            </p:cNvPr>
            <p:cNvSpPr txBox="1"/>
            <p:nvPr/>
          </p:nvSpPr>
          <p:spPr>
            <a:xfrm>
              <a:off x="5185632" y="4878668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33CC"/>
                  </a:solidFill>
                </a:rPr>
                <a:t>GNNConv</a:t>
              </a:r>
              <a:endParaRPr lang="en-US" dirty="0">
                <a:solidFill>
                  <a:srgbClr val="0033CC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389EA8A-7D33-4D9E-755F-CE6AC7D6CE0C}"/>
                </a:ext>
              </a:extLst>
            </p:cNvPr>
            <p:cNvGrpSpPr/>
            <p:nvPr/>
          </p:nvGrpSpPr>
          <p:grpSpPr>
            <a:xfrm>
              <a:off x="6629400" y="2012087"/>
              <a:ext cx="1981200" cy="3775780"/>
              <a:chOff x="6629400" y="2012087"/>
              <a:chExt cx="1981200" cy="3775780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03B0AF1B-D3AB-D766-5E2B-01E64A052E01}"/>
                  </a:ext>
                </a:extLst>
              </p:cNvPr>
              <p:cNvGrpSpPr/>
              <p:nvPr/>
            </p:nvGrpSpPr>
            <p:grpSpPr>
              <a:xfrm>
                <a:off x="6629400" y="2454118"/>
                <a:ext cx="1981200" cy="3333749"/>
                <a:chOff x="6629400" y="2454118"/>
                <a:chExt cx="1981200" cy="3333749"/>
              </a:xfrm>
            </p:grpSpPr>
            <p:sp>
              <p:nvSpPr>
                <p:cNvPr id="70" name="Rounded Rectangle 69">
                  <a:extLst>
                    <a:ext uri="{FF2B5EF4-FFF2-40B4-BE49-F238E27FC236}">
                      <a16:creationId xmlns:a16="http://schemas.microsoft.com/office/drawing/2014/main" id="{A725998B-A42D-C89C-EF11-6D5B09808074}"/>
                    </a:ext>
                  </a:extLst>
                </p:cNvPr>
                <p:cNvSpPr/>
                <p:nvPr/>
              </p:nvSpPr>
              <p:spPr bwMode="auto">
                <a:xfrm>
                  <a:off x="6629400" y="2842346"/>
                  <a:ext cx="1885624" cy="2359248"/>
                </a:xfrm>
                <a:prstGeom prst="roundRect">
                  <a:avLst/>
                </a:prstGeom>
                <a:solidFill>
                  <a:srgbClr val="EAECA4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9202E31-65D0-9576-6D83-1D41E940DB9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7505164" y="2454118"/>
                  <a:ext cx="25757" cy="295608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6DB924C-331F-C1A9-0A35-CDE804EC0960}"/>
                    </a:ext>
                  </a:extLst>
                </p:cNvPr>
                <p:cNvSpPr txBox="1"/>
                <p:nvPr/>
              </p:nvSpPr>
              <p:spPr>
                <a:xfrm>
                  <a:off x="7733763" y="3489561"/>
                  <a:ext cx="430403" cy="4223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/>
                    <a:t>@</a:t>
                  </a:r>
                </a:p>
              </p:txBody>
            </p: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1736A47-DC51-AEB2-C70A-7A279B688F5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8031906" y="3733800"/>
                  <a:ext cx="350094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250107DE-B107-1FE8-F863-777BA249168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7542590" y="3729442"/>
                  <a:ext cx="350094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B97BFD51-937E-FB78-3F2B-4D9BCA0E4C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44575" y="5326202"/>
                      <a:ext cx="466025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B97BFD51-937E-FB78-3F2B-4D9BCA0E4C6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44575" y="5326202"/>
                      <a:ext cx="466025" cy="46166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EB483BAB-EDF2-AD2E-E11B-AD37B3BE1F9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4516" y="5326202"/>
                      <a:ext cx="4678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EB483BAB-EDF2-AD2E-E11B-AD37B3BE1F9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304516" y="5326202"/>
                      <a:ext cx="467884" cy="461665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7325713F-1890-BF5B-233D-5C62F5578F05}"/>
                    </a:ext>
                  </a:extLst>
                </p:cNvPr>
                <p:cNvSpPr/>
                <p:nvPr/>
              </p:nvSpPr>
              <p:spPr bwMode="auto">
                <a:xfrm>
                  <a:off x="6773431" y="3105090"/>
                  <a:ext cx="1470396" cy="400110"/>
                </a:xfrm>
                <a:prstGeom prst="rect">
                  <a:avLst/>
                </a:prstGeom>
                <a:solidFill>
                  <a:srgbClr val="FFFF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Linear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691871E4-7B03-0F7B-C456-3265AC771CB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8382000" y="3709175"/>
                  <a:ext cx="0" cy="1701025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1730E8D1-9CB3-E807-FD5F-F36855F2DB6C}"/>
                    </a:ext>
                  </a:extLst>
                </p:cNvPr>
                <p:cNvSpPr/>
                <p:nvPr/>
              </p:nvSpPr>
              <p:spPr bwMode="auto">
                <a:xfrm>
                  <a:off x="6781800" y="4559296"/>
                  <a:ext cx="1470396" cy="400110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e</a:t>
                  </a:r>
                  <a:r>
                    <a: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mbed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F84BEB2-3450-15C6-96B6-CC77DB7BBC0F}"/>
                    </a:ext>
                  </a:extLst>
                </p:cNvPr>
                <p:cNvSpPr/>
                <p:nvPr/>
              </p:nvSpPr>
              <p:spPr bwMode="auto">
                <a:xfrm>
                  <a:off x="6762424" y="3962400"/>
                  <a:ext cx="1470396" cy="400110"/>
                </a:xfrm>
                <a:prstGeom prst="rect">
                  <a:avLst/>
                </a:prstGeom>
                <a:solidFill>
                  <a:schemeClr val="accent5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 err="1">
                      <a:latin typeface="Times New Roman" pitchFamily="-65" charset="0"/>
                    </a:rPr>
                    <a:t>relu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61ACA059-6F72-F5CE-65BF-2FBC3D52A056}"/>
                      </a:ext>
                    </a:extLst>
                  </p:cNvPr>
                  <p:cNvSpPr txBox="1"/>
                  <p:nvPr/>
                </p:nvSpPr>
                <p:spPr>
                  <a:xfrm>
                    <a:off x="7295903" y="2012087"/>
                    <a:ext cx="45185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61ACA059-6F72-F5CE-65BF-2FBC3D52A0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5903" y="2012087"/>
                    <a:ext cx="451854" cy="46166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D21D55C-6DEF-1308-DCE5-726EB2212462}"/>
              </a:ext>
            </a:extLst>
          </p:cNvPr>
          <p:cNvGrpSpPr/>
          <p:nvPr/>
        </p:nvGrpSpPr>
        <p:grpSpPr>
          <a:xfrm>
            <a:off x="594911" y="-95097"/>
            <a:ext cx="3708840" cy="6481465"/>
            <a:chOff x="594911" y="-95097"/>
            <a:chExt cx="3708840" cy="648146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D7F2C0B-D3F2-7A07-DC82-A4052A8F72DA}"/>
                </a:ext>
              </a:extLst>
            </p:cNvPr>
            <p:cNvGrpSpPr/>
            <p:nvPr/>
          </p:nvGrpSpPr>
          <p:grpSpPr>
            <a:xfrm>
              <a:off x="1613716" y="-95097"/>
              <a:ext cx="2690035" cy="6481465"/>
              <a:chOff x="1613716" y="-95097"/>
              <a:chExt cx="2690035" cy="6481465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80C2DE1-5EF4-D87D-C60D-B5FD7C21CD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552163" y="5365484"/>
                <a:ext cx="0" cy="422383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039EE2F9-C23C-8244-598F-4E6C060378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14566" y="5536871"/>
                <a:ext cx="8183" cy="444579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255B932-B2A8-1992-8FF4-5E3824466486}"/>
                  </a:ext>
                </a:extLst>
              </p:cNvPr>
              <p:cNvGrpSpPr/>
              <p:nvPr/>
            </p:nvGrpSpPr>
            <p:grpSpPr>
              <a:xfrm>
                <a:off x="1613716" y="-95097"/>
                <a:ext cx="2690035" cy="6481465"/>
                <a:chOff x="1371600" y="0"/>
                <a:chExt cx="2690035" cy="648146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TextBox 85">
                      <a:extLst>
                        <a:ext uri="{FF2B5EF4-FFF2-40B4-BE49-F238E27FC236}">
                          <a16:creationId xmlns:a16="http://schemas.microsoft.com/office/drawing/2014/main" id="{0C12C309-46E6-A745-C1E3-520DD469EF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70504" y="4820594"/>
                      <a:ext cx="466025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86" name="TextBox 85">
                      <a:extLst>
                        <a:ext uri="{FF2B5EF4-FFF2-40B4-BE49-F238E27FC236}">
                          <a16:creationId xmlns:a16="http://schemas.microsoft.com/office/drawing/2014/main" id="{0C12C309-46E6-A745-C1E3-520DD469EF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70504" y="4820594"/>
                      <a:ext cx="466025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3565D367-628B-C6D4-C07B-44092B8B79F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902146" y="5871865"/>
                  <a:ext cx="393879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6EE9265F-3516-6744-0608-2B44700827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9199" y="6019800"/>
                      <a:ext cx="234243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a14:m>
                      <a:r>
                        <a:rPr lang="en-US" dirty="0"/>
                        <a:t>      </a:t>
                      </a:r>
                      <a:r>
                        <a:rPr lang="en-US" dirty="0" err="1"/>
                        <a:t>edge_index</a:t>
                      </a:r>
                      <a:r>
                        <a:rPr lang="en-US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6EE9265F-3516-6744-0608-2B44700827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9199" y="6019800"/>
                      <a:ext cx="2342436" cy="461665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541" t="-10526" b="-289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1D928CC-B3E3-5CB7-DAD5-3E11E45060D8}"/>
                    </a:ext>
                  </a:extLst>
                </p:cNvPr>
                <p:cNvGrpSpPr/>
                <p:nvPr/>
              </p:nvGrpSpPr>
              <p:grpSpPr>
                <a:xfrm>
                  <a:off x="1384340" y="2766524"/>
                  <a:ext cx="1776747" cy="2051041"/>
                  <a:chOff x="1384340" y="2766524"/>
                  <a:chExt cx="1776747" cy="2051041"/>
                </a:xfrm>
              </p:grpSpPr>
              <p:sp>
                <p:nvSpPr>
                  <p:cNvPr id="74" name="Rounded Rectangle 73">
                    <a:extLst>
                      <a:ext uri="{FF2B5EF4-FFF2-40B4-BE49-F238E27FC236}">
                        <a16:creationId xmlns:a16="http://schemas.microsoft.com/office/drawing/2014/main" id="{C7C37F08-DA32-E844-063E-6E290E81DD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84340" y="2893161"/>
                    <a:ext cx="1776747" cy="1924404"/>
                  </a:xfrm>
                  <a:prstGeom prst="roundRect">
                    <a:avLst/>
                  </a:prstGeom>
                  <a:solidFill>
                    <a:srgbClr val="EAECA4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CDCA3C89-FC66-798C-CBC1-5E6EEC46E2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2256555" y="2766524"/>
                    <a:ext cx="0" cy="1738327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DCD4C433-3583-D953-CC27-CD22C0F925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25412" y="3630498"/>
                    <a:ext cx="1470396" cy="400110"/>
                  </a:xfrm>
                  <a:prstGeom prst="rect">
                    <a:avLst/>
                  </a:prstGeom>
                  <a:solidFill>
                    <a:schemeClr val="accent5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 err="1">
                        <a:latin typeface="Times New Roman" pitchFamily="-65" charset="0"/>
                      </a:rPr>
                      <a:t>relu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E3CB5C07-BE60-B255-886D-767A5AC2A9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14139" y="4238030"/>
                    <a:ext cx="1445254" cy="329185"/>
                  </a:xfrm>
                  <a:prstGeom prst="rect">
                    <a:avLst/>
                  </a:prstGeom>
                  <a:solidFill>
                    <a:schemeClr val="accent3">
                      <a:lumMod val="85000"/>
                    </a:schemeClr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GNNConv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09043836-E026-EC17-679D-87F7CAEE5A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21357" y="3048000"/>
                    <a:ext cx="1445254" cy="400110"/>
                  </a:xfrm>
                  <a:prstGeom prst="rect">
                    <a:avLst/>
                  </a:prstGeom>
                  <a:solidFill>
                    <a:srgbClr val="ECDBA2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itchFamily="-65" charset="0"/>
                      </a:rPr>
                      <a:t>d</a:t>
                    </a:r>
                    <a:r>
                      <a: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ropout</a:t>
                    </a:r>
                  </a:p>
                </p:txBody>
              </p:sp>
            </p:grp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AEEA58F8-4C42-6194-6E19-EE275AA8205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904324" y="4595001"/>
                  <a:ext cx="0" cy="1486978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53926854-1C06-6B95-7D80-1924E614F4F7}"/>
                    </a:ext>
                  </a:extLst>
                </p:cNvPr>
                <p:cNvGrpSpPr/>
                <p:nvPr/>
              </p:nvGrpSpPr>
              <p:grpSpPr>
                <a:xfrm>
                  <a:off x="1371600" y="200024"/>
                  <a:ext cx="1776747" cy="2232308"/>
                  <a:chOff x="1384340" y="2585257"/>
                  <a:chExt cx="1776747" cy="2232308"/>
                </a:xfrm>
              </p:grpSpPr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8B04E1E8-DDBA-3851-E128-6D0A2198B0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84340" y="2893161"/>
                    <a:ext cx="1776747" cy="1924404"/>
                  </a:xfrm>
                  <a:prstGeom prst="roundRect">
                    <a:avLst/>
                  </a:prstGeom>
                  <a:solidFill>
                    <a:srgbClr val="EAECA4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cxnSp>
                <p:nvCxnSpPr>
                  <p:cNvPr id="13" name="Straight Connector 12">
                    <a:extLst>
                      <a:ext uri="{FF2B5EF4-FFF2-40B4-BE49-F238E27FC236}">
                        <a16:creationId xmlns:a16="http://schemas.microsoft.com/office/drawing/2014/main" id="{05AE4343-1194-6290-FE94-86BCAFA11B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2256555" y="2585257"/>
                    <a:ext cx="0" cy="1981506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9C747068-A66B-C6C8-9DA2-E0FFD5B6D2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14139" y="3647278"/>
                    <a:ext cx="1470396" cy="400110"/>
                  </a:xfrm>
                  <a:prstGeom prst="rect">
                    <a:avLst/>
                  </a:prstGeom>
                  <a:solidFill>
                    <a:schemeClr val="accent5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 err="1">
                        <a:latin typeface="Times New Roman" pitchFamily="-65" charset="0"/>
                      </a:rPr>
                      <a:t>relu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2E6B5660-1056-0E67-7480-2CBA3B9802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14139" y="4250909"/>
                    <a:ext cx="1445254" cy="329185"/>
                  </a:xfrm>
                  <a:prstGeom prst="rect">
                    <a:avLst/>
                  </a:prstGeom>
                  <a:solidFill>
                    <a:schemeClr val="accent3">
                      <a:lumMod val="85000"/>
                    </a:schemeClr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GNNConv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51C9667-5FD3-CA09-E39B-8052E4BDED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21357" y="3058492"/>
                    <a:ext cx="1445254" cy="400110"/>
                  </a:xfrm>
                  <a:prstGeom prst="rect">
                    <a:avLst/>
                  </a:prstGeom>
                  <a:solidFill>
                    <a:srgbClr val="ECDBA2"/>
                  </a:soli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itchFamily="-65" charset="0"/>
                      </a:rPr>
                      <a:t>d</a:t>
                    </a:r>
                    <a:r>
                      <a: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ropout</a:t>
                    </a:r>
                  </a:p>
                </p:txBody>
              </p:sp>
            </p:grp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12C42DF3-2875-27F0-4F86-2FCDB1A4445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324242" y="2780812"/>
                  <a:ext cx="13929" cy="2353164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E7A77A4-64DF-E841-13CC-B6D93710F45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2653777" y="2780812"/>
                  <a:ext cx="671515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623EA14-31BF-E8BD-2CC4-C032007F386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1870370" y="2787229"/>
                  <a:ext cx="376983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740F1C11-13FA-C4D4-E6F3-1D271D0D12A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635408" y="2223065"/>
                  <a:ext cx="0" cy="563141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68A88D3D-B3C8-7A12-5A15-FA5C6A4AD3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892121" y="2224088"/>
                  <a:ext cx="0" cy="563141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9A0F1C4-B66A-CFF9-6030-280E5C7EDD7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2653445" y="5121097"/>
                  <a:ext cx="671515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76FB0A34-DB70-0C73-959D-C67588B174C8}"/>
                    </a:ext>
                  </a:extLst>
                </p:cNvPr>
                <p:cNvCxnSpPr>
                  <a:cxnSpLocks/>
                  <a:endCxn id="73" idx="2"/>
                </p:cNvCxnSpPr>
                <p:nvPr/>
              </p:nvCxnSpPr>
              <p:spPr bwMode="auto">
                <a:xfrm flipH="1">
                  <a:off x="2648465" y="4595001"/>
                  <a:ext cx="1231" cy="1039969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AC6556-4923-0302-8DB6-71421453B69C}"/>
                    </a:ext>
                  </a:extLst>
                </p:cNvPr>
                <p:cNvSpPr txBox="1"/>
                <p:nvPr/>
              </p:nvSpPr>
              <p:spPr>
                <a:xfrm>
                  <a:off x="2286000" y="0"/>
                  <a:ext cx="52610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(a)</a:t>
                  </a: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BC834490-B999-6940-46BD-91A56B03ACC5}"/>
                    </a:ext>
                  </a:extLst>
                </p:cNvPr>
                <p:cNvSpPr/>
                <p:nvPr/>
              </p:nvSpPr>
              <p:spPr bwMode="auto">
                <a:xfrm>
                  <a:off x="1998470" y="5234860"/>
                  <a:ext cx="1299989" cy="40011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e</a:t>
                  </a:r>
                  <a:r>
                    <a: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dges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9382512-2B42-6FC4-FF4D-352EEE85D316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121" y="2286000"/>
                    <a:ext cx="46602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9382512-2B42-6FC4-FF4D-352EEE85D3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121" y="2286000"/>
                    <a:ext cx="466025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474777B-E709-72E3-C5A6-61E9E13203FF}"/>
                      </a:ext>
                    </a:extLst>
                  </p:cNvPr>
                  <p:cNvSpPr txBox="1"/>
                  <p:nvPr/>
                </p:nvSpPr>
                <p:spPr>
                  <a:xfrm>
                    <a:off x="2112310" y="2286000"/>
                    <a:ext cx="46788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474777B-E709-72E3-C5A6-61E9E13203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12310" y="2286000"/>
                    <a:ext cx="467884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170951-6AEB-F48D-E24F-13CAB4FAE761}"/>
                </a:ext>
              </a:extLst>
            </p:cNvPr>
            <p:cNvSpPr txBox="1"/>
            <p:nvPr/>
          </p:nvSpPr>
          <p:spPr>
            <a:xfrm>
              <a:off x="594911" y="2281535"/>
              <a:ext cx="1157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33CC"/>
                  </a:solidFill>
                </a:rPr>
                <a:t>encoder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CB3157-7E49-F521-14A1-F01AAC07A7E1}"/>
              </a:ext>
            </a:extLst>
          </p:cNvPr>
          <p:cNvGrpSpPr/>
          <p:nvPr/>
        </p:nvGrpSpPr>
        <p:grpSpPr>
          <a:xfrm>
            <a:off x="4114800" y="1052461"/>
            <a:ext cx="3746218" cy="3576347"/>
            <a:chOff x="4114800" y="1052461"/>
            <a:chExt cx="3746218" cy="35763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8A075DB-2461-A707-D10F-8B3D07EEFE32}"/>
                </a:ext>
              </a:extLst>
            </p:cNvPr>
            <p:cNvGrpSpPr/>
            <p:nvPr/>
          </p:nvGrpSpPr>
          <p:grpSpPr>
            <a:xfrm>
              <a:off x="4114800" y="1052461"/>
              <a:ext cx="3746218" cy="3576347"/>
              <a:chOff x="4114800" y="1052461"/>
              <a:chExt cx="3746218" cy="35763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19E87098-DD41-6A22-2257-AAECE24EB34C}"/>
                      </a:ext>
                    </a:extLst>
                  </p:cNvPr>
                  <p:cNvSpPr txBox="1"/>
                  <p:nvPr/>
                </p:nvSpPr>
                <p:spPr>
                  <a:xfrm>
                    <a:off x="4114800" y="1052461"/>
                    <a:ext cx="3746218" cy="47153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model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dirty="0"/>
                            <m:t>edge</m:t>
                          </m:r>
                          <m:r>
                            <m:rPr>
                              <m:nor/>
                            </m:rPr>
                            <a:rPr lang="en-US" dirty="0"/>
                            <m:t>_</m:t>
                          </m:r>
                          <m:r>
                            <m:rPr>
                              <m:nor/>
                            </m:rPr>
                            <a:rPr lang="en-US" dirty="0"/>
                            <m:t>index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19E87098-DD41-6A22-2257-AAECE24EB3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14800" y="1052461"/>
                    <a:ext cx="3746218" cy="47153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10526" b="-2105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5C3ACFD-AB4C-D05B-A6C8-929A7F053512}"/>
                  </a:ext>
                </a:extLst>
              </p:cNvPr>
              <p:cNvGrpSpPr/>
              <p:nvPr/>
            </p:nvGrpSpPr>
            <p:grpSpPr>
              <a:xfrm>
                <a:off x="4206559" y="1447800"/>
                <a:ext cx="1660841" cy="3181008"/>
                <a:chOff x="3637809" y="1492979"/>
                <a:chExt cx="1660841" cy="318100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AF5F684-84C4-A14E-1B0D-3B8035197D98}"/>
                    </a:ext>
                  </a:extLst>
                </p:cNvPr>
                <p:cNvGrpSpPr/>
                <p:nvPr/>
              </p:nvGrpSpPr>
              <p:grpSpPr>
                <a:xfrm>
                  <a:off x="3637809" y="1492979"/>
                  <a:ext cx="1660841" cy="3181008"/>
                  <a:chOff x="3651742" y="1229759"/>
                  <a:chExt cx="1660841" cy="3086863"/>
                </a:xfrm>
              </p:grpSpPr>
              <p:grpSp>
                <p:nvGrpSpPr>
                  <p:cNvPr id="2" name="Group 1">
                    <a:extLst>
                      <a:ext uri="{FF2B5EF4-FFF2-40B4-BE49-F238E27FC236}">
                        <a16:creationId xmlns:a16="http://schemas.microsoft.com/office/drawing/2014/main" id="{BAC969E4-01F3-BB5B-9242-8788A33CFDDC}"/>
                      </a:ext>
                    </a:extLst>
                  </p:cNvPr>
                  <p:cNvGrpSpPr/>
                  <p:nvPr/>
                </p:nvGrpSpPr>
                <p:grpSpPr>
                  <a:xfrm>
                    <a:off x="3651742" y="1229759"/>
                    <a:ext cx="1660841" cy="2909893"/>
                    <a:chOff x="1418079" y="555145"/>
                    <a:chExt cx="1660841" cy="2909893"/>
                  </a:xfrm>
                </p:grpSpPr>
                <p:sp>
                  <p:nvSpPr>
                    <p:cNvPr id="124" name="Rounded Rectangle 123">
                      <a:extLst>
                        <a:ext uri="{FF2B5EF4-FFF2-40B4-BE49-F238E27FC236}">
                          <a16:creationId xmlns:a16="http://schemas.microsoft.com/office/drawing/2014/main" id="{83D5407D-2C93-F6CA-3DA2-85A98BF25405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1418079" y="816723"/>
                      <a:ext cx="1660841" cy="2326881"/>
                    </a:xfrm>
                    <a:prstGeom prst="roundRect">
                      <a:avLst/>
                    </a:prstGeom>
                    <a:solidFill>
                      <a:srgbClr val="EAECA4"/>
                    </a:solidFill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endParaRPr>
                    </a:p>
                  </p:txBody>
                </p:sp>
                <p:grpSp>
                  <p:nvGrpSpPr>
                    <p:cNvPr id="119" name="Group 118">
                      <a:extLst>
                        <a:ext uri="{FF2B5EF4-FFF2-40B4-BE49-F238E27FC236}">
                          <a16:creationId xmlns:a16="http://schemas.microsoft.com/office/drawing/2014/main" id="{FAB6B393-F63A-CBE3-4B17-2C167F17D1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37538" y="555145"/>
                      <a:ext cx="1439434" cy="2909893"/>
                      <a:chOff x="5376500" y="-648841"/>
                      <a:chExt cx="1470396" cy="3536847"/>
                    </a:xfrm>
                  </p:grpSpPr>
                  <p:cxnSp>
                    <p:nvCxnSpPr>
                      <p:cNvPr id="118" name="Straight Connector 117">
                        <a:extLst>
                          <a:ext uri="{FF2B5EF4-FFF2-40B4-BE49-F238E27FC236}">
                            <a16:creationId xmlns:a16="http://schemas.microsoft.com/office/drawing/2014/main" id="{58899AEB-5A07-5610-AEFA-8C63A83CBE8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auto">
                      <a:xfrm>
                        <a:off x="6088282" y="-648841"/>
                        <a:ext cx="5563" cy="3536847"/>
                      </a:xfrm>
                      <a:prstGeom prst="line">
                        <a:avLst/>
                      </a:prstGeom>
                      <a:noFill/>
                      <a:ln w="381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</p:cxnSp>
                  <p:sp>
                    <p:nvSpPr>
                      <p:cNvPr id="115" name="Rectangle 114">
                        <a:extLst>
                          <a:ext uri="{FF2B5EF4-FFF2-40B4-BE49-F238E27FC236}">
                            <a16:creationId xmlns:a16="http://schemas.microsoft.com/office/drawing/2014/main" id="{5DB4E0B5-25E8-2D0A-4D03-302C0055B1C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376500" y="1782451"/>
                        <a:ext cx="1470396" cy="47192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txBody>
                      <a:bodyPr vert="horz" wrap="square" lIns="91440" tIns="45720" rIns="91440" bIns="45720" numCol="1" rtlCol="0" anchor="t" anchorCtr="0" compatLnSpc="1">
                        <a:prstTxWarp prst="textNoShape">
                          <a:avLst/>
                        </a:prstTxWarp>
                        <a:spAutoFit/>
                      </a:bodyPr>
                      <a:lstStyle/>
                      <a:p>
                        <a:pPr marL="0" marR="0" indent="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sz="2000" dirty="0">
                            <a:latin typeface="Times New Roman" pitchFamily="-65" charset="0"/>
                          </a:rPr>
                          <a:t>Linear</a:t>
                        </a:r>
                        <a:endPara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65" charset="0"/>
                        </a:endParaRPr>
                      </a:p>
                    </p:txBody>
                  </p:sp>
                </p:grpSp>
              </p:grp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49FDADF7-22C9-12C4-5D1F-563E589E9BC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3207" y="3854957"/>
                    <a:ext cx="52610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(a)</a:t>
                    </a:r>
                  </a:p>
                </p:txBody>
              </p:sp>
            </p:grp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71C4509-3788-3308-4C1E-9A97D197318B}"/>
                    </a:ext>
                  </a:extLst>
                </p:cNvPr>
                <p:cNvSpPr/>
                <p:nvPr/>
              </p:nvSpPr>
              <p:spPr bwMode="auto">
                <a:xfrm>
                  <a:off x="3726306" y="2990760"/>
                  <a:ext cx="1470396" cy="400110"/>
                </a:xfrm>
                <a:prstGeom prst="rect">
                  <a:avLst/>
                </a:prstGeom>
                <a:solidFill>
                  <a:schemeClr val="accent5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 err="1">
                      <a:latin typeface="Times New Roman" pitchFamily="-65" charset="0"/>
                    </a:rPr>
                    <a:t>relu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86270853-0989-0DF8-1B2C-B408777F5DB9}"/>
                    </a:ext>
                  </a:extLst>
                </p:cNvPr>
                <p:cNvSpPr/>
                <p:nvPr/>
              </p:nvSpPr>
              <p:spPr bwMode="auto">
                <a:xfrm>
                  <a:off x="3735130" y="2434020"/>
                  <a:ext cx="1445254" cy="400110"/>
                </a:xfrm>
                <a:prstGeom prst="rect">
                  <a:avLst/>
                </a:prstGeom>
                <a:solidFill>
                  <a:srgbClr val="ECDBA2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d</a:t>
                  </a:r>
                  <a:r>
                    <a: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rPr>
                    <a:t>ropout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CE41AA0C-00F1-ABA7-5663-FF468F661227}"/>
                    </a:ext>
                  </a:extLst>
                </p:cNvPr>
                <p:cNvSpPr/>
                <p:nvPr/>
              </p:nvSpPr>
              <p:spPr bwMode="auto">
                <a:xfrm>
                  <a:off x="3726306" y="1899132"/>
                  <a:ext cx="1439434" cy="400110"/>
                </a:xfrm>
                <a:prstGeom prst="rect">
                  <a:avLst/>
                </a:prstGeom>
                <a:solidFill>
                  <a:srgbClr val="FFFF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itchFamily="-65" charset="0"/>
                    </a:rPr>
                    <a:t>Linear</a:t>
                  </a:r>
                  <a:endPara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endParaRPr>
                </a:p>
              </p:txBody>
            </p:sp>
          </p:grp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BDCFCD1-238B-8A51-B284-66E1866F3358}"/>
                </a:ext>
              </a:extLst>
            </p:cNvPr>
            <p:cNvSpPr txBox="1"/>
            <p:nvPr/>
          </p:nvSpPr>
          <p:spPr>
            <a:xfrm>
              <a:off x="5867400" y="2281535"/>
              <a:ext cx="11576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33CC"/>
                  </a:solidFill>
                </a:rPr>
                <a:t>decoder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663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98FA4-CF99-DC3C-6050-C69E2C2A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AF14474-E226-552A-6D50-DAE70B4F32E3}"/>
                  </a:ext>
                </a:extLst>
              </p14:cNvPr>
              <p14:cNvContentPartPr/>
              <p14:nvPr/>
            </p14:nvContentPartPr>
            <p14:xfrm>
              <a:off x="-3466170" y="101803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AF14474-E226-552A-6D50-DAE70B4F32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475170" y="10090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626D0E4-341E-9E13-F191-F79F09AB2FD9}"/>
                  </a:ext>
                </a:extLst>
              </p14:cNvPr>
              <p14:cNvContentPartPr/>
              <p14:nvPr/>
            </p14:nvContentPartPr>
            <p14:xfrm>
              <a:off x="-1442970" y="360139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626D0E4-341E-9E13-F191-F79F09AB2F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451970" y="35923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2546EC7-B403-0961-DACC-DB015C3B3681}"/>
                  </a:ext>
                </a:extLst>
              </p14:cNvPr>
              <p14:cNvContentPartPr/>
              <p14:nvPr/>
            </p14:nvContentPartPr>
            <p14:xfrm>
              <a:off x="-2639610" y="602595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2546EC7-B403-0961-DACC-DB015C3B36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48610" y="5935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C2345B8-5918-E305-F7FE-AEB922E83474}"/>
                  </a:ext>
                </a:extLst>
              </p14:cNvPr>
              <p14:cNvContentPartPr/>
              <p14:nvPr/>
            </p14:nvContentPartPr>
            <p14:xfrm>
              <a:off x="-1243530" y="306283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C2345B8-5918-E305-F7FE-AEB922E834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2530" y="305383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D2F50184-4D9D-6299-9ABE-153690E1E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</a:t>
            </a:r>
            <a:r>
              <a:rPr lang="en-US" sz="2800" dirty="0" err="1"/>
              <a:t>y</a:t>
            </a:r>
            <a:r>
              <a:rPr lang="en-US" dirty="0" err="1"/>
              <a:t>torch</a:t>
            </a:r>
            <a:r>
              <a:rPr lang="en-US" dirty="0"/>
              <a:t> geometric (</a:t>
            </a:r>
            <a:r>
              <a:rPr lang="en-US" dirty="0" err="1"/>
              <a:t>P</a:t>
            </a:r>
            <a:r>
              <a:rPr lang="en-US" sz="2800" dirty="0" err="1"/>
              <a:t>y</a:t>
            </a:r>
            <a:r>
              <a:rPr lang="en-US" dirty="0" err="1"/>
              <a:t>G</a:t>
            </a:r>
            <a:r>
              <a:rPr lang="en-US" dirty="0"/>
              <a:t>)</a:t>
            </a:r>
            <a:br>
              <a:rPr lang="en-US" dirty="0"/>
            </a:b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20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CD405-C1D4-0F56-E4E0-63BDC6357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8C69E7-E9A8-6C27-78C8-47C367C4C4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toolkit </a:t>
                </a:r>
                <a:r>
                  <a:rPr lang="en-US" dirty="0" err="1">
                    <a:solidFill>
                      <a:srgbClr val="0033CC"/>
                    </a:solidFill>
                  </a:rPr>
                  <a:t>PyTorch</a:t>
                </a:r>
                <a:r>
                  <a:rPr lang="en-US" dirty="0">
                    <a:solidFill>
                      <a:srgbClr val="0033CC"/>
                    </a:solidFill>
                  </a:rPr>
                  <a:t> Geometric (</a:t>
                </a:r>
                <a:r>
                  <a:rPr lang="en-US" dirty="0" err="1">
                    <a:solidFill>
                      <a:srgbClr val="0033CC"/>
                    </a:solidFill>
                  </a:rPr>
                  <a:t>PyG</a:t>
                </a:r>
                <a:r>
                  <a:rPr lang="en-US" dirty="0">
                    <a:solidFill>
                      <a:srgbClr val="0033CC"/>
                    </a:solidFill>
                  </a:rPr>
                  <a:t>) </a:t>
                </a:r>
                <a:r>
                  <a:rPr lang="en-US" dirty="0"/>
                  <a:t>solves two problems (among many others):</a:t>
                </a:r>
              </a:p>
              <a:p>
                <a:r>
                  <a:rPr lang="en-US" dirty="0"/>
                  <a:t>How to do matrix algebra with </a:t>
                </a:r>
                <a:r>
                  <a:rPr lang="en-US" dirty="0">
                    <a:solidFill>
                      <a:srgbClr val="0033CC"/>
                    </a:solidFill>
                  </a:rPr>
                  <a:t>sparse matrices.</a:t>
                </a:r>
              </a:p>
              <a:p>
                <a:r>
                  <a:rPr lang="en-US" dirty="0"/>
                  <a:t>How to do </a:t>
                </a:r>
                <a:r>
                  <a:rPr lang="en-US" dirty="0">
                    <a:solidFill>
                      <a:srgbClr val="0033CC"/>
                    </a:solidFill>
                  </a:rPr>
                  <a:t>batch processing </a:t>
                </a:r>
                <a:r>
                  <a:rPr lang="en-US" dirty="0"/>
                  <a:t>of graphs.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our earlier GNN example, step </a:t>
                </a:r>
                <a:r>
                  <a:rPr lang="en-US" i="1" dirty="0">
                    <a:solidFill>
                      <a:srgbClr val="C00000"/>
                    </a:solidFill>
                  </a:rPr>
                  <a:t>2</a:t>
                </a:r>
                <a:r>
                  <a:rPr lang="en-US" dirty="0"/>
                  <a:t> below used</a:t>
                </a:r>
              </a:p>
              <a:p>
                <a:pPr marL="0" indent="0">
                  <a:buNone/>
                </a:pPr>
                <a:r>
                  <a:rPr lang="en-US" dirty="0" err="1">
                    <a:solidFill>
                      <a:srgbClr val="0033CC"/>
                    </a:solidFill>
                  </a:rPr>
                  <a:t>torch.matmul</a:t>
                </a:r>
                <a:r>
                  <a:rPr lang="en-US" dirty="0">
                    <a:solidFill>
                      <a:srgbClr val="0033CC"/>
                    </a:solidFill>
                  </a:rPr>
                  <a:t>(</a:t>
                </a:r>
                <a:r>
                  <a:rPr lang="en-US" i="1" dirty="0">
                    <a:solidFill>
                      <a:srgbClr val="0033CC"/>
                    </a:solidFill>
                  </a:rPr>
                  <a:t>A</a:t>
                </a:r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i="1" dirty="0">
                    <a:solidFill>
                      <a:srgbClr val="0033CC"/>
                    </a:solidFill>
                  </a:rPr>
                  <a:t>X</a:t>
                </a:r>
                <a:r>
                  <a:rPr lang="en-US" dirty="0">
                    <a:solidFill>
                      <a:srgbClr val="0033CC"/>
                    </a:solidFill>
                  </a:rPr>
                  <a:t>). </a:t>
                </a:r>
                <a:r>
                  <a:rPr lang="en-US" dirty="0"/>
                  <a:t>But in </a:t>
                </a:r>
                <a:r>
                  <a:rPr lang="en-US" dirty="0" err="1"/>
                  <a:t>PyG</a:t>
                </a:r>
                <a:r>
                  <a:rPr lang="en-US" dirty="0"/>
                  <a:t> (pi-gee) 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is computed using </a:t>
                </a:r>
                <a:r>
                  <a:rPr lang="en-US" i="1" dirty="0">
                    <a:solidFill>
                      <a:srgbClr val="0033CC"/>
                    </a:solidFill>
                  </a:rPr>
                  <a:t>X </a:t>
                </a:r>
                <a:r>
                  <a:rPr lang="en-US" dirty="0"/>
                  <a:t>and the </a:t>
                </a:r>
                <a:r>
                  <a:rPr lang="en-US" dirty="0">
                    <a:solidFill>
                      <a:srgbClr val="0033CC"/>
                    </a:solidFill>
                  </a:rPr>
                  <a:t>edges</a:t>
                </a:r>
                <a:r>
                  <a:rPr lang="en-US" dirty="0"/>
                  <a:t>.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	node embedding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			node attention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sSubSup>
                      <m:sSub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8C69E7-E9A8-6C27-78C8-47C367C4C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itle 28">
            <a:extLst>
              <a:ext uri="{FF2B5EF4-FFF2-40B4-BE49-F238E27FC236}">
                <a16:creationId xmlns:a16="http://schemas.microsoft.com/office/drawing/2014/main" id="{0793D6EC-D8BD-B2F4-78DC-526DB35C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(1)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AD2327-F719-947C-DAED-2F197DEBB6C8}"/>
              </a:ext>
            </a:extLst>
          </p:cNvPr>
          <p:cNvSpPr txBox="1"/>
          <p:nvPr/>
        </p:nvSpPr>
        <p:spPr>
          <a:xfrm>
            <a:off x="7295903" y="5742463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GNNConv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3DFE48-C1AD-9564-4F6A-768BED429591}"/>
              </a:ext>
            </a:extLst>
          </p:cNvPr>
          <p:cNvGrpSpPr/>
          <p:nvPr/>
        </p:nvGrpSpPr>
        <p:grpSpPr>
          <a:xfrm>
            <a:off x="6934200" y="2012087"/>
            <a:ext cx="1981200" cy="3775780"/>
            <a:chOff x="6629400" y="2012087"/>
            <a:chExt cx="1981200" cy="377578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61E5E82-830B-54EF-7C13-8DD89DC1A602}"/>
                </a:ext>
              </a:extLst>
            </p:cNvPr>
            <p:cNvGrpSpPr/>
            <p:nvPr/>
          </p:nvGrpSpPr>
          <p:grpSpPr>
            <a:xfrm>
              <a:off x="6629400" y="2454118"/>
              <a:ext cx="1981200" cy="3333749"/>
              <a:chOff x="6629400" y="2454118"/>
              <a:chExt cx="1981200" cy="3333749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761430C8-BB4B-360F-3221-095248226F63}"/>
                  </a:ext>
                </a:extLst>
              </p:cNvPr>
              <p:cNvSpPr/>
              <p:nvPr/>
            </p:nvSpPr>
            <p:spPr bwMode="auto">
              <a:xfrm>
                <a:off x="6629400" y="2842346"/>
                <a:ext cx="1975754" cy="2359248"/>
              </a:xfrm>
              <a:prstGeom prst="roundRect">
                <a:avLst/>
              </a:prstGeom>
              <a:solidFill>
                <a:srgbClr val="EAECA4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CB6A739-9A9B-80E8-A81D-D0DF9B7D27E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05164" y="2454118"/>
                <a:ext cx="25757" cy="2956082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615B14-9431-9ACE-F8E6-4543264C797A}"/>
                  </a:ext>
                </a:extLst>
              </p:cNvPr>
              <p:cNvSpPr txBox="1"/>
              <p:nvPr/>
            </p:nvSpPr>
            <p:spPr>
              <a:xfrm>
                <a:off x="7733763" y="3489561"/>
                <a:ext cx="430403" cy="422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@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F46BD13-8DF4-EE64-7DA2-7981B2E2462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031906" y="3733800"/>
                <a:ext cx="350094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8F8F73B-CEB7-6B92-7C10-5C11C9F1AB7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542590" y="3729442"/>
                <a:ext cx="350094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662B57AC-D3DF-4B29-9C4C-36D213B9E4F5}"/>
                      </a:ext>
                    </a:extLst>
                  </p:cNvPr>
                  <p:cNvSpPr txBox="1"/>
                  <p:nvPr/>
                </p:nvSpPr>
                <p:spPr>
                  <a:xfrm>
                    <a:off x="8144575" y="5326202"/>
                    <a:ext cx="46602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662B57AC-D3DF-4B29-9C4C-36D213B9E4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4575" y="5326202"/>
                    <a:ext cx="466025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1AD9897-8F1D-3794-BE86-A6D53C7C1BE5}"/>
                      </a:ext>
                    </a:extLst>
                  </p:cNvPr>
                  <p:cNvSpPr txBox="1"/>
                  <p:nvPr/>
                </p:nvSpPr>
                <p:spPr>
                  <a:xfrm>
                    <a:off x="7304516" y="5326202"/>
                    <a:ext cx="46788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61AD9897-8F1D-3794-BE86-A6D53C7C1B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4516" y="5326202"/>
                    <a:ext cx="467884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48DF4C4-AB5C-FF87-6424-32C74A0E79D4}"/>
                  </a:ext>
                </a:extLst>
              </p:cNvPr>
              <p:cNvSpPr/>
              <p:nvPr/>
            </p:nvSpPr>
            <p:spPr bwMode="auto">
              <a:xfrm>
                <a:off x="6773431" y="3105090"/>
                <a:ext cx="1470396" cy="400110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Linear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816ABE7-C72A-CB66-7C6E-797E1EA10D3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382000" y="3709175"/>
                <a:ext cx="0" cy="1701025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2BBF294-3697-069F-F0EB-F1121C005DC2}"/>
                  </a:ext>
                </a:extLst>
              </p:cNvPr>
              <p:cNvSpPr/>
              <p:nvPr/>
            </p:nvSpPr>
            <p:spPr bwMode="auto">
              <a:xfrm>
                <a:off x="6781800" y="4559296"/>
                <a:ext cx="1470396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Embed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9C6E439-52DB-AB6F-F4FE-374182FB3C6A}"/>
                  </a:ext>
                </a:extLst>
              </p:cNvPr>
              <p:cNvSpPr/>
              <p:nvPr/>
            </p:nvSpPr>
            <p:spPr bwMode="auto">
              <a:xfrm>
                <a:off x="6762424" y="3962400"/>
                <a:ext cx="1470396" cy="400110"/>
              </a:xfrm>
              <a:prstGeom prst="rect">
                <a:avLst/>
              </a:prstGeom>
              <a:solidFill>
                <a:schemeClr val="accent5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37B16F7-E552-EA18-BE02-3CC438FDEF22}"/>
                    </a:ext>
                  </a:extLst>
                </p:cNvPr>
                <p:cNvSpPr txBox="1"/>
                <p:nvPr/>
              </p:nvSpPr>
              <p:spPr>
                <a:xfrm>
                  <a:off x="7295903" y="2012087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37B16F7-E552-EA18-BE02-3CC438FDEF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903" y="2012087"/>
                  <a:ext cx="45185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671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21470-76B4-F934-DB34-60D597BA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078176-F7F9-1DDA-82EC-1A09F67E49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our 4-node graph example, </a:t>
            </a:r>
            <a:r>
              <a:rPr lang="en-US" dirty="0" err="1">
                <a:latin typeface="+mn-lt"/>
              </a:rPr>
              <a:t>PyG</a:t>
            </a:r>
            <a:r>
              <a:rPr lang="en-US" dirty="0">
                <a:latin typeface="+mn-lt"/>
              </a:rPr>
              <a:t> uses 3 data structures: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				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 err="1"/>
              <a:t>edge_index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nodes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edge_weights</a:t>
            </a:r>
            <a:endParaRPr lang="en-US" dirty="0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5B35087F-32A9-7F36-84FE-DBBB7044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(2)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596978-C3EC-089B-7401-00A22ED11398}"/>
              </a:ext>
            </a:extLst>
          </p:cNvPr>
          <p:cNvSpPr txBox="1"/>
          <p:nvPr/>
        </p:nvSpPr>
        <p:spPr>
          <a:xfrm>
            <a:off x="7295903" y="5742463"/>
            <a:ext cx="1519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GNNConv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5AF088-D725-08FA-F6D9-86E4901A421F}"/>
              </a:ext>
            </a:extLst>
          </p:cNvPr>
          <p:cNvGrpSpPr/>
          <p:nvPr/>
        </p:nvGrpSpPr>
        <p:grpSpPr>
          <a:xfrm>
            <a:off x="6629400" y="2012087"/>
            <a:ext cx="1981200" cy="3775780"/>
            <a:chOff x="6629400" y="2012087"/>
            <a:chExt cx="1981200" cy="377578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49A6CF9-F9DD-2DD8-FF0D-D26C5F03A409}"/>
                </a:ext>
              </a:extLst>
            </p:cNvPr>
            <p:cNvGrpSpPr/>
            <p:nvPr/>
          </p:nvGrpSpPr>
          <p:grpSpPr>
            <a:xfrm>
              <a:off x="6629400" y="2454118"/>
              <a:ext cx="1981200" cy="3333749"/>
              <a:chOff x="6629400" y="2454118"/>
              <a:chExt cx="1981200" cy="3333749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B10F7DF-5440-34D7-A5FB-6C34B59CA195}"/>
                  </a:ext>
                </a:extLst>
              </p:cNvPr>
              <p:cNvSpPr/>
              <p:nvPr/>
            </p:nvSpPr>
            <p:spPr bwMode="auto">
              <a:xfrm>
                <a:off x="6629400" y="2842346"/>
                <a:ext cx="1975754" cy="2359248"/>
              </a:xfrm>
              <a:prstGeom prst="roundRect">
                <a:avLst/>
              </a:prstGeom>
              <a:solidFill>
                <a:srgbClr val="EAECA4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D0A3E5E-6145-FCC9-7A7C-6AF97A0B835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7505164" y="2454118"/>
                <a:ext cx="25757" cy="2956082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F83700-0D73-D862-74B7-D5F566247C31}"/>
                  </a:ext>
                </a:extLst>
              </p:cNvPr>
              <p:cNvSpPr txBox="1"/>
              <p:nvPr/>
            </p:nvSpPr>
            <p:spPr>
              <a:xfrm>
                <a:off x="7733763" y="3489561"/>
                <a:ext cx="430403" cy="422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@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0E6DA9C-1CD8-336F-1D36-DBAB7E1EDB0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8031906" y="3733800"/>
                <a:ext cx="350094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5DC3549-6CDA-942F-61BB-C2FD1E0F8F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7542590" y="3729442"/>
                <a:ext cx="350094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7BAECA6-0858-BC3C-D1B4-AE33EDC394B5}"/>
                      </a:ext>
                    </a:extLst>
                  </p:cNvPr>
                  <p:cNvSpPr txBox="1"/>
                  <p:nvPr/>
                </p:nvSpPr>
                <p:spPr>
                  <a:xfrm>
                    <a:off x="8144575" y="5326202"/>
                    <a:ext cx="466025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47BAECA6-0858-BC3C-D1B4-AE33EDC394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44575" y="5326202"/>
                    <a:ext cx="466025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122BD16-D627-9D80-F89E-5E20516A7734}"/>
                      </a:ext>
                    </a:extLst>
                  </p:cNvPr>
                  <p:cNvSpPr txBox="1"/>
                  <p:nvPr/>
                </p:nvSpPr>
                <p:spPr>
                  <a:xfrm>
                    <a:off x="7304516" y="5326202"/>
                    <a:ext cx="46788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5122BD16-D627-9D80-F89E-5E20516A77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04516" y="5326202"/>
                    <a:ext cx="467884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CB09FC7-F761-B0C3-CF1D-83CEEEA36746}"/>
                  </a:ext>
                </a:extLst>
              </p:cNvPr>
              <p:cNvSpPr/>
              <p:nvPr/>
            </p:nvSpPr>
            <p:spPr bwMode="auto">
              <a:xfrm>
                <a:off x="6773431" y="3105090"/>
                <a:ext cx="1470396" cy="400110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itchFamily="-65" charset="0"/>
                  </a:rPr>
                  <a:t>Linear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22831B1-052B-FD1A-F9C5-5F7AD3F6A6A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8382000" y="3709175"/>
                <a:ext cx="0" cy="1701025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415872A-40B9-A5D1-ECA1-2E060589612F}"/>
                  </a:ext>
                </a:extLst>
              </p:cNvPr>
              <p:cNvSpPr/>
              <p:nvPr/>
            </p:nvSpPr>
            <p:spPr bwMode="auto">
              <a:xfrm>
                <a:off x="6781800" y="4559296"/>
                <a:ext cx="1470396" cy="400110"/>
              </a:xfrm>
              <a:prstGeom prst="rect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Embed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08650A26-B2BE-F1CD-391C-5A38E8ACB92D}"/>
                  </a:ext>
                </a:extLst>
              </p:cNvPr>
              <p:cNvSpPr/>
              <p:nvPr/>
            </p:nvSpPr>
            <p:spPr bwMode="auto">
              <a:xfrm>
                <a:off x="6762424" y="3962400"/>
                <a:ext cx="1470396" cy="400110"/>
              </a:xfrm>
              <a:prstGeom prst="rect">
                <a:avLst/>
              </a:prstGeom>
              <a:solidFill>
                <a:schemeClr val="accent5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latin typeface="Times New Roman" pitchFamily="-65" charset="0"/>
                  </a:rPr>
                  <a:t>relu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E045B4-E1BB-53C5-D992-4EA4FBF2A1B8}"/>
                    </a:ext>
                  </a:extLst>
                </p:cNvPr>
                <p:cNvSpPr txBox="1"/>
                <p:nvPr/>
              </p:nvSpPr>
              <p:spPr>
                <a:xfrm>
                  <a:off x="7295903" y="2012087"/>
                  <a:ext cx="4518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E045B4-E1BB-53C5-D992-4EA4FBF2A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903" y="2012087"/>
                  <a:ext cx="451854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0215736-E506-EF83-3C30-45DD97CE9250}"/>
              </a:ext>
            </a:extLst>
          </p:cNvPr>
          <p:cNvGrpSpPr/>
          <p:nvPr/>
        </p:nvGrpSpPr>
        <p:grpSpPr>
          <a:xfrm>
            <a:off x="3830827" y="3124200"/>
            <a:ext cx="2440902" cy="1513341"/>
            <a:chOff x="2667000" y="3062835"/>
            <a:chExt cx="4572000" cy="346592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AFCBCB2-465F-2EAE-06BF-DBF697FD09F2}"/>
                </a:ext>
              </a:extLst>
            </p:cNvPr>
            <p:cNvGrpSpPr/>
            <p:nvPr/>
          </p:nvGrpSpPr>
          <p:grpSpPr>
            <a:xfrm>
              <a:off x="2667000" y="3062835"/>
              <a:ext cx="4572000" cy="3465925"/>
              <a:chOff x="5005395" y="3351195"/>
              <a:chExt cx="4171320" cy="312920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1FE8A334-129E-A42A-68DA-2B3ABE6BBE09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3085286"/>
                <a:chOff x="5091709" y="3395115"/>
                <a:chExt cx="3747491" cy="308528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E297B948-6754-D5D2-C11E-ABDBE5ABB11D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819526"/>
                  <a:chOff x="5091709" y="3660875"/>
                  <a:chExt cx="3747491" cy="2819526"/>
                </a:xfrm>
              </p:grpSpPr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E50C2549-3E20-5BFE-5DBB-297AD3DBFA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1" y="3660875"/>
                    <a:ext cx="623889" cy="88118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600" dirty="0">
                        <a:latin typeface="Times New Roman" pitchFamily="-65" charset="0"/>
                      </a:rPr>
                      <a:t>0</a:t>
                    </a:r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B6359255-AC7B-369E-C95E-6750674CDB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2"/>
                    <a:ext cx="604042" cy="88118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10FB2858-0DC5-5E85-C7B9-0009B70C9B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9" cy="88118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600" dirty="0">
                        <a:latin typeface="Times New Roman" pitchFamily="-65" charset="0"/>
                      </a:rPr>
                      <a:t>3</a:t>
                    </a:r>
                    <a:endParaRPr kumimoji="0" lang="en-US" sz="16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80EDFBA7-BC6C-7EBC-E061-C928432A8C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9" y="4066432"/>
                    <a:ext cx="623889" cy="881189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1A614BC2-8F47-5B80-E392-BF2A3EB2BA9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13" name="Ink 12">
                      <a:extLst>
                        <a:ext uri="{FF2B5EF4-FFF2-40B4-BE49-F238E27FC236}">
                          <a16:creationId xmlns:a16="http://schemas.microsoft.com/office/drawing/2014/main" id="{1A614BC2-8F47-5B80-E392-BF2A3EB2BA95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5697197" y="4142060"/>
                      <a:ext cx="930815" cy="18808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14" name="Ink 13">
                      <a:extLst>
                        <a:ext uri="{FF2B5EF4-FFF2-40B4-BE49-F238E27FC236}">
                          <a16:creationId xmlns:a16="http://schemas.microsoft.com/office/drawing/2014/main" id="{0A30E8E7-5083-CE54-0351-980C51E544C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14" name="Ink 13">
                      <a:extLst>
                        <a:ext uri="{FF2B5EF4-FFF2-40B4-BE49-F238E27FC236}">
                          <a16:creationId xmlns:a16="http://schemas.microsoft.com/office/drawing/2014/main" id="{0A30E8E7-5083-CE54-0351-980C51E544CB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051566" y="4606065"/>
                      <a:ext cx="278398" cy="112019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15" name="Ink 14">
                      <a:extLst>
                        <a:ext uri="{FF2B5EF4-FFF2-40B4-BE49-F238E27FC236}">
                          <a16:creationId xmlns:a16="http://schemas.microsoft.com/office/drawing/2014/main" id="{96A50541-520D-B713-2C7D-6DF064670CD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96A50541-520D-B713-2C7D-6DF064670CD6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7119910" y="3908753"/>
                      <a:ext cx="1135668" cy="3900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688F2E0F-7A3E-DF38-6181-C5B5E391370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335630" y="4253355"/>
                    <a:ext cx="1127160" cy="1754280"/>
                  </p14:xfrm>
                </p:contentPart>
              </mc:Choice>
              <mc:Fallback xmlns="">
                <p:pic>
                  <p:nvPicPr>
                    <p:cNvPr id="16" name="Ink 15">
                      <a:extLst>
                        <a:ext uri="{FF2B5EF4-FFF2-40B4-BE49-F238E27FC236}">
                          <a16:creationId xmlns:a16="http://schemas.microsoft.com/office/drawing/2014/main" id="{688F2E0F-7A3E-DF38-6181-C5B5E391370E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7319351" y="4236698"/>
                      <a:ext cx="1159067" cy="178692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17" name="Ink 16">
                      <a:extLst>
                        <a:ext uri="{FF2B5EF4-FFF2-40B4-BE49-F238E27FC236}">
                          <a16:creationId xmlns:a16="http://schemas.microsoft.com/office/drawing/2014/main" id="{80BDB508-6096-5ECE-3E07-8E70314F248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537790" y="4405635"/>
                    <a:ext cx="1282320" cy="1324800"/>
                  </p14:xfrm>
                </p:contentPart>
              </mc:Choice>
              <mc:Fallback xmlns="">
                <p:pic>
                  <p:nvPicPr>
                    <p:cNvPr id="17" name="Ink 16">
                      <a:extLst>
                        <a:ext uri="{FF2B5EF4-FFF2-40B4-BE49-F238E27FC236}">
                          <a16:creationId xmlns:a16="http://schemas.microsoft.com/office/drawing/2014/main" id="{80BDB508-6096-5ECE-3E07-8E70314F248E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5521509" y="4388983"/>
                      <a:ext cx="1314231" cy="135743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20" name="Ink 19">
                      <a:extLst>
                        <a:ext uri="{FF2B5EF4-FFF2-40B4-BE49-F238E27FC236}">
                          <a16:creationId xmlns:a16="http://schemas.microsoft.com/office/drawing/2014/main" id="{03BFAFD4-FC44-7425-DB06-943A685A7CE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03BFAFD4-FC44-7425-DB06-943A685A7CE4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5619426" y="3378454"/>
                      <a:ext cx="2912277" cy="61513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EB097D14-9079-4AE1-261E-79E163592CE9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EB097D14-9079-4AE1-261E-79E163592CE9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4989128" y="3334553"/>
                    <a:ext cx="646763" cy="5798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51355C9C-F515-2160-1628-540A937FB81F}"/>
                      </a:ext>
                    </a:extLst>
                  </p14:cNvPr>
                  <p14:cNvContentPartPr/>
                  <p14:nvPr/>
                </p14:nvContentPartPr>
                <p14:xfrm>
                  <a:off x="6319755" y="5899275"/>
                  <a:ext cx="632160" cy="41400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51355C9C-F515-2160-1628-540A937FB81F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303479" y="5882635"/>
                    <a:ext cx="664061" cy="44661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4FA0B045-FDF0-A131-6A00-4F29A6F56D37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FA0B045-FDF0-A131-6A00-4F29A6F56D3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611785" y="3523191"/>
                    <a:ext cx="580568" cy="77494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4697F7-D4CB-0CD8-5F67-F874158396AF}"/>
                    </a:ext>
                  </a:extLst>
                </p14:cNvPr>
                <p14:cNvContentPartPr/>
                <p14:nvPr/>
              </p14:nvContentPartPr>
              <p14:xfrm>
                <a:off x="4437817" y="3609006"/>
                <a:ext cx="528840" cy="37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4697F7-D4CB-0CD8-5F67-F874158396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19975" y="3590567"/>
                  <a:ext cx="563811" cy="4137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BE5F549-57D2-753C-6D72-769F328765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223568"/>
                  </p:ext>
                </p:extLst>
              </p:nvPr>
            </p:nvGraphicFramePr>
            <p:xfrm>
              <a:off x="1371600" y="198120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η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ϕ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2BE5F549-57D2-753C-6D72-769F328765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2223568"/>
                  </p:ext>
                </p:extLst>
              </p:nvPr>
            </p:nvGraphicFramePr>
            <p:xfrm>
              <a:off x="1371600" y="1981200"/>
              <a:ext cx="1981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660400">
                      <a:extLst>
                        <a:ext uri="{9D8B030D-6E8A-4147-A177-3AD203B41FA5}">
                          <a16:colId xmlns:a16="http://schemas.microsoft.com/office/drawing/2014/main" val="4065791063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377459414"/>
                        </a:ext>
                      </a:extLst>
                    </a:gridCol>
                    <a:gridCol w="660400">
                      <a:extLst>
                        <a:ext uri="{9D8B030D-6E8A-4147-A177-3AD203B41FA5}">
                          <a16:colId xmlns:a16="http://schemas.microsoft.com/office/drawing/2014/main" val="179928997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5769" t="-8333" r="-2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105769" t="-8333" r="-115385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205769" t="-8333" r="-15385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6737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5769" t="-108333" r="-21538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105769" t="-108333" r="-115385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205769" t="-108333" r="-15385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551562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5769" t="-208333" r="-21538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105769" t="-208333" r="-115385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205769" t="-208333" r="-15385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2315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5769" t="-308333" r="-21538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105769" t="-308333" r="-115385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6"/>
                          <a:stretch>
                            <a:fillRect l="-205769" t="-308333" r="-15385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1200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B28DE83E-DF0C-61AF-F062-21592556A2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8688713"/>
                  </p:ext>
                </p:extLst>
              </p:nvPr>
            </p:nvGraphicFramePr>
            <p:xfrm>
              <a:off x="4038600" y="1935480"/>
              <a:ext cx="2899632" cy="73152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483272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42499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42499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B28DE83E-DF0C-61AF-F062-21592556A2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8688713"/>
                  </p:ext>
                </p:extLst>
              </p:nvPr>
            </p:nvGraphicFramePr>
            <p:xfrm>
              <a:off x="4038600" y="1935480"/>
              <a:ext cx="2899632" cy="73152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483272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483272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410526" t="-10345" r="-118421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410526" t="-110345" r="-118421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E2344CCF-B357-7DF4-FAAC-7ECF31E281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546004"/>
                  </p:ext>
                </p:extLst>
              </p:nvPr>
            </p:nvGraphicFramePr>
            <p:xfrm>
              <a:off x="903906" y="4689157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E2344CCF-B357-7DF4-FAAC-7ECF31E281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7546004"/>
                  </p:ext>
                </p:extLst>
              </p:nvPr>
            </p:nvGraphicFramePr>
            <p:xfrm>
              <a:off x="903906" y="4689157"/>
              <a:ext cx="4658694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8"/>
                          <a:stretch>
                            <a:fillRect l="-4918" t="-7692" r="-514754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8"/>
                          <a:stretch>
                            <a:fillRect l="-104918" t="-7692" r="-414754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8"/>
                          <a:stretch>
                            <a:fillRect l="-201613" t="-7692" r="-30806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8"/>
                          <a:stretch>
                            <a:fillRect l="-306557" t="-7692" r="-21311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8"/>
                          <a:stretch>
                            <a:fillRect l="-406557" t="-7692" r="-113115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8"/>
                          <a:stretch>
                            <a:fillRect l="-506557" t="-7692" r="-13115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80366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CFE-4EE4-B7F4-28DE-1AB17C22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603BD7-8AA7-1056-7E6D-1EA88E5F4F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PyG</a:t>
            </a:r>
            <a:r>
              <a:rPr lang="en-US" dirty="0"/>
              <a:t> solves the two problems by </a:t>
            </a:r>
            <a:r>
              <a:rPr lang="en-US" dirty="0">
                <a:solidFill>
                  <a:srgbClr val="0033CC"/>
                </a:solidFill>
              </a:rPr>
              <a:t>serializing</a:t>
            </a:r>
            <a:r>
              <a:rPr lang="en-US" dirty="0"/>
              <a:t> graphs using these data structures. Each node is viewed as an </a:t>
            </a:r>
            <a:r>
              <a:rPr lang="en-US" i="1" dirty="0"/>
              <a:t>independent</a:t>
            </a:r>
            <a:r>
              <a:rPr lang="en-US" dirty="0"/>
              <a:t> entity linked to source nodes via the </a:t>
            </a:r>
            <a:br>
              <a:rPr lang="en-US" dirty="0"/>
            </a:br>
            <a:r>
              <a:rPr lang="en-US" dirty="0" err="1">
                <a:solidFill>
                  <a:srgbClr val="0033CC"/>
                </a:solidFill>
              </a:rPr>
              <a:t>edge_index</a:t>
            </a:r>
            <a:r>
              <a:rPr lang="en-US" dirty="0"/>
              <a:t> and the associated </a:t>
            </a:r>
            <a:r>
              <a:rPr lang="en-US" dirty="0" err="1">
                <a:solidFill>
                  <a:srgbClr val="0033CC"/>
                </a:solidFill>
              </a:rPr>
              <a:t>edge_weight</a:t>
            </a:r>
            <a:r>
              <a:rPr lang="en-US" dirty="0"/>
              <a:t>.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FC670232-530E-EDE0-2778-3CD2C1BAF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E2866C-2309-3EEF-7947-43AB998D274F}"/>
              </a:ext>
            </a:extLst>
          </p:cNvPr>
          <p:cNvGrpSpPr/>
          <p:nvPr/>
        </p:nvGrpSpPr>
        <p:grpSpPr>
          <a:xfrm>
            <a:off x="6019800" y="4114800"/>
            <a:ext cx="2971800" cy="2209800"/>
            <a:chOff x="2761605" y="3315225"/>
            <a:chExt cx="4107460" cy="295656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BABF90-2964-1BC2-59C4-B5BF5CA0DDA0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B51F67AA-87FB-8344-1216-A666A405D5AD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3FFB596C-4B48-B78A-B5D3-0D3A2E001624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555A9473-9B04-EA25-D395-621FD96260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>
                          <a:shade val="30000"/>
                          <a:satMod val="115000"/>
                        </a:srgbClr>
                      </a:gs>
                      <a:gs pos="50000">
                        <a:srgbClr val="FFC000">
                          <a:shade val="67500"/>
                          <a:satMod val="115000"/>
                        </a:srgbClr>
                      </a:gs>
                      <a:gs pos="100000">
                        <a:srgbClr val="FFC0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C466F8C0-9D63-24B3-116A-705397024C6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>
                          <a:shade val="30000"/>
                          <a:satMod val="115000"/>
                        </a:srgbClr>
                      </a:gs>
                      <a:gs pos="50000">
                        <a:srgbClr val="FFC000">
                          <a:shade val="67500"/>
                          <a:satMod val="115000"/>
                        </a:srgbClr>
                      </a:gs>
                      <a:gs pos="100000">
                        <a:srgbClr val="FFC0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C18CC2F2-F011-FD33-4C5E-E5CFB101D16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FFC000">
                          <a:shade val="30000"/>
                          <a:satMod val="115000"/>
                        </a:srgbClr>
                      </a:gs>
                      <a:gs pos="50000">
                        <a:srgbClr val="FFC000">
                          <a:shade val="67500"/>
                          <a:satMod val="115000"/>
                        </a:srgbClr>
                      </a:gs>
                      <a:gs pos="100000">
                        <a:srgbClr val="FFC0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3831479E-AF21-88FC-512C-AD57C16433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3">
                  <p14:nvContentPartPr>
                    <p14:cNvPr id="32" name="Ink 31">
                      <a:extLst>
                        <a:ext uri="{FF2B5EF4-FFF2-40B4-BE49-F238E27FC236}">
                          <a16:creationId xmlns:a16="http://schemas.microsoft.com/office/drawing/2014/main" id="{72EB70E5-ADC9-51F2-CD43-F17238E74B3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644CD1E6-4C29-51DF-3E78-B1477DDADAAD}"/>
                        </a:ext>
                      </a:extLst>
                    </p:cNvPr>
                    <p:cNvPicPr/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5705259" y="4150541"/>
                      <a:ext cx="915013" cy="17146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9">
                  <p14:nvContentPartPr>
                    <p14:cNvPr id="35" name="Ink 34">
                      <a:extLst>
                        <a:ext uri="{FF2B5EF4-FFF2-40B4-BE49-F238E27FC236}">
                          <a16:creationId xmlns:a16="http://schemas.microsoft.com/office/drawing/2014/main" id="{208AB63C-CD6B-81E2-B9B8-A826A5171B0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64" name="Ink 63">
                      <a:extLst>
                        <a:ext uri="{FF2B5EF4-FFF2-40B4-BE49-F238E27FC236}">
                          <a16:creationId xmlns:a16="http://schemas.microsoft.com/office/drawing/2014/main" id="{4C2084B5-E09C-EAE7-470B-ED51D33C958F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7059581" y="4614589"/>
                      <a:ext cx="262690" cy="110348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1">
                  <p14:nvContentPartPr>
                    <p14:cNvPr id="36" name="Ink 35">
                      <a:extLst>
                        <a:ext uri="{FF2B5EF4-FFF2-40B4-BE49-F238E27FC236}">
                          <a16:creationId xmlns:a16="http://schemas.microsoft.com/office/drawing/2014/main" id="{A7184BBD-43A1-75EA-9B95-91B7898DB6B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34604DF0-AA4D-BA43-CE79-40D8DFC1492E}"/>
                        </a:ext>
                      </a:extLst>
                    </p:cNvPr>
                    <p:cNvPicPr/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7127977" y="3917263"/>
                      <a:ext cx="1119857" cy="373419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1FD7F9E4-B435-2390-54EF-C42D52C52D91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24908EAE-F06A-1AB9-0520-0A6280210A55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4428817" y="3600006"/>
                    <a:ext cx="546480" cy="395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7A5EF80-F278-C89B-1F2F-59CFFD8E47A3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A6F93D-155A-99C5-E637-A98AB1EED9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A8DD050-645C-23A9-F8F4-97D16D446D72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C184CB5-DEA2-5531-1A6F-241F760C4D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85243" y="3972585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F57D2B4-4ADD-7453-8501-31CAF486B7C2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795F6A8E-DB45-4CC0-D6DF-3D66A94D76FD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CFE683AC-7E16-98EA-7DC4-8B9172171D0E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501243" y="3733545"/>
                    <a:ext cx="779760" cy="232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9092F2A3-E8DF-6905-20B4-AF95D1697FEF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098DE0EC-5EDF-51AC-4847-0A769549831B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4214763" y="389554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AFAA88AA-E1F2-0107-F6A5-A126F4029B27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 xmlns="">
              <p:pic>
                <p:nvPicPr>
                  <p:cNvPr id="59" name="Ink 58">
                    <a:extLst>
                      <a:ext uri="{FF2B5EF4-FFF2-40B4-BE49-F238E27FC236}">
                        <a16:creationId xmlns:a16="http://schemas.microsoft.com/office/drawing/2014/main" id="{072A2D94-0571-D960-FB3A-8EE7EBA571D9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4213683" y="3870345"/>
                    <a:ext cx="114840" cy="162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115E4-6DB9-02F6-EBAF-B934F0B9DED5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9CED09-7789-8012-DAB2-FB26F15E15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6723" y="3848745"/>
                  <a:ext cx="9342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E12A57-4EF2-6CA8-3318-A625E8E26A22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C5F5F2-6045-4AE8-F6E6-522837846C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9883" y="4088145"/>
                  <a:ext cx="69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A82305-9479-B688-A94B-BE826E6230B9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E4CBA6-E6F4-F6AD-8F82-880B9BDC69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47883" y="4206585"/>
                  <a:ext cx="155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BE2331-B1CB-73A5-6CA3-F102CC40F234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277BE0B-8F2D-9F4D-BE18-03B6989A1CC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6763" y="55105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4063186-550E-6D75-ACB6-132FDB693E16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23F6CE5E-770C-5512-5AC3-594097F76127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 xmlns="">
              <p:pic>
                <p:nvPicPr>
                  <p:cNvPr id="55" name="Ink 54">
                    <a:extLst>
                      <a:ext uri="{FF2B5EF4-FFF2-40B4-BE49-F238E27FC236}">
                        <a16:creationId xmlns:a16="http://schemas.microsoft.com/office/drawing/2014/main" id="{0FE797B8-8505-F56B-CC92-9307F4E3DDD4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225283" y="4627425"/>
                    <a:ext cx="183240" cy="9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377CEC8B-FBBA-D41C-3EC5-FC81225B591A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66DBB4D5-0C36-0AAF-0847-C5959A24784D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5236443" y="4640385"/>
                    <a:ext cx="150480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58F317-28DF-3730-CA36-C56A73498AE3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EA5C02A-7B46-251D-3CC4-52B837CDD5D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20243" y="3297225"/>
                  <a:ext cx="7822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D761A89-DAE4-495A-7A51-32799C471928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A877FA7-B3A4-1C4E-AAAF-5478FBD681F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14683" y="3477585"/>
                  <a:ext cx="7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28BB0C-BCE3-AF08-9EA7-D8A967EBC7AA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D2170BF-1C88-83A7-C351-74DC6DA4017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00723" y="3437625"/>
                  <a:ext cx="518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FDE5BFE-D0F9-A7A7-A712-4B932316586F}"/>
              </a:ext>
            </a:extLst>
          </p:cNvPr>
          <p:cNvGrpSpPr/>
          <p:nvPr/>
        </p:nvGrpSpPr>
        <p:grpSpPr>
          <a:xfrm>
            <a:off x="2316966" y="2891135"/>
            <a:ext cx="2792900" cy="3386484"/>
            <a:chOff x="2870750" y="2142697"/>
            <a:chExt cx="2792900" cy="3386484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DE27CB9-544B-EABD-5FE1-C4830810BE4D}"/>
                </a:ext>
              </a:extLst>
            </p:cNvPr>
            <p:cNvSpPr/>
            <p:nvPr/>
          </p:nvSpPr>
          <p:spPr bwMode="auto">
            <a:xfrm>
              <a:off x="2870750" y="2592815"/>
              <a:ext cx="608500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itchFamily="-65" charset="0"/>
                </a:rPr>
                <a:t>0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D6C2A68-95D2-863E-F9FF-A77A0E9D3FAD}"/>
                </a:ext>
              </a:extLst>
            </p:cNvPr>
            <p:cNvSpPr/>
            <p:nvPr/>
          </p:nvSpPr>
          <p:spPr bwMode="auto">
            <a:xfrm>
              <a:off x="3557186" y="2592815"/>
              <a:ext cx="628375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EC7E0CC-01F9-B49F-2869-737D35E59EAE}"/>
                </a:ext>
              </a:extLst>
            </p:cNvPr>
            <p:cNvSpPr/>
            <p:nvPr/>
          </p:nvSpPr>
          <p:spPr bwMode="auto">
            <a:xfrm>
              <a:off x="4313638" y="2592815"/>
              <a:ext cx="628374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2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B4D6350-05D6-613F-1C98-3B4B37AA6AAA}"/>
                </a:ext>
              </a:extLst>
            </p:cNvPr>
            <p:cNvSpPr/>
            <p:nvPr/>
          </p:nvSpPr>
          <p:spPr bwMode="auto">
            <a:xfrm>
              <a:off x="5010427" y="2589622"/>
              <a:ext cx="628373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3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8F8A944-593D-FB72-E459-3C5F7DF5D942}"/>
                </a:ext>
              </a:extLst>
            </p:cNvPr>
            <p:cNvSpPr/>
            <p:nvPr/>
          </p:nvSpPr>
          <p:spPr bwMode="auto">
            <a:xfrm>
              <a:off x="2895600" y="3355993"/>
              <a:ext cx="608500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itchFamily="-65" charset="0"/>
                </a:rPr>
                <a:t>0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7210FF2-F11E-FBAB-0140-347880981406}"/>
                </a:ext>
              </a:extLst>
            </p:cNvPr>
            <p:cNvSpPr/>
            <p:nvPr/>
          </p:nvSpPr>
          <p:spPr bwMode="auto">
            <a:xfrm>
              <a:off x="3582036" y="3355993"/>
              <a:ext cx="628375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1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D1D7572-676C-8FE4-A825-683AC57F51B7}"/>
                </a:ext>
              </a:extLst>
            </p:cNvPr>
            <p:cNvSpPr/>
            <p:nvPr/>
          </p:nvSpPr>
          <p:spPr bwMode="auto">
            <a:xfrm>
              <a:off x="4338488" y="3355993"/>
              <a:ext cx="628374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79C7D3F-7CC7-B6A3-EE77-0DE7B780B8DF}"/>
                </a:ext>
              </a:extLst>
            </p:cNvPr>
            <p:cNvSpPr/>
            <p:nvPr/>
          </p:nvSpPr>
          <p:spPr bwMode="auto">
            <a:xfrm>
              <a:off x="5035277" y="3352800"/>
              <a:ext cx="628373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3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BCB114B-E53E-47CB-B451-8AD7A152887B}"/>
                </a:ext>
              </a:extLst>
            </p:cNvPr>
            <p:cNvSpPr/>
            <p:nvPr/>
          </p:nvSpPr>
          <p:spPr bwMode="auto">
            <a:xfrm>
              <a:off x="2895600" y="4151412"/>
              <a:ext cx="608500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itchFamily="-65" charset="0"/>
                </a:rPr>
                <a:t>0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5C8790E-9E92-B5D5-E311-54CAF84BB0FE}"/>
                </a:ext>
              </a:extLst>
            </p:cNvPr>
            <p:cNvSpPr/>
            <p:nvPr/>
          </p:nvSpPr>
          <p:spPr bwMode="auto">
            <a:xfrm>
              <a:off x="3582036" y="4151412"/>
              <a:ext cx="628375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E06F51F-0A55-CAB3-6C4F-47B026EB6D08}"/>
                </a:ext>
              </a:extLst>
            </p:cNvPr>
            <p:cNvSpPr/>
            <p:nvPr/>
          </p:nvSpPr>
          <p:spPr bwMode="auto">
            <a:xfrm>
              <a:off x="4338488" y="4151412"/>
              <a:ext cx="628374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2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DC4C59-B501-8B02-598B-CAAA81872837}"/>
                </a:ext>
              </a:extLst>
            </p:cNvPr>
            <p:cNvSpPr/>
            <p:nvPr/>
          </p:nvSpPr>
          <p:spPr bwMode="auto">
            <a:xfrm>
              <a:off x="5035277" y="4148219"/>
              <a:ext cx="628373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3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1642FDD-E69B-B83C-3DA3-75F9789DF8A3}"/>
                </a:ext>
              </a:extLst>
            </p:cNvPr>
            <p:cNvSpPr/>
            <p:nvPr/>
          </p:nvSpPr>
          <p:spPr bwMode="auto">
            <a:xfrm>
              <a:off x="2895600" y="4879993"/>
              <a:ext cx="608500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itchFamily="-65" charset="0"/>
                </a:rPr>
                <a:t>0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0CCAC38-E5A2-27C4-1626-CC1C87AF5811}"/>
                </a:ext>
              </a:extLst>
            </p:cNvPr>
            <p:cNvSpPr/>
            <p:nvPr/>
          </p:nvSpPr>
          <p:spPr bwMode="auto">
            <a:xfrm>
              <a:off x="3582036" y="4879993"/>
              <a:ext cx="628375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1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21CBA09A-D624-D0B1-CBB4-B47F6227D4EE}"/>
                </a:ext>
              </a:extLst>
            </p:cNvPr>
            <p:cNvSpPr/>
            <p:nvPr/>
          </p:nvSpPr>
          <p:spPr bwMode="auto">
            <a:xfrm>
              <a:off x="4338488" y="4879993"/>
              <a:ext cx="628374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2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FC3D89A-335E-9F5A-35F1-705CC68490A3}"/>
                </a:ext>
              </a:extLst>
            </p:cNvPr>
            <p:cNvSpPr/>
            <p:nvPr/>
          </p:nvSpPr>
          <p:spPr bwMode="auto">
            <a:xfrm>
              <a:off x="5035277" y="4876800"/>
              <a:ext cx="628373" cy="649188"/>
            </a:xfrm>
            <a:prstGeom prst="ellipse">
              <a:avLst/>
            </a:prstGeom>
            <a:gradFill flip="none" rotWithShape="1">
              <a:gsLst>
                <a:gs pos="0">
                  <a:srgbClr val="FFC000">
                    <a:shade val="30000"/>
                    <a:satMod val="115000"/>
                  </a:srgbClr>
                </a:gs>
                <a:gs pos="50000">
                  <a:srgbClr val="FFC000">
                    <a:shade val="67500"/>
                    <a:satMod val="115000"/>
                  </a:srgbClr>
                </a:gs>
                <a:gs pos="100000">
                  <a:srgbClr val="FFC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rPr>
                <a:t>3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2C51F6E-D563-0E8A-BF2C-8DF30760512B}"/>
                </a:ext>
              </a:extLst>
            </p:cNvPr>
            <p:cNvSpPr txBox="1"/>
            <p:nvPr/>
          </p:nvSpPr>
          <p:spPr>
            <a:xfrm>
              <a:off x="3293333" y="2142697"/>
              <a:ext cx="18341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Source nodes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1121414-F42D-3E2A-AF23-D7785D89FFF2}"/>
              </a:ext>
            </a:extLst>
          </p:cNvPr>
          <p:cNvGrpSpPr/>
          <p:nvPr/>
        </p:nvGrpSpPr>
        <p:grpSpPr>
          <a:xfrm>
            <a:off x="609600" y="3375850"/>
            <a:ext cx="1650325" cy="2935188"/>
            <a:chOff x="1163384" y="2627412"/>
            <a:chExt cx="1650325" cy="2935188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601A64C-1F30-90E2-07F8-A9B29858597A}"/>
                </a:ext>
              </a:extLst>
            </p:cNvPr>
            <p:cNvGrpSpPr/>
            <p:nvPr/>
          </p:nvGrpSpPr>
          <p:grpSpPr>
            <a:xfrm>
              <a:off x="1631866" y="2627412"/>
              <a:ext cx="1181843" cy="2935188"/>
              <a:chOff x="1631866" y="2627412"/>
              <a:chExt cx="1181843" cy="2935188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3EB4FF4-365F-1AB9-E9A4-373B78EF128C}"/>
                  </a:ext>
                </a:extLst>
              </p:cNvPr>
              <p:cNvSpPr/>
              <p:nvPr/>
            </p:nvSpPr>
            <p:spPr bwMode="auto">
              <a:xfrm>
                <a:off x="1638850" y="2627412"/>
                <a:ext cx="608500" cy="649188"/>
              </a:xfrm>
              <a:prstGeom prst="ellipse">
                <a:avLst/>
              </a:prstGeom>
              <a:gradFill flip="none" rotWithShape="1">
                <a:gsLst>
                  <a:gs pos="0">
                    <a:srgbClr val="98CA00">
                      <a:shade val="30000"/>
                      <a:satMod val="115000"/>
                    </a:srgbClr>
                  </a:gs>
                  <a:gs pos="50000">
                    <a:srgbClr val="98CA00">
                      <a:shade val="67500"/>
                      <a:satMod val="115000"/>
                    </a:srgbClr>
                  </a:gs>
                  <a:gs pos="100000">
                    <a:srgbClr val="98CA0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itchFamily="-65" charset="0"/>
                  </a:rPr>
                  <a:t>0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-65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82C46FB-DFD1-589B-A8F2-630C2F22D0DF}"/>
                  </a:ext>
                </a:extLst>
              </p:cNvPr>
              <p:cNvSpPr/>
              <p:nvPr/>
            </p:nvSpPr>
            <p:spPr bwMode="auto">
              <a:xfrm>
                <a:off x="1631866" y="3424436"/>
                <a:ext cx="628375" cy="649188"/>
              </a:xfrm>
              <a:prstGeom prst="ellipse">
                <a:avLst/>
              </a:prstGeom>
              <a:gradFill flip="none" rotWithShape="1">
                <a:gsLst>
                  <a:gs pos="0">
                    <a:srgbClr val="98CA00">
                      <a:shade val="30000"/>
                      <a:satMod val="115000"/>
                    </a:srgbClr>
                  </a:gs>
                  <a:gs pos="50000">
                    <a:srgbClr val="98CA00">
                      <a:shade val="67500"/>
                      <a:satMod val="115000"/>
                    </a:srgbClr>
                  </a:gs>
                  <a:gs pos="100000">
                    <a:srgbClr val="98CA0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1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9B12839-428D-D6A2-989D-64309E91932F}"/>
                  </a:ext>
                </a:extLst>
              </p:cNvPr>
              <p:cNvSpPr/>
              <p:nvPr/>
            </p:nvSpPr>
            <p:spPr bwMode="auto">
              <a:xfrm>
                <a:off x="1657625" y="4227612"/>
                <a:ext cx="628374" cy="649188"/>
              </a:xfrm>
              <a:prstGeom prst="ellipse">
                <a:avLst/>
              </a:prstGeom>
              <a:gradFill flip="none" rotWithShape="1">
                <a:gsLst>
                  <a:gs pos="0">
                    <a:srgbClr val="98CA00">
                      <a:shade val="30000"/>
                      <a:satMod val="115000"/>
                    </a:srgbClr>
                  </a:gs>
                  <a:gs pos="50000">
                    <a:srgbClr val="98CA00">
                      <a:shade val="67500"/>
                      <a:satMod val="115000"/>
                    </a:srgbClr>
                  </a:gs>
                  <a:gs pos="100000">
                    <a:srgbClr val="98CA0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2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6794BEE-2EEE-0DD8-9F5F-4DA9504C0B6B}"/>
                  </a:ext>
                </a:extLst>
              </p:cNvPr>
              <p:cNvSpPr/>
              <p:nvPr/>
            </p:nvSpPr>
            <p:spPr bwMode="auto">
              <a:xfrm>
                <a:off x="1657624" y="4913412"/>
                <a:ext cx="628373" cy="649188"/>
              </a:xfrm>
              <a:prstGeom prst="ellipse">
                <a:avLst/>
              </a:prstGeom>
              <a:gradFill flip="none" rotWithShape="1">
                <a:gsLst>
                  <a:gs pos="0">
                    <a:srgbClr val="98CA00">
                      <a:shade val="30000"/>
                      <a:satMod val="115000"/>
                    </a:srgbClr>
                  </a:gs>
                  <a:gs pos="50000">
                    <a:srgbClr val="98CA00">
                      <a:shade val="67500"/>
                      <a:satMod val="115000"/>
                    </a:srgbClr>
                  </a:gs>
                  <a:gs pos="100000">
                    <a:srgbClr val="98CA0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-65" charset="0"/>
                  </a:rPr>
                  <a:t>3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4C99A2D4-F73A-3043-5C0D-D429DAC6C227}"/>
                      </a:ext>
                    </a:extLst>
                  </p:cNvPr>
                  <p:cNvSpPr txBox="1"/>
                  <p:nvPr/>
                </p:nvSpPr>
                <p:spPr>
                  <a:xfrm>
                    <a:off x="2286000" y="2686577"/>
                    <a:ext cx="52770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4C99A2D4-F73A-3043-5C0D-D429DAC6C2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6000" y="2686577"/>
                    <a:ext cx="527709" cy="461665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7BCD0F0-1924-5775-78A2-2C0094153507}"/>
                      </a:ext>
                    </a:extLst>
                  </p:cNvPr>
                  <p:cNvSpPr txBox="1"/>
                  <p:nvPr/>
                </p:nvSpPr>
                <p:spPr>
                  <a:xfrm>
                    <a:off x="2286000" y="3500735"/>
                    <a:ext cx="52770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37BCD0F0-1924-5775-78A2-2C00941535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6000" y="3500735"/>
                    <a:ext cx="527709" cy="461665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610C3C9-A2A2-9E08-FFC0-B0FDA3E39BF0}"/>
                      </a:ext>
                    </a:extLst>
                  </p:cNvPr>
                  <p:cNvSpPr txBox="1"/>
                  <p:nvPr/>
                </p:nvSpPr>
                <p:spPr>
                  <a:xfrm>
                    <a:off x="2286000" y="4262735"/>
                    <a:ext cx="52770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7610C3C9-A2A2-9E08-FFC0-B0FDA3E39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6000" y="4262735"/>
                    <a:ext cx="527709" cy="461665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A7CE5325-1C48-0F22-DA83-21111A47C077}"/>
                      </a:ext>
                    </a:extLst>
                  </p:cNvPr>
                  <p:cNvSpPr txBox="1"/>
                  <p:nvPr/>
                </p:nvSpPr>
                <p:spPr>
                  <a:xfrm>
                    <a:off x="2286000" y="4948535"/>
                    <a:ext cx="52770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⇐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7" name="TextBox 76">
                    <a:extLst>
                      <a:ext uri="{FF2B5EF4-FFF2-40B4-BE49-F238E27FC236}">
                        <a16:creationId xmlns:a16="http://schemas.microsoft.com/office/drawing/2014/main" id="{A7CE5325-1C48-0F22-DA83-21111A47C0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6000" y="4948535"/>
                    <a:ext cx="527709" cy="461665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AF5E2C4-B376-AD62-EB87-6DB11539FB62}"/>
                </a:ext>
              </a:extLst>
            </p:cNvPr>
            <p:cNvSpPr txBox="1"/>
            <p:nvPr/>
          </p:nvSpPr>
          <p:spPr>
            <a:xfrm rot="16200000">
              <a:off x="478646" y="3767008"/>
              <a:ext cx="18311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Target  nodes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4" name="Table 83">
                <a:extLst>
                  <a:ext uri="{FF2B5EF4-FFF2-40B4-BE49-F238E27FC236}">
                    <a16:creationId xmlns:a16="http://schemas.microsoft.com/office/drawing/2014/main" id="{7F8CB27F-D9A2-9A96-CB89-581EE2006F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1193618"/>
                  </p:ext>
                </p:extLst>
              </p:nvPr>
            </p:nvGraphicFramePr>
            <p:xfrm>
              <a:off x="6403746" y="2133600"/>
              <a:ext cx="2664054" cy="73152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44400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58147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58147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4" name="Table 83">
                <a:extLst>
                  <a:ext uri="{FF2B5EF4-FFF2-40B4-BE49-F238E27FC236}">
                    <a16:creationId xmlns:a16="http://schemas.microsoft.com/office/drawing/2014/main" id="{7F8CB27F-D9A2-9A96-CB89-581EE2006F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1193618"/>
                  </p:ext>
                </p:extLst>
              </p:nvPr>
            </p:nvGraphicFramePr>
            <p:xfrm>
              <a:off x="6403746" y="2133600"/>
              <a:ext cx="2664054" cy="73152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44400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444009">
                      <a:extLst>
                        <a:ext uri="{9D8B030D-6E8A-4147-A177-3AD203B41FA5}">
                          <a16:colId xmlns:a16="http://schemas.microsoft.com/office/drawing/2014/main" val="7374853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8571" t="-10345" r="-122857" b="-1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4"/>
                          <a:stretch>
                            <a:fillRect l="-408571" t="-110345" r="-122857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5" name="Table 84">
                <a:extLst>
                  <a:ext uri="{FF2B5EF4-FFF2-40B4-BE49-F238E27FC236}">
                    <a16:creationId xmlns:a16="http://schemas.microsoft.com/office/drawing/2014/main" id="{4326DD38-D922-57C9-F89F-0C2C5ABBEF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5067543"/>
                  </p:ext>
                </p:extLst>
              </p:nvPr>
            </p:nvGraphicFramePr>
            <p:xfrm>
              <a:off x="5218917" y="2989677"/>
              <a:ext cx="3882245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24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5" name="Table 84">
                <a:extLst>
                  <a:ext uri="{FF2B5EF4-FFF2-40B4-BE49-F238E27FC236}">
                    <a16:creationId xmlns:a16="http://schemas.microsoft.com/office/drawing/2014/main" id="{4326DD38-D922-57C9-F89F-0C2C5ABBEF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5067543"/>
                  </p:ext>
                </p:extLst>
              </p:nvPr>
            </p:nvGraphicFramePr>
            <p:xfrm>
              <a:off x="5218917" y="2989677"/>
              <a:ext cx="3882245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776449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776449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279" t="-7500" r="-414754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101613" t="-7500" r="-308065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204918" t="-7500" r="-213115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300000" t="-7500" r="-109677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5"/>
                          <a:stretch>
                            <a:fillRect l="-406557" t="-7500" r="-11475" b="-1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7830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60652-C8A1-AA4F-F99A-CD7A1701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C11BE4-D303-4D70-FF05-746C519594F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Consider the computation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tensor of embedded nodes of shape </a:t>
                </a:r>
                <a:r>
                  <a:rPr lang="en-US" dirty="0">
                    <a:solidFill>
                      <a:srgbClr val="0033CC"/>
                    </a:solidFill>
                  </a:rPr>
                  <a:t>[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=4,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]. </a:t>
                </a:r>
                <a:r>
                  <a:rPr lang="en-US" dirty="0"/>
                  <a:t>Focus on target node </a:t>
                </a:r>
                <a:r>
                  <a:rPr lang="en-US" b="1" dirty="0">
                    <a:solidFill>
                      <a:srgbClr val="0033CC"/>
                    </a:solidFill>
                  </a:rPr>
                  <a:t>2</a:t>
                </a:r>
                <a:r>
                  <a:rPr lang="en-US" dirty="0"/>
                  <a:t>, which is associated with row </a:t>
                </a:r>
                <a:r>
                  <a:rPr lang="en-US" b="1" dirty="0">
                    <a:solidFill>
                      <a:srgbClr val="0033CC"/>
                    </a:solidFill>
                  </a:rPr>
                  <a:t>2</a:t>
                </a:r>
                <a:r>
                  <a:rPr lang="en-US" dirty="0"/>
                  <a:t> of matrix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</a:t>
                </a:r>
                <a:br>
                  <a:rPr lang="en-US" dirty="0"/>
                </a:br>
                <a:r>
                  <a:rPr lang="en-US" dirty="0"/>
                  <a:t>consider the feature </a:t>
                </a:r>
                <a:r>
                  <a:rPr lang="en-US" b="1" dirty="0">
                    <a:solidFill>
                      <a:srgbClr val="0033CC"/>
                    </a:solidFill>
                  </a:rPr>
                  <a:t>0</a:t>
                </a:r>
                <a:r>
                  <a:rPr lang="en-US" dirty="0"/>
                  <a:t> of matrix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Before the </a:t>
                </a:r>
                <a:r>
                  <a:rPr lang="en-US" i="1" dirty="0"/>
                  <a:t>sum</a:t>
                </a:r>
                <a:r>
                  <a:rPr lang="en-US" dirty="0"/>
                  <a:t> in the </a:t>
                </a:r>
                <a:r>
                  <a:rPr lang="en-US" i="1" dirty="0"/>
                  <a:t>vertical</a:t>
                </a:r>
                <a:r>
                  <a:rPr lang="en-US" dirty="0"/>
                  <a:t> direction (dim=0 </a:t>
                </a:r>
              </a:p>
              <a:p>
                <a:pPr marL="0" indent="0">
                  <a:buNone/>
                </a:pPr>
                <a:r>
                  <a:rPr lang="en-US" dirty="0"/>
                  <a:t>axis) we collect the products into a column:		</a:t>
                </a:r>
              </a:p>
              <a:p>
                <a:pPr marL="0" indent="0">
                  <a:buNone/>
                </a:pPr>
                <a:r>
                  <a:rPr lang="en-US" dirty="0"/>
                  <a:t>	 	Each row is a </a:t>
                </a:r>
                <a:r>
                  <a:rPr lang="en-US" dirty="0">
                    <a:solidFill>
                      <a:srgbClr val="0033CC"/>
                    </a:solidFill>
                  </a:rPr>
                  <a:t>message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		associated with a single </a:t>
                </a:r>
                <a:br>
                  <a:rPr lang="en-US" dirty="0"/>
                </a:br>
                <a:r>
                  <a:rPr lang="en-US" dirty="0"/>
                  <a:t>		attribute, namely, attribute </a:t>
                </a:r>
                <a:r>
                  <a:rPr lang="en-US" b="1" dirty="0">
                    <a:solidFill>
                      <a:srgbClr val="0033CC"/>
                    </a:solidFill>
                  </a:rPr>
                  <a:t>0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r>
                  <a:rPr lang="en-US" dirty="0">
                    <a:solidFill>
                      <a:srgbClr val="0033CC"/>
                    </a:solidFill>
                  </a:rPr>
                  <a:t>		</a:t>
                </a:r>
                <a:r>
                  <a:rPr lang="en-US" dirty="0"/>
                  <a:t>from one of the 4 </a:t>
                </a:r>
                <a:r>
                  <a:rPr lang="en-US" i="1" dirty="0"/>
                  <a:t>source</a:t>
                </a:r>
                <a:r>
                  <a:rPr lang="en-US" dirty="0"/>
                  <a:t> nodes.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C11BE4-D303-4D70-FF05-746C51959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309" t="-1316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itle 28">
            <a:extLst>
              <a:ext uri="{FF2B5EF4-FFF2-40B4-BE49-F238E27FC236}">
                <a16:creationId xmlns:a16="http://schemas.microsoft.com/office/drawing/2014/main" id="{DF66AE86-A87E-7D2F-0FAA-747E3C4E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7758C6-43A6-6BF4-6C7C-BE36E07D35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3113417"/>
                  </p:ext>
                </p:extLst>
              </p:nvPr>
            </p:nvGraphicFramePr>
            <p:xfrm>
              <a:off x="7086600" y="2209800"/>
              <a:ext cx="838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37758C6-43A6-6BF4-6C7C-BE36E07D35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3113417"/>
                  </p:ext>
                </p:extLst>
              </p:nvPr>
            </p:nvGraphicFramePr>
            <p:xfrm>
              <a:off x="7086600" y="2209800"/>
              <a:ext cx="838200" cy="18288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8382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45" t="-8333" r="-12121" b="-3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45" t="-108333" r="-12121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45" t="-208333" r="-12121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545" t="-308333" r="-1212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D24AE5-085F-DE3B-F0F8-7A2A207A3C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0649779"/>
                  </p:ext>
                </p:extLst>
              </p:nvPr>
            </p:nvGraphicFramePr>
            <p:xfrm>
              <a:off x="2895600" y="2808841"/>
              <a:ext cx="3657600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381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D24AE5-085F-DE3B-F0F8-7A2A207A3C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0649779"/>
                  </p:ext>
                </p:extLst>
              </p:nvPr>
            </p:nvGraphicFramePr>
            <p:xfrm>
              <a:off x="2895600" y="2808841"/>
              <a:ext cx="3657600" cy="49244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137140675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3700187826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425261069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120236948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167" t="-7692" r="-3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4167" t="-7692" r="-2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4167" t="-7692" r="-111111" b="-205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4167" t="-7692" r="-11111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77929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77BE65E4-93B7-DB13-9F40-858F44DEBCC8}"/>
              </a:ext>
            </a:extLst>
          </p:cNvPr>
          <p:cNvGrpSpPr/>
          <p:nvPr/>
        </p:nvGrpSpPr>
        <p:grpSpPr>
          <a:xfrm>
            <a:off x="6019800" y="4114800"/>
            <a:ext cx="2971800" cy="2209800"/>
            <a:chOff x="2761605" y="3315225"/>
            <a:chExt cx="4107460" cy="295656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32A0539-0EAB-C6AD-80EA-0BDD20D13633}"/>
                </a:ext>
              </a:extLst>
            </p:cNvPr>
            <p:cNvGrpSpPr/>
            <p:nvPr/>
          </p:nvGrpSpPr>
          <p:grpSpPr>
            <a:xfrm>
              <a:off x="2761605" y="3405837"/>
              <a:ext cx="4107460" cy="2865955"/>
              <a:chOff x="2761605" y="3405837"/>
              <a:chExt cx="4107460" cy="286595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C5E9D99-B556-B300-3419-2107C69D84CD}"/>
                  </a:ext>
                </a:extLst>
              </p:cNvPr>
              <p:cNvGrpSpPr/>
              <p:nvPr/>
            </p:nvGrpSpPr>
            <p:grpSpPr>
              <a:xfrm>
                <a:off x="2761605" y="3405837"/>
                <a:ext cx="4107460" cy="2865955"/>
                <a:chOff x="5091709" y="3660875"/>
                <a:chExt cx="3747491" cy="2587525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B09B399-B5BA-A4BC-6223-E7CD4B190704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587525"/>
                  <a:chOff x="5091709" y="3660875"/>
                  <a:chExt cx="3747491" cy="2587525"/>
                </a:xfrm>
              </p:grpSpPr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1A46EE91-3278-A0F2-5F3A-0D5BB229A4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2" y="3660875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0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DB659FE1-8194-363F-7E29-C5DA189A08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3"/>
                    <a:ext cx="604041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F7197CDF-F6F3-4C13-7D8F-00E9F551D95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dirty="0">
                        <a:latin typeface="Times New Roman" pitchFamily="-65" charset="0"/>
                      </a:rPr>
                      <a:t>3</a:t>
                    </a:r>
                    <a:endPara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3E540AA3-AB3C-30E3-CC0C-A754B81ABD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8" y="4066431"/>
                    <a:ext cx="623888" cy="649188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32" name="Ink 31">
                      <a:extLst>
                        <a:ext uri="{FF2B5EF4-FFF2-40B4-BE49-F238E27FC236}">
                          <a16:creationId xmlns:a16="http://schemas.microsoft.com/office/drawing/2014/main" id="{A3773A58-9C2E-29B5-C553-F45904C610C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713470" y="4158675"/>
                    <a:ext cx="898920" cy="155520"/>
                  </p14:xfrm>
                </p:contentPart>
              </mc:Choice>
              <mc:Fallback xmlns="">
                <p:pic>
                  <p:nvPicPr>
                    <p:cNvPr id="32" name="Ink 31">
                      <a:extLst>
                        <a:ext uri="{FF2B5EF4-FFF2-40B4-BE49-F238E27FC236}">
                          <a16:creationId xmlns:a16="http://schemas.microsoft.com/office/drawing/2014/main" id="{A3773A58-9C2E-29B5-C553-F45904C610C5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5702126" y="4147815"/>
                      <a:ext cx="921155" cy="17680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35" name="Ink 34">
                      <a:extLst>
                        <a:ext uri="{FF2B5EF4-FFF2-40B4-BE49-F238E27FC236}">
                          <a16:creationId xmlns:a16="http://schemas.microsoft.com/office/drawing/2014/main" id="{6F89E173-35B6-37DE-7BDC-160531B972D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067790" y="4622715"/>
                    <a:ext cx="246600" cy="1087560"/>
                  </p14:xfrm>
                </p:contentPart>
              </mc:Choice>
              <mc:Fallback xmlns="">
                <p:pic>
                  <p:nvPicPr>
                    <p:cNvPr id="35" name="Ink 34">
                      <a:extLst>
                        <a:ext uri="{FF2B5EF4-FFF2-40B4-BE49-F238E27FC236}">
                          <a16:creationId xmlns:a16="http://schemas.microsoft.com/office/drawing/2014/main" id="{6F89E173-35B6-37DE-7BDC-160531B972DF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7056457" y="4611844"/>
                      <a:ext cx="268812" cy="1108868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36" name="Ink 35">
                      <a:extLst>
                        <a:ext uri="{FF2B5EF4-FFF2-40B4-BE49-F238E27FC236}">
                          <a16:creationId xmlns:a16="http://schemas.microsoft.com/office/drawing/2014/main" id="{4426944D-5B22-C094-6E01-912081CBE4F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36" name="Ink 35">
                      <a:extLst>
                        <a:ext uri="{FF2B5EF4-FFF2-40B4-BE49-F238E27FC236}">
                          <a16:creationId xmlns:a16="http://schemas.microsoft.com/office/drawing/2014/main" id="{4426944D-5B22-C094-6E01-912081CBE4F9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7124839" y="3914523"/>
                      <a:ext cx="1126008" cy="37879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74B7FCC2-FE70-76AA-9B06-095ADE467B26}"/>
                      </a:ext>
                    </a:extLst>
                  </p14:cNvPr>
                  <p14:cNvContentPartPr/>
                  <p14:nvPr/>
                </p14:nvContentPartPr>
                <p14:xfrm>
                  <a:off x="4437817" y="3609006"/>
                  <a:ext cx="528840" cy="37764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74B7FCC2-FE70-76AA-9B06-095ADE467B26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425380" y="3596964"/>
                    <a:ext cx="553217" cy="401243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0144655-B700-1C66-07F6-FB90D1D4C42D}"/>
                    </a:ext>
                  </a:extLst>
                </p14:cNvPr>
                <p14:cNvContentPartPr/>
                <p14:nvPr/>
              </p14:nvContentPartPr>
              <p14:xfrm>
                <a:off x="3519243" y="3760545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0144655-B700-1C66-07F6-FB90D1D4C4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01243" y="37425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0A3F99C-2385-2AAF-176C-29860FEAFCE0}"/>
                    </a:ext>
                  </a:extLst>
                </p14:cNvPr>
                <p14:cNvContentPartPr/>
                <p14:nvPr/>
              </p14:nvContentPartPr>
              <p14:xfrm>
                <a:off x="4203243" y="3990585"/>
                <a:ext cx="885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0A3F99C-2385-2AAF-176C-29860FEAFC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8367" y="3972585"/>
                  <a:ext cx="137815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91B8DF-C59B-BA84-88D5-B55BA03BC538}"/>
                </a:ext>
              </a:extLst>
            </p:cNvPr>
            <p:cNvGrpSpPr/>
            <p:nvPr/>
          </p:nvGrpSpPr>
          <p:grpSpPr>
            <a:xfrm>
              <a:off x="3519243" y="3751545"/>
              <a:ext cx="791280" cy="262800"/>
              <a:chOff x="3519243" y="3751545"/>
              <a:chExt cx="791280" cy="262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3640D2DB-5F26-AB79-45D8-524BF24E7F39}"/>
                      </a:ext>
                    </a:extLst>
                  </p14:cNvPr>
                  <p14:cNvContentPartPr/>
                  <p14:nvPr/>
                </p14:nvContentPartPr>
                <p14:xfrm>
                  <a:off x="3519243" y="3751545"/>
                  <a:ext cx="744120" cy="19656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3640D2DB-5F26-AB79-45D8-524BF24E7F39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494373" y="3727457"/>
                    <a:ext cx="793363" cy="2442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6A9D3FBF-A54F-261C-0528-92353ADB7BF2}"/>
                      </a:ext>
                    </a:extLst>
                  </p14:cNvPr>
                  <p14:cNvContentPartPr/>
                  <p14:nvPr/>
                </p14:nvContentPartPr>
                <p14:xfrm>
                  <a:off x="4232403" y="3913185"/>
                  <a:ext cx="360" cy="36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6A9D3FBF-A54F-261C-0528-92353ADB7BF2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214403" y="3895185"/>
                    <a:ext cx="3600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67A33B37-1319-9B98-373B-E0D074A0651C}"/>
                      </a:ext>
                    </a:extLst>
                  </p14:cNvPr>
                  <p14:cNvContentPartPr/>
                  <p14:nvPr/>
                </p14:nvContentPartPr>
                <p14:xfrm>
                  <a:off x="4231323" y="3887985"/>
                  <a:ext cx="79200" cy="12636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67A33B37-1319-9B98-373B-E0D074A0651C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206417" y="3863962"/>
                    <a:ext cx="128513" cy="173925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D14EB5-BB73-2BFA-6CF7-4FC8B3C739C3}"/>
                    </a:ext>
                  </a:extLst>
                </p14:cNvPr>
                <p14:cNvContentPartPr/>
                <p14:nvPr/>
              </p14:nvContentPartPr>
              <p14:xfrm>
                <a:off x="5154723" y="3866385"/>
                <a:ext cx="898560" cy="353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D14EB5-BB73-2BFA-6CF7-4FC8B3C739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29846" y="3842295"/>
                  <a:ext cx="947817" cy="4008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9D5042-89FE-1EEB-4C6E-8D2EFDCBB3F0}"/>
                    </a:ext>
                  </a:extLst>
                </p14:cNvPr>
                <p14:cNvContentPartPr/>
                <p14:nvPr/>
              </p14:nvContentPartPr>
              <p14:xfrm>
                <a:off x="5147523" y="4105785"/>
                <a:ext cx="34200" cy="109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9D5042-89FE-1EEB-4C6E-8D2EFDCBB3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22740" y="4081706"/>
                  <a:ext cx="83270" cy="1574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E41A8C-D41B-62B3-F2DF-6EA9AC559E20}"/>
                    </a:ext>
                  </a:extLst>
                </p14:cNvPr>
                <p14:cNvContentPartPr/>
                <p14:nvPr/>
              </p14:nvContentPartPr>
              <p14:xfrm>
                <a:off x="5165883" y="4224585"/>
                <a:ext cx="119880" cy="36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E41A8C-D41B-62B3-F2DF-6EA9AC559E2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41012" y="4200664"/>
                  <a:ext cx="169125" cy="83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BFF9DE-FF3B-FC65-676B-B7DD357A42B2}"/>
                    </a:ext>
                  </a:extLst>
                </p14:cNvPr>
                <p14:cNvContentPartPr/>
                <p14:nvPr/>
              </p14:nvContentPartPr>
              <p14:xfrm>
                <a:off x="5294763" y="5528145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BFF9DE-FF3B-FC65-676B-B7DD357A42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76763" y="5510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1CB470-CC3D-7098-F7E0-C7FEFF98CC37}"/>
                </a:ext>
              </a:extLst>
            </p:cNvPr>
            <p:cNvGrpSpPr/>
            <p:nvPr/>
          </p:nvGrpSpPr>
          <p:grpSpPr>
            <a:xfrm>
              <a:off x="5242923" y="4645425"/>
              <a:ext cx="147600" cy="883080"/>
              <a:chOff x="5242923" y="4645425"/>
              <a:chExt cx="147600" cy="8830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53BDDDCA-E205-A3F5-4B4C-C2DA79FA4F46}"/>
                      </a:ext>
                    </a:extLst>
                  </p14:cNvPr>
                  <p14:cNvContentPartPr/>
                  <p14:nvPr/>
                </p14:nvContentPartPr>
                <p14:xfrm>
                  <a:off x="5242923" y="4645425"/>
                  <a:ext cx="147600" cy="88308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53BDDDCA-E205-A3F5-4B4C-C2DA79FA4F46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5217991" y="4621350"/>
                    <a:ext cx="196966" cy="9307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DED86EA2-BEAA-CDD0-3A17-329EE723AE7F}"/>
                      </a:ext>
                    </a:extLst>
                  </p14:cNvPr>
                  <p14:cNvContentPartPr/>
                  <p14:nvPr/>
                </p14:nvContentPartPr>
                <p14:xfrm>
                  <a:off x="5254083" y="4658385"/>
                  <a:ext cx="114840" cy="36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DED86EA2-BEAA-CDD0-3A17-329EE723AE7F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5229118" y="4640385"/>
                    <a:ext cx="164271" cy="36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9542E5-49D7-1988-7E18-ABE0F4972831}"/>
                    </a:ext>
                  </a:extLst>
                </p14:cNvPr>
                <p14:cNvContentPartPr/>
                <p14:nvPr/>
              </p14:nvContentPartPr>
              <p14:xfrm>
                <a:off x="4337883" y="3315225"/>
                <a:ext cx="746640" cy="29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9542E5-49D7-1988-7E18-ABE0F49728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13012" y="3291136"/>
                  <a:ext cx="795885" cy="339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342C90B-421C-148A-2748-0CC2A10D9B74}"/>
                    </a:ext>
                  </a:extLst>
                </p14:cNvPr>
                <p14:cNvContentPartPr/>
                <p14:nvPr/>
              </p14:nvContentPartPr>
              <p14:xfrm>
                <a:off x="5032683" y="3495225"/>
                <a:ext cx="43920" cy="100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342C90B-421C-148A-2748-0CC2A10D9B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08009" y="3471225"/>
                  <a:ext cx="92775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4525A5-8326-EA75-36D0-E1CE02F90A56}"/>
                    </a:ext>
                  </a:extLst>
                </p14:cNvPr>
                <p14:cNvContentPartPr/>
                <p14:nvPr/>
              </p14:nvContentPartPr>
              <p14:xfrm>
                <a:off x="5118363" y="3455625"/>
                <a:ext cx="16200" cy="121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4525A5-8326-EA75-36D0-E1CE02F90A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93818" y="3431554"/>
                  <a:ext cx="64800" cy="16898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813157-C9BD-1722-F494-E1FAE21915B0}"/>
                  </a:ext>
                </a:extLst>
              </p:cNvPr>
              <p:cNvSpPr txBox="1"/>
              <p:nvPr/>
            </p:nvSpPr>
            <p:spPr>
              <a:xfrm>
                <a:off x="6629400" y="2887832"/>
                <a:ext cx="4812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5813157-C9BD-1722-F494-E1FAE2191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2887832"/>
                <a:ext cx="481222" cy="4616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1776D1C-0DBD-1649-5E46-54E63813E4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942904"/>
                  </p:ext>
                </p:extLst>
              </p:nvPr>
            </p:nvGraphicFramePr>
            <p:xfrm>
              <a:off x="1111291" y="4291694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1776D1C-0DBD-1649-5E46-54E63813E4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4942904"/>
                  </p:ext>
                </p:extLst>
              </p:nvPr>
            </p:nvGraphicFramePr>
            <p:xfrm>
              <a:off x="1111291" y="4291694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857" t="-5128" r="-7619" b="-3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857" t="-102500" r="-7619" b="-2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857" t="-207692" r="-7619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1"/>
                          <a:stretch>
                            <a:fillRect l="-2857" t="-307692" r="-7619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143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2C238-F5CA-CE9D-565D-80EEE160E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E9F6B9DB-EA17-A354-B474-9F2B0A4D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(5)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D482A4-A5F3-EC53-6FCD-C17EFEF04A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calculation is repeated with every other target node. </a:t>
            </a:r>
          </a:p>
          <a:p>
            <a:endParaRPr lang="en-US" dirty="0"/>
          </a:p>
          <a:p>
            <a:r>
              <a:rPr lang="en-US" dirty="0"/>
              <a:t>Then the columns of products are stacked </a:t>
            </a:r>
            <a:r>
              <a:rPr lang="en-US" i="1" dirty="0"/>
              <a:t>vertically</a:t>
            </a:r>
            <a:r>
              <a:rPr lang="en-US" dirty="0"/>
              <a:t> to form a single column whose length equals </a:t>
            </a:r>
            <a:r>
              <a:rPr lang="en-US" i="1" dirty="0">
                <a:solidFill>
                  <a:srgbClr val="0033CC"/>
                </a:solidFill>
              </a:rPr>
              <a:t>K</a:t>
            </a:r>
            <a:r>
              <a:rPr lang="en-US" dirty="0"/>
              <a:t> the number of edges in the graph.</a:t>
            </a:r>
          </a:p>
          <a:p>
            <a:endParaRPr lang="en-US" dirty="0"/>
          </a:p>
          <a:p>
            <a:r>
              <a:rPr lang="en-US" dirty="0"/>
              <a:t>The procedure is repeated for each </a:t>
            </a:r>
            <a:br>
              <a:rPr lang="en-US" dirty="0"/>
            </a:br>
            <a:r>
              <a:rPr lang="en-US" dirty="0"/>
              <a:t>of the </a:t>
            </a:r>
            <a:r>
              <a:rPr lang="en-US" i="1" dirty="0">
                <a:solidFill>
                  <a:srgbClr val="0033CC"/>
                </a:solidFill>
              </a:rPr>
              <a:t>h</a:t>
            </a:r>
            <a:r>
              <a:rPr lang="en-US" dirty="0"/>
              <a:t> attributes of the embedded nodes, and the columns are </a:t>
            </a:r>
            <a:br>
              <a:rPr lang="en-US" dirty="0"/>
            </a:br>
            <a:r>
              <a:rPr lang="en-US" dirty="0"/>
              <a:t>stacked </a:t>
            </a:r>
            <a:r>
              <a:rPr lang="en-US" i="1" dirty="0"/>
              <a:t>horizontally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B2D0E06-617D-7588-2139-C737F5C923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166521"/>
                  </p:ext>
                </p:extLst>
              </p:nvPr>
            </p:nvGraphicFramePr>
            <p:xfrm>
              <a:off x="5486400" y="4114800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B2D0E06-617D-7588-2139-C737F5C923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3166521"/>
                  </p:ext>
                </p:extLst>
              </p:nvPr>
            </p:nvGraphicFramePr>
            <p:xfrm>
              <a:off x="5486400" y="4114800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57" t="-7692" r="-6667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57" t="-107692" r="-6667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57" t="-207692" r="-6667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57" t="-307692" r="-6667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FDE72DA3-7EED-4A05-49D3-5FB56FF3DC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0983458"/>
                  </p:ext>
                </p:extLst>
              </p:nvPr>
            </p:nvGraphicFramePr>
            <p:xfrm>
              <a:off x="5487618" y="1306828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FDE72DA3-7EED-4A05-49D3-5FB56FF3DC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0983458"/>
                  </p:ext>
                </p:extLst>
              </p:nvPr>
            </p:nvGraphicFramePr>
            <p:xfrm>
              <a:off x="5487618" y="1306828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5128" r="-6667" b="-3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105128" r="-6667" b="-2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205128" r="-6667" b="-1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305128" r="-6667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064A0A-6E47-C8B6-A92D-F6A72ADD23E0}"/>
                  </a:ext>
                </a:extLst>
              </p:cNvPr>
              <p:cNvSpPr txBox="1"/>
              <p:nvPr/>
            </p:nvSpPr>
            <p:spPr>
              <a:xfrm>
                <a:off x="5939452" y="3429000"/>
                <a:ext cx="4427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064A0A-6E47-C8B6-A92D-F6A72ADD2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452" y="3429000"/>
                <a:ext cx="4427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395F5EA6-7624-08BD-045B-A047C53BB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817227"/>
                  </p:ext>
                </p:extLst>
              </p:nvPr>
            </p:nvGraphicFramePr>
            <p:xfrm>
              <a:off x="7434673" y="4103372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395F5EA6-7624-08BD-045B-A047C53BB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817227"/>
                  </p:ext>
                </p:extLst>
              </p:nvPr>
            </p:nvGraphicFramePr>
            <p:xfrm>
              <a:off x="7434673" y="4103372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39" t="-7692" r="-6504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39" t="-107692" r="-6504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39" t="-207692" r="-6504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39" t="-307692" r="-6504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5B9A806B-3621-35ED-E3E0-A90E6A8AEF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0445861"/>
                  </p:ext>
                </p:extLst>
              </p:nvPr>
            </p:nvGraphicFramePr>
            <p:xfrm>
              <a:off x="7435891" y="1295400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5B9A806B-3621-35ED-E3E0-A90E6A8AEF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0445861"/>
                  </p:ext>
                </p:extLst>
              </p:nvPr>
            </p:nvGraphicFramePr>
            <p:xfrm>
              <a:off x="7435891" y="1295400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7692" r="-6504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107692" r="-6504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207692" r="-6504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307692" r="-6504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C52830-6F0C-0715-3D55-819AE2F6E468}"/>
                  </a:ext>
                </a:extLst>
              </p:cNvPr>
              <p:cNvSpPr txBox="1"/>
              <p:nvPr/>
            </p:nvSpPr>
            <p:spPr>
              <a:xfrm>
                <a:off x="7887725" y="3417572"/>
                <a:ext cx="4427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5C52830-6F0C-0715-3D55-819AE2F6E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25" y="3417572"/>
                <a:ext cx="442750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974A15-8624-739A-7E4D-E8C246224797}"/>
                  </a:ext>
                </a:extLst>
              </p:cNvPr>
              <p:cNvSpPr txBox="1"/>
              <p:nvPr/>
            </p:nvSpPr>
            <p:spPr>
              <a:xfrm>
                <a:off x="6705600" y="1938754"/>
                <a:ext cx="76562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974A15-8624-739A-7E4D-E8C246224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1938754"/>
                <a:ext cx="765625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962972-5805-E3DF-F63A-248DC0EB446F}"/>
                  </a:ext>
                </a:extLst>
              </p:cNvPr>
              <p:cNvSpPr txBox="1"/>
              <p:nvPr/>
            </p:nvSpPr>
            <p:spPr>
              <a:xfrm>
                <a:off x="6772068" y="4732396"/>
                <a:ext cx="6960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962972-5805-E3DF-F63A-248DC0EB4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068" y="4732396"/>
                <a:ext cx="696023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169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0CCA-872D-29E3-3EDC-13F07D45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3D802B8B-1D92-358F-EFAA-5271C843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A7CCC1-A8EF-DCC2-73D4-7D44D72AC39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4851400" cy="4819650"/>
              </a:xfrm>
            </p:spPr>
            <p:txBody>
              <a:bodyPr/>
              <a:lstStyle/>
              <a:p>
                <a:r>
                  <a:rPr lang="en-US" dirty="0"/>
                  <a:t>One thereby arrives at a tensor,  comprising all </a:t>
                </a:r>
                <a:r>
                  <a:rPr lang="en-US" dirty="0">
                    <a:solidFill>
                      <a:srgbClr val="0033CC"/>
                    </a:solidFill>
                  </a:rPr>
                  <a:t>messages</a:t>
                </a:r>
                <a:r>
                  <a:rPr lang="en-US" dirty="0"/>
                  <a:t>, of</a:t>
                </a:r>
                <a:br>
                  <a:rPr lang="en-US" dirty="0"/>
                </a:br>
                <a:r>
                  <a:rPr lang="en-US" dirty="0"/>
                  <a:t>shape </a:t>
                </a:r>
                <a:r>
                  <a:rPr lang="en-US" dirty="0">
                    <a:solidFill>
                      <a:srgbClr val="0033CC"/>
                    </a:solidFill>
                  </a:rPr>
                  <a:t>[</a:t>
                </a:r>
                <a:r>
                  <a:rPr lang="en-US" i="1" dirty="0">
                    <a:solidFill>
                      <a:srgbClr val="0033CC"/>
                    </a:solidFill>
                  </a:rPr>
                  <a:t>K</a:t>
                </a:r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i="1" dirty="0">
                    <a:solidFill>
                      <a:srgbClr val="0033CC"/>
                    </a:solidFill>
                  </a:rPr>
                  <a:t>h</a:t>
                </a:r>
                <a:r>
                  <a:rPr lang="en-US" dirty="0">
                    <a:solidFill>
                      <a:srgbClr val="0033CC"/>
                    </a:solidFill>
                  </a:rPr>
                  <a:t>]. </a:t>
                </a:r>
                <a:br>
                  <a:rPr lang="en-US" dirty="0">
                    <a:solidFill>
                      <a:srgbClr val="0033CC"/>
                    </a:solidFill>
                  </a:rPr>
                </a:br>
                <a:endParaRPr lang="en-US" dirty="0">
                  <a:solidFill>
                    <a:srgbClr val="0033CC"/>
                  </a:solidFill>
                </a:endParaRPr>
              </a:p>
              <a:p>
                <a:r>
                  <a:rPr lang="en-US" dirty="0"/>
                  <a:t>In practice, the messages tensor is constructed by first expanding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into a tensor of shape </a:t>
                </a:r>
                <a:r>
                  <a:rPr lang="en-US" dirty="0">
                    <a:solidFill>
                      <a:srgbClr val="0033CC"/>
                    </a:solidFill>
                  </a:rPr>
                  <a:t>[</a:t>
                </a:r>
                <a:r>
                  <a:rPr lang="en-US" i="1" dirty="0">
                    <a:solidFill>
                      <a:srgbClr val="0033CC"/>
                    </a:solidFill>
                  </a:rPr>
                  <a:t>K</a:t>
                </a:r>
                <a:r>
                  <a:rPr lang="en-US" dirty="0">
                    <a:solidFill>
                      <a:srgbClr val="0033CC"/>
                    </a:solidFill>
                  </a:rPr>
                  <a:t>, </a:t>
                </a:r>
                <a:r>
                  <a:rPr lang="en-US" i="1" dirty="0">
                    <a:solidFill>
                      <a:srgbClr val="0033CC"/>
                    </a:solidFill>
                  </a:rPr>
                  <a:t>h</a:t>
                </a:r>
                <a:r>
                  <a:rPr lang="en-US" dirty="0">
                    <a:solidFill>
                      <a:srgbClr val="0033CC"/>
                    </a:solidFill>
                  </a:rPr>
                  <a:t>] </a:t>
                </a:r>
                <a:r>
                  <a:rPr lang="en-US" dirty="0"/>
                  <a:t>using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src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nodes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src</m:t>
                    </m:r>
                    <m:r>
                      <m:rPr>
                        <m:nor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nodes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edge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index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dirty="0"/>
                  <a:t>, and then doing an elementwise product (that is, a </a:t>
                </a:r>
                <a:r>
                  <a:rPr lang="en-US" b="1" dirty="0">
                    <a:solidFill>
                      <a:srgbClr val="0033CC"/>
                    </a:solidFill>
                  </a:rPr>
                  <a:t>Hadamard product</a:t>
                </a:r>
                <a:r>
                  <a:rPr lang="en-US" dirty="0"/>
                  <a:t>) between </a:t>
                </a:r>
                <a:r>
                  <a:rPr lang="en-US" dirty="0" err="1">
                    <a:solidFill>
                      <a:srgbClr val="0033CC"/>
                    </a:solidFill>
                  </a:rPr>
                  <a:t>edge_weights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src</m:t>
                    </m:r>
                    <m:r>
                      <m:rPr>
                        <m:nor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en-US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nodes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9A7CCC1-A8EF-DCC2-73D4-7D44D72AC3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4851400" cy="4819650"/>
              </a:xfrm>
              <a:blipFill>
                <a:blip r:embed="rId3"/>
                <a:stretch>
                  <a:fillRect l="-1828" t="-1316" r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4D4F43D-575E-0EFD-BD97-8917B63AD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4696626"/>
                  </p:ext>
                </p:extLst>
              </p:nvPr>
            </p:nvGraphicFramePr>
            <p:xfrm>
              <a:off x="5486400" y="4114800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4D4F43D-575E-0EFD-BD97-8917B63AD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4696626"/>
                  </p:ext>
                </p:extLst>
              </p:nvPr>
            </p:nvGraphicFramePr>
            <p:xfrm>
              <a:off x="5486400" y="4114800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7692" r="-6667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107692" r="-6667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207692" r="-6667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57" t="-307692" r="-6667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75B41960-E172-571A-9D41-EB34482B0C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148639"/>
                  </p:ext>
                </p:extLst>
              </p:nvPr>
            </p:nvGraphicFramePr>
            <p:xfrm>
              <a:off x="5487618" y="1306828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17">
                <a:extLst>
                  <a:ext uri="{FF2B5EF4-FFF2-40B4-BE49-F238E27FC236}">
                    <a16:creationId xmlns:a16="http://schemas.microsoft.com/office/drawing/2014/main" id="{75B41960-E172-571A-9D41-EB34482B0C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148639"/>
                  </p:ext>
                </p:extLst>
              </p:nvPr>
            </p:nvGraphicFramePr>
            <p:xfrm>
              <a:off x="5487618" y="1306828"/>
              <a:ext cx="13271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3271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857" t="-5128" r="-6667" b="-3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857" t="-105128" r="-6667" b="-2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857" t="-205128" r="-6667" b="-1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857" t="-305128" r="-6667" b="-205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778ED9-7261-867D-F7EB-B713FB3E14EC}"/>
                  </a:ext>
                </a:extLst>
              </p:cNvPr>
              <p:cNvSpPr txBox="1"/>
              <p:nvPr/>
            </p:nvSpPr>
            <p:spPr>
              <a:xfrm>
                <a:off x="5939452" y="3429000"/>
                <a:ext cx="4427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7778ED9-7261-867D-F7EB-B713FB3E1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452" y="3429000"/>
                <a:ext cx="44275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19C1AB34-6157-C28B-04B0-78901E8EF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4508940"/>
                  </p:ext>
                </p:extLst>
              </p:nvPr>
            </p:nvGraphicFramePr>
            <p:xfrm>
              <a:off x="7434673" y="4103372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19C1AB34-6157-C28B-04B0-78901E8EF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4508940"/>
                  </p:ext>
                </p:extLst>
              </p:nvPr>
            </p:nvGraphicFramePr>
            <p:xfrm>
              <a:off x="7434673" y="4103372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7692" r="-6504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107692" r="-6504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207692" r="-6504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2439" t="-307692" r="-6504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8861198A-8E9E-72F7-065B-99A6AEAB69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770144"/>
                  </p:ext>
                </p:extLst>
              </p:nvPr>
            </p:nvGraphicFramePr>
            <p:xfrm>
              <a:off x="7435891" y="1295400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24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>
                <a:extLst>
                  <a:ext uri="{FF2B5EF4-FFF2-40B4-BE49-F238E27FC236}">
                    <a16:creationId xmlns:a16="http://schemas.microsoft.com/office/drawing/2014/main" id="{8861198A-8E9E-72F7-065B-99A6AEAB69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770144"/>
                  </p:ext>
                </p:extLst>
              </p:nvPr>
            </p:nvGraphicFramePr>
            <p:xfrm>
              <a:off x="7435891" y="1295400"/>
              <a:ext cx="1555709" cy="196977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1555709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439" t="-7692" r="-6504" b="-3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439" t="-107692" r="-6504" b="-2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439" t="-207692" r="-6504" b="-1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92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439" t="-307692" r="-6504" b="-179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EBB72D-D20D-5DB1-A28C-4F4868BFC0CA}"/>
                  </a:ext>
                </a:extLst>
              </p:cNvPr>
              <p:cNvSpPr txBox="1"/>
              <p:nvPr/>
            </p:nvSpPr>
            <p:spPr>
              <a:xfrm>
                <a:off x="7887725" y="3417572"/>
                <a:ext cx="4427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EEBB72D-D20D-5DB1-A28C-4F4868BFC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725" y="3417572"/>
                <a:ext cx="442750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EC0A120-FAF0-5413-A8EB-ED601FBA25AD}"/>
                  </a:ext>
                </a:extLst>
              </p:cNvPr>
              <p:cNvSpPr txBox="1"/>
              <p:nvPr/>
            </p:nvSpPr>
            <p:spPr>
              <a:xfrm>
                <a:off x="6781800" y="1938754"/>
                <a:ext cx="6960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EC0A120-FAF0-5413-A8EB-ED601FBA2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1938754"/>
                <a:ext cx="696023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4DBC8D6-B6B3-260E-59AA-9FD49A3A8959}"/>
                  </a:ext>
                </a:extLst>
              </p:cNvPr>
              <p:cNvSpPr txBox="1"/>
              <p:nvPr/>
            </p:nvSpPr>
            <p:spPr>
              <a:xfrm>
                <a:off x="6772068" y="4732396"/>
                <a:ext cx="6960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4DBC8D6-B6B3-260E-59AA-9FD49A3A8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068" y="4732396"/>
                <a:ext cx="696023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2289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8601-6449-A685-C007-4FC8C5121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5C0E352D-FDE4-77E6-82B2-9E7EBF7D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85A6CB0-254D-4366-3B63-8650A89CC25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Finally, the </a:t>
                </a:r>
                <a:r>
                  <a:rPr lang="en-US" dirty="0" err="1"/>
                  <a:t>PyG</a:t>
                </a:r>
                <a:r>
                  <a:rPr lang="en-US" dirty="0"/>
                  <a:t> scatter function</a:t>
                </a:r>
                <a:br>
                  <a:rPr lang="en-US" dirty="0"/>
                </a:b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sz="2000" dirty="0">
                    <a:latin typeface="American Typewriter" panose="02090604020004020304" pitchFamily="18" charset="77"/>
                  </a:rPr>
                  <a:t>output</a:t>
                </a: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 = scatter(</a:t>
                </a:r>
                <a:r>
                  <a:rPr lang="en-US" sz="2000" dirty="0">
                    <a:solidFill>
                      <a:srgbClr val="C00000"/>
                    </a:solidFill>
                    <a:latin typeface="American Typewriter" panose="02090604020004020304" pitchFamily="18" charset="77"/>
                  </a:rPr>
                  <a:t>messages</a:t>
                </a: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,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     		    </a:t>
                </a:r>
                <a:r>
                  <a:rPr lang="en-US" sz="2000" dirty="0" err="1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trg_nodes</a:t>
                </a: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,</a:t>
                </a:r>
                <a:b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</a:b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               	    </a:t>
                </a:r>
                <a:r>
                  <a:rPr lang="en-US" sz="2000" dirty="0">
                    <a:solidFill>
                      <a:srgbClr val="C00000"/>
                    </a:solidFill>
                    <a:latin typeface="American Typewriter" panose="02090604020004020304" pitchFamily="18" charset="77"/>
                  </a:rPr>
                  <a:t>dim=0</a:t>
                </a: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,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  <a:t>		    reduce='sum’)</a:t>
                </a:r>
                <a:b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</a:br>
                <a:br>
                  <a:rPr lang="en-US" sz="2000" dirty="0">
                    <a:solidFill>
                      <a:srgbClr val="0033CC"/>
                    </a:solidFill>
                    <a:latin typeface="American Typewriter" panose="02090604020004020304" pitchFamily="18" charset="77"/>
                  </a:rPr>
                </a:br>
                <a:r>
                  <a:rPr lang="en-US" dirty="0"/>
                  <a:t>is used to perform the sum over messages</a:t>
                </a:r>
                <a:r>
                  <a:rPr lang="en-US" i="1" dirty="0"/>
                  <a:t> per </a:t>
                </a:r>
                <a:r>
                  <a:rPr lang="en-US" dirty="0"/>
                  <a:t>target node and</a:t>
                </a:r>
                <a:r>
                  <a:rPr lang="en-US" i="1" dirty="0"/>
                  <a:t> per </a:t>
                </a:r>
                <a:r>
                  <a:rPr lang="en-US" dirty="0"/>
                  <a:t>attribute, thereby arriving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𝐴𝑋</m:t>
                    </m:r>
                  </m:oMath>
                </a14:m>
                <a:r>
                  <a:rPr lang="en-US" dirty="0"/>
                  <a:t>, which is of shape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85A6CB0-254D-4366-3B63-8650A89CC2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966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C7083BC-86CD-E83B-4F21-9EE59BEE9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307764"/>
                  </p:ext>
                </p:extLst>
              </p:nvPr>
            </p:nvGraphicFramePr>
            <p:xfrm>
              <a:off x="6096000" y="2333625"/>
              <a:ext cx="381000" cy="27432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860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63643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C7083BC-86CD-E83B-4F21-9EE59BEE9C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8307764"/>
                  </p:ext>
                </p:extLst>
              </p:nvPr>
            </p:nvGraphicFramePr>
            <p:xfrm>
              <a:off x="6096000" y="2333625"/>
              <a:ext cx="381000" cy="27432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" t="-8333" r="-26667" b="-5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" t="-108333" r="-26667" b="-4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" t="-202703" r="-26667" b="-3216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" t="-311111" r="-26667" b="-2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8600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6364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73179D1-5E89-79A9-8966-631F4EA93D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8167583"/>
                  </p:ext>
                </p:extLst>
              </p:nvPr>
            </p:nvGraphicFramePr>
            <p:xfrm>
              <a:off x="7162800" y="2333625"/>
              <a:ext cx="381000" cy="27432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860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63643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73179D1-5E89-79A9-8966-631F4EA93D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8167583"/>
                  </p:ext>
                </p:extLst>
              </p:nvPr>
            </p:nvGraphicFramePr>
            <p:xfrm>
              <a:off x="7162800" y="2333625"/>
              <a:ext cx="381000" cy="27432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3810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" t="-8333" r="-26667" b="-5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" t="-108333" r="-26667" b="-4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" t="-202703" r="-26667" b="-3216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" t="-311111" r="-26667" b="-23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95516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98600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636439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A2D31F-47B2-4540-10D7-32D3C6402EF2}"/>
                  </a:ext>
                </a:extLst>
              </p14:cNvPr>
              <p14:cNvContentPartPr/>
              <p14:nvPr/>
            </p14:nvContentPartPr>
            <p14:xfrm>
              <a:off x="7585513" y="2423865"/>
              <a:ext cx="793800" cy="118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A2D31F-47B2-4540-10D7-32D3C6402E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6873" y="2414865"/>
                <a:ext cx="8114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BBE795-3F2E-B59C-52F0-3DE08E9BAB62}"/>
                  </a:ext>
                </a:extLst>
              </p14:cNvPr>
              <p14:cNvContentPartPr/>
              <p14:nvPr/>
            </p14:nvContentPartPr>
            <p14:xfrm>
              <a:off x="7580473" y="2468145"/>
              <a:ext cx="799560" cy="1053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BBE795-3F2E-B59C-52F0-3DE08E9BAB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71833" y="2459145"/>
                <a:ext cx="817200" cy="10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CEA58A8-E6DF-2DB6-BAEC-F3B308BB2E86}"/>
                  </a:ext>
                </a:extLst>
              </p14:cNvPr>
              <p14:cNvContentPartPr/>
              <p14:nvPr/>
            </p14:nvContentPartPr>
            <p14:xfrm>
              <a:off x="7556353" y="2922105"/>
              <a:ext cx="849240" cy="101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CEA58A8-E6DF-2DB6-BAEC-F3B308BB2E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47713" y="2913465"/>
                <a:ext cx="86688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6CAFC6-CE1B-F305-3B4D-348D7A59F46F}"/>
                  </a:ext>
                </a:extLst>
              </p14:cNvPr>
              <p14:cNvContentPartPr/>
              <p14:nvPr/>
            </p14:nvContentPartPr>
            <p14:xfrm>
              <a:off x="7567513" y="3106785"/>
              <a:ext cx="866160" cy="896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6CAFC6-CE1B-F305-3B4D-348D7A59F46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58873" y="3097785"/>
                <a:ext cx="88380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CAF492E-1FF1-C0F6-57BC-237B7CDF7E62}"/>
                  </a:ext>
                </a:extLst>
              </p14:cNvPr>
              <p14:cNvContentPartPr/>
              <p14:nvPr/>
            </p14:nvContentPartPr>
            <p14:xfrm>
              <a:off x="7583353" y="3191745"/>
              <a:ext cx="833040" cy="1205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CAF492E-1FF1-C0F6-57BC-237B7CDF7E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74713" y="3182745"/>
                <a:ext cx="850680" cy="122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48B9475A-27BB-D14D-B187-DDB18D2ECF9E}"/>
              </a:ext>
            </a:extLst>
          </p:cNvPr>
          <p:cNvGrpSpPr/>
          <p:nvPr/>
        </p:nvGrpSpPr>
        <p:grpSpPr>
          <a:xfrm>
            <a:off x="7582993" y="3520065"/>
            <a:ext cx="1041840" cy="1384200"/>
            <a:chOff x="7430593" y="3520065"/>
            <a:chExt cx="1041840" cy="13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9E5102-E355-E117-79C0-4E10E9F3A9EF}"/>
                    </a:ext>
                  </a:extLst>
                </p14:cNvPr>
                <p14:cNvContentPartPr/>
                <p14:nvPr/>
              </p14:nvContentPartPr>
              <p14:xfrm>
                <a:off x="7430593" y="3520065"/>
                <a:ext cx="813960" cy="138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9E5102-E355-E117-79C0-4E10E9F3A9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21953" y="3511065"/>
                  <a:ext cx="831600" cy="14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F91497C-FA4C-6E92-778B-AFDD19CE4FC8}"/>
                    </a:ext>
                  </a:extLst>
                </p14:cNvPr>
                <p14:cNvContentPartPr/>
                <p14:nvPr/>
              </p14:nvContentPartPr>
              <p14:xfrm>
                <a:off x="8472073" y="4836585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F91497C-FA4C-6E92-778B-AFDD19CE4F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63073" y="48275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94AB59A-1B64-449B-26A2-EAF174F55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772399"/>
                  </p:ext>
                </p:extLst>
              </p:nvPr>
            </p:nvGraphicFramePr>
            <p:xfrm>
              <a:off x="8305800" y="2362200"/>
              <a:ext cx="533400" cy="13716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94AB59A-1B64-449B-26A2-EAF174F557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772399"/>
                  </p:ext>
                </p:extLst>
              </p:nvPr>
            </p:nvGraphicFramePr>
            <p:xfrm>
              <a:off x="8305800" y="2362200"/>
              <a:ext cx="533400" cy="13716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38797418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0"/>
                          <a:stretch>
                            <a:fillRect l="-7143" t="-8333" r="-19048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60318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0"/>
                          <a:stretch>
                            <a:fillRect l="-7143" t="-108333" r="-19048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645484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0"/>
                          <a:stretch>
                            <a:fillRect l="-7143" t="-208333" r="-19048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12643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008B48C-0FEC-D609-5ECC-EF78C97AF668}"/>
              </a:ext>
            </a:extLst>
          </p:cNvPr>
          <p:cNvSpPr txBox="1"/>
          <p:nvPr/>
        </p:nvSpPr>
        <p:spPr>
          <a:xfrm>
            <a:off x="5541639" y="1824335"/>
            <a:ext cx="1392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trg_nodes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B637C-0A34-DD68-5446-335D6AAFA374}"/>
              </a:ext>
            </a:extLst>
          </p:cNvPr>
          <p:cNvSpPr txBox="1"/>
          <p:nvPr/>
        </p:nvSpPr>
        <p:spPr>
          <a:xfrm>
            <a:off x="7060842" y="5092521"/>
            <a:ext cx="1346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messages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47736-5EA0-04DC-5C7F-EF440F00A556}"/>
              </a:ext>
            </a:extLst>
          </p:cNvPr>
          <p:cNvSpPr txBox="1"/>
          <p:nvPr/>
        </p:nvSpPr>
        <p:spPr>
          <a:xfrm>
            <a:off x="7945263" y="1765304"/>
            <a:ext cx="970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59226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1936-AD75-D30D-0666-7DD4C5FF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BC26E9-DBBD-D48C-51EB-C4D4D6CAE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899400" cy="4819650"/>
          </a:xfrm>
        </p:spPr>
        <p:txBody>
          <a:bodyPr/>
          <a:lstStyle/>
          <a:p>
            <a:r>
              <a:rPr lang="en-US" dirty="0"/>
              <a:t>The power of </a:t>
            </a:r>
            <a:r>
              <a:rPr lang="en-US" dirty="0" err="1"/>
              <a:t>PyG</a:t>
            </a:r>
            <a:r>
              <a:rPr lang="en-US" dirty="0"/>
              <a:t> arises from its ability to handle </a:t>
            </a:r>
            <a:r>
              <a:rPr lang="en-US" i="1" dirty="0"/>
              <a:t>sparse</a:t>
            </a:r>
            <a:r>
              <a:rPr lang="en-US" dirty="0"/>
              <a:t> graphs. Suppose our 4-node graph is connected as shown.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dirty="0" err="1">
                <a:solidFill>
                  <a:srgbClr val="0033CC"/>
                </a:solidFill>
              </a:rPr>
              <a:t>edge_index</a:t>
            </a:r>
            <a:r>
              <a:rPr lang="en-US" dirty="0">
                <a:solidFill>
                  <a:srgbClr val="0033CC"/>
                </a:solidFill>
              </a:rPr>
              <a:t> </a:t>
            </a:r>
            <a:r>
              <a:rPr lang="en-US" dirty="0"/>
              <a:t>of the</a:t>
            </a:r>
            <a:br>
              <a:rPr lang="en-US" dirty="0"/>
            </a:br>
            <a:r>
              <a:rPr lang="en-US" dirty="0"/>
              <a:t>graph is: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target nodes:</a:t>
            </a:r>
            <a:br>
              <a:rPr lang="en-US" dirty="0"/>
            </a:br>
            <a:r>
              <a:rPr lang="en-US" dirty="0"/>
              <a:t>source nodes:</a:t>
            </a:r>
            <a:br>
              <a:rPr lang="en-US" dirty="0"/>
            </a:br>
            <a:endParaRPr lang="en-US" dirty="0"/>
          </a:p>
          <a:p>
            <a:r>
              <a:rPr lang="en-US" dirty="0"/>
              <a:t>One point we didn’t emphasize but I hope was clear is that many of the links in our example graphs are </a:t>
            </a:r>
            <a:r>
              <a:rPr lang="en-US" b="1" dirty="0">
                <a:solidFill>
                  <a:srgbClr val="0033CC"/>
                </a:solidFill>
              </a:rPr>
              <a:t>bi-directional</a:t>
            </a:r>
            <a:r>
              <a:rPr lang="en-US" dirty="0"/>
              <a:t>!</a:t>
            </a:r>
          </a:p>
          <a:p>
            <a:r>
              <a:rPr lang="en-US" dirty="0"/>
              <a:t>The fact that our graph is now sparsely connected, changes nothing about how the matrix algebra is done!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E3504BA8-F423-9CC1-A715-145B0396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33CC"/>
                </a:solidFill>
              </a:rPr>
              <a:t>PyTorch</a:t>
            </a:r>
            <a:r>
              <a:rPr lang="en-US" dirty="0">
                <a:solidFill>
                  <a:srgbClr val="0033CC"/>
                </a:solidFill>
              </a:rPr>
              <a:t> Geometric (8): </a:t>
            </a:r>
            <a:r>
              <a:rPr lang="en-US" dirty="0">
                <a:solidFill>
                  <a:schemeClr val="accent1"/>
                </a:solidFill>
              </a:rPr>
              <a:t>Sparsity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909341BC-70CD-5A5B-956C-6C13BA0606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1012640"/>
                  </p:ext>
                </p:extLst>
              </p:nvPr>
            </p:nvGraphicFramePr>
            <p:xfrm>
              <a:off x="2858037" y="3594279"/>
              <a:ext cx="2247360" cy="751315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280920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175585477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2401952353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1212376116"/>
                        </a:ext>
                      </a:extLst>
                    </a:gridCol>
                  </a:tblGrid>
                  <a:tr h="385555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35622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909341BC-70CD-5A5B-956C-6C13BA0606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1012640"/>
                  </p:ext>
                </p:extLst>
              </p:nvPr>
            </p:nvGraphicFramePr>
            <p:xfrm>
              <a:off x="2858037" y="3594279"/>
              <a:ext cx="2247360" cy="751315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{69CF1AB2-1976-4502-BF36-3FF5EA218861}</a:tableStyleId>
                  </a:tblPr>
                  <a:tblGrid>
                    <a:gridCol w="280920">
                      <a:extLst>
                        <a:ext uri="{9D8B030D-6E8A-4147-A177-3AD203B41FA5}">
                          <a16:colId xmlns:a16="http://schemas.microsoft.com/office/drawing/2014/main" val="374890846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2639365242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110973745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3131861186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2436042647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175585477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2401952353"/>
                        </a:ext>
                      </a:extLst>
                    </a:gridCol>
                    <a:gridCol w="280920">
                      <a:extLst>
                        <a:ext uri="{9D8B030D-6E8A-4147-A177-3AD203B41FA5}">
                          <a16:colId xmlns:a16="http://schemas.microsoft.com/office/drawing/2014/main" val="1212376116"/>
                        </a:ext>
                      </a:extLst>
                    </a:gridCol>
                  </a:tblGrid>
                  <a:tr h="385555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8182" t="-9677" r="-336364" b="-1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10109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8182" t="-117241" r="-336364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750241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D2698A5A-4006-52ED-0BA7-636105405B12}"/>
              </a:ext>
            </a:extLst>
          </p:cNvPr>
          <p:cNvGrpSpPr/>
          <p:nvPr/>
        </p:nvGrpSpPr>
        <p:grpSpPr>
          <a:xfrm>
            <a:off x="4329793" y="2447925"/>
            <a:ext cx="3865374" cy="2369115"/>
            <a:chOff x="4329793" y="2447925"/>
            <a:chExt cx="3865374" cy="236911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B447C9-BB27-2DBC-30C9-00C45A2A3BD4}"/>
                </a:ext>
              </a:extLst>
            </p:cNvPr>
            <p:cNvGrpSpPr/>
            <p:nvPr/>
          </p:nvGrpSpPr>
          <p:grpSpPr>
            <a:xfrm>
              <a:off x="4329793" y="2447925"/>
              <a:ext cx="3865374" cy="2369115"/>
              <a:chOff x="5005395" y="3351195"/>
              <a:chExt cx="4171320" cy="294816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0DEDCEF-C546-EFA6-BA62-A04FD59995BC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904242"/>
                <a:chOff x="5091709" y="3395115"/>
                <a:chExt cx="3747491" cy="2904242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99F71A74-11A3-4F24-484D-406961F3BF05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638482"/>
                  <a:chOff x="5091709" y="3660875"/>
                  <a:chExt cx="3747491" cy="2638482"/>
                </a:xfrm>
              </p:grpSpPr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F9D16678-E8D5-F054-BCE5-14C5E35661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1" y="3660875"/>
                    <a:ext cx="623889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itchFamily="-65" charset="0"/>
                      </a:rPr>
                      <a:t>0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555A4A22-8BD0-F97A-3B56-25842062C0A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1"/>
                    <a:ext cx="604041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292CD14B-EC3A-B2F2-9061-414604C5F8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9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itchFamily="-65" charset="0"/>
                      </a:rPr>
                      <a:t>3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AA920722-FD0A-2865-4BF3-95677F9A823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9" y="4066432"/>
                    <a:ext cx="623889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13" name="Ink 12">
                      <a:extLst>
                        <a:ext uri="{FF2B5EF4-FFF2-40B4-BE49-F238E27FC236}">
                          <a16:creationId xmlns:a16="http://schemas.microsoft.com/office/drawing/2014/main" id="{CF43E7E8-5CC6-FEBA-BE29-757E10661DE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96A50541-520D-B713-2C7D-6DF064670CD6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7119910" y="3908753"/>
                      <a:ext cx="1135668" cy="3900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16" name="Ink 15">
                      <a:extLst>
                        <a:ext uri="{FF2B5EF4-FFF2-40B4-BE49-F238E27FC236}">
                          <a16:creationId xmlns:a16="http://schemas.microsoft.com/office/drawing/2014/main" id="{24864542-0AF3-6FB9-1560-672966797AD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03BFAFD4-FC44-7425-DB06-943A685A7CE4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5619426" y="3378454"/>
                      <a:ext cx="2912277" cy="61513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7" name="Ink 6">
                    <a:extLst>
                      <a:ext uri="{FF2B5EF4-FFF2-40B4-BE49-F238E27FC236}">
                        <a16:creationId xmlns:a16="http://schemas.microsoft.com/office/drawing/2014/main" id="{865B51CF-879F-F42C-BBC8-D3786A90BDA3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EB097D14-9079-4AE1-261E-79E163592CE9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4989128" y="3334553"/>
                    <a:ext cx="646763" cy="5798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199A23F2-8BCF-BF32-B5CB-7BC09E739E00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FA0B045-FDF0-A131-6A00-4F29A6F56D3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611785" y="3523191"/>
                    <a:ext cx="580568" cy="77494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D4B379-8900-4CD3-F2E6-555789CBB4E3}"/>
                    </a:ext>
                  </a:extLst>
                </p14:cNvPr>
                <p14:cNvContentPartPr/>
                <p14:nvPr/>
              </p14:nvContentPartPr>
              <p14:xfrm>
                <a:off x="6293059" y="3495945"/>
                <a:ext cx="411120" cy="939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D4B379-8900-4CD3-F2E6-555789CBB4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84419" y="3487305"/>
                  <a:ext cx="428760" cy="95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70173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D31A-D875-D900-FC6F-540ED19D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F9B4DE-8A86-68FC-8540-82A654F0086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comprises nodes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edges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A disparate array of datasets can be represented as graphs, including molecular structures, particle collision events, social networks, epidemics, etc.</a:t>
                </a:r>
              </a:p>
              <a:p>
                <a:endParaRPr lang="en-US" dirty="0"/>
              </a:p>
              <a:p>
                <a:r>
                  <a:rPr lang="en-US" dirty="0" err="1">
                    <a:solidFill>
                      <a:srgbClr val="0033CC"/>
                    </a:solidFill>
                  </a:rPr>
                  <a:t>PyTorch</a:t>
                </a:r>
                <a:r>
                  <a:rPr lang="en-US" dirty="0">
                    <a:solidFill>
                      <a:srgbClr val="0033CC"/>
                    </a:solidFill>
                  </a:rPr>
                  <a:t> Geometric </a:t>
                </a:r>
                <a:r>
                  <a:rPr lang="en-US" dirty="0"/>
                  <a:t>is one of</a:t>
                </a:r>
                <a:br>
                  <a:rPr lang="en-US" dirty="0"/>
                </a:br>
                <a:r>
                  <a:rPr lang="en-US" dirty="0"/>
                  <a:t>several toolkits that can be used</a:t>
                </a:r>
                <a:br>
                  <a:rPr lang="en-US" dirty="0"/>
                </a:br>
                <a:r>
                  <a:rPr lang="en-US" dirty="0"/>
                  <a:t>to build and manipulate graphs and build</a:t>
                </a:r>
                <a:br>
                  <a:rPr lang="en-US" dirty="0"/>
                </a:br>
                <a:r>
                  <a:rPr lang="en-US" dirty="0"/>
                  <a:t>and train sophisticated graph-based models.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FF9B4DE-8A86-68FC-8540-82A654F008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146" t="-1316" r="-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itle 28">
            <a:extLst>
              <a:ext uri="{FF2B5EF4-FFF2-40B4-BE49-F238E27FC236}">
                <a16:creationId xmlns:a16="http://schemas.microsoft.com/office/drawing/2014/main" id="{2A9B393A-9A3A-9F72-FDA1-8913A39D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Summary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26DCA80-DDD4-30E6-95EE-0055C964D315}"/>
              </a:ext>
            </a:extLst>
          </p:cNvPr>
          <p:cNvGrpSpPr/>
          <p:nvPr/>
        </p:nvGrpSpPr>
        <p:grpSpPr>
          <a:xfrm>
            <a:off x="5050026" y="3581400"/>
            <a:ext cx="3865374" cy="2369115"/>
            <a:chOff x="4329793" y="2447925"/>
            <a:chExt cx="3865374" cy="236911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558628D-6FE4-22C9-8242-108F52305B52}"/>
                </a:ext>
              </a:extLst>
            </p:cNvPr>
            <p:cNvGrpSpPr/>
            <p:nvPr/>
          </p:nvGrpSpPr>
          <p:grpSpPr>
            <a:xfrm>
              <a:off x="4329793" y="2447925"/>
              <a:ext cx="3865374" cy="2369115"/>
              <a:chOff x="5005395" y="3351195"/>
              <a:chExt cx="4171320" cy="294816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3825F20-EFEE-32D4-B0A1-AFFC33071AAB}"/>
                  </a:ext>
                </a:extLst>
              </p:cNvPr>
              <p:cNvGrpSpPr/>
              <p:nvPr/>
            </p:nvGrpSpPr>
            <p:grpSpPr>
              <a:xfrm>
                <a:off x="5091709" y="3395115"/>
                <a:ext cx="3747491" cy="2904242"/>
                <a:chOff x="5091709" y="3395115"/>
                <a:chExt cx="3747491" cy="2904242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10990245-1F5B-88ED-78F1-411BCC4C3A70}"/>
                    </a:ext>
                  </a:extLst>
                </p:cNvPr>
                <p:cNvGrpSpPr/>
                <p:nvPr/>
              </p:nvGrpSpPr>
              <p:grpSpPr>
                <a:xfrm>
                  <a:off x="5091709" y="3660875"/>
                  <a:ext cx="3747491" cy="2638482"/>
                  <a:chOff x="5091709" y="3660875"/>
                  <a:chExt cx="3747491" cy="2638482"/>
                </a:xfrm>
              </p:grpSpPr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1D8FF0A5-ED1B-BFDD-EB28-9D914294BB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5311" y="3660875"/>
                    <a:ext cx="623889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itchFamily="-65" charset="0"/>
                      </a:rPr>
                      <a:t>0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D6B0DDB6-3FBD-0BC8-A61F-9BFE5ABAC89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91709" y="3779191"/>
                    <a:ext cx="604041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1</a:t>
                    </a:r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D0823EC4-EB0B-9316-B212-0A21523F45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7184" y="5599212"/>
                    <a:ext cx="623889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itchFamily="-65" charset="0"/>
                      </a:rPr>
                      <a:t>3</a:t>
                    </a:r>
                    <a:endParaRPr kumimoji="0" 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-65" charset="0"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ED79D988-1FD5-448B-7C4E-034A462E84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554389" y="4066432"/>
                    <a:ext cx="623889" cy="700145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rgbClr val="98CA00">
                          <a:shade val="30000"/>
                          <a:satMod val="115000"/>
                        </a:srgbClr>
                      </a:gs>
                      <a:gs pos="50000">
                        <a:srgbClr val="98CA00">
                          <a:shade val="67500"/>
                          <a:satMod val="115000"/>
                        </a:srgbClr>
                      </a:gs>
                      <a:gs pos="100000">
                        <a:srgbClr val="98CA00">
                          <a:shade val="100000"/>
                          <a:satMod val="115000"/>
                        </a:srgbClr>
                      </a:gs>
                    </a:gsLst>
                    <a:lin ang="10800000" scaled="1"/>
                    <a:tileRect/>
                  </a:gradFill>
                  <a:ln w="12700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65" charset="0"/>
                      </a:rPr>
                      <a:t>2</a:t>
                    </a:r>
                  </a:p>
                </p:txBody>
              </p:sp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33" name="Ink 32">
                      <a:extLst>
                        <a:ext uri="{FF2B5EF4-FFF2-40B4-BE49-F238E27FC236}">
                          <a16:creationId xmlns:a16="http://schemas.microsoft.com/office/drawing/2014/main" id="{85207D4E-84CA-946A-07A5-9730659E2EA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136190" y="3925395"/>
                    <a:ext cx="1103760" cy="357480"/>
                  </p14:xfrm>
                </p:contentPart>
              </mc:Choice>
              <mc:Fallback xmlns="">
                <p:pic>
                  <p:nvPicPr>
                    <p:cNvPr id="15" name="Ink 14">
                      <a:extLst>
                        <a:ext uri="{FF2B5EF4-FFF2-40B4-BE49-F238E27FC236}">
                          <a16:creationId xmlns:a16="http://schemas.microsoft.com/office/drawing/2014/main" id="{96A50541-520D-B713-2C7D-6DF064670CD6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7119910" y="3908753"/>
                      <a:ext cx="1135668" cy="39009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34" name="Ink 33">
                      <a:extLst>
                        <a:ext uri="{FF2B5EF4-FFF2-40B4-BE49-F238E27FC236}">
                          <a16:creationId xmlns:a16="http://schemas.microsoft.com/office/drawing/2014/main" id="{3055DC81-E917-62EA-F697-E5A6E642A0F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5635710" y="3395115"/>
                    <a:ext cx="2880360" cy="582480"/>
                  </p14:xfrm>
                </p:contentPart>
              </mc:Choice>
              <mc:Fallback xmlns="">
                <p:pic>
                  <p:nvPicPr>
                    <p:cNvPr id="20" name="Ink 19">
                      <a:extLst>
                        <a:ext uri="{FF2B5EF4-FFF2-40B4-BE49-F238E27FC236}">
                          <a16:creationId xmlns:a16="http://schemas.microsoft.com/office/drawing/2014/main" id="{03BFAFD4-FC44-7425-DB06-943A685A7CE4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5619426" y="3378454"/>
                      <a:ext cx="2912277" cy="61513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1AA30D69-68F9-D355-4946-BB6656E4B235}"/>
                      </a:ext>
                    </a:extLst>
                  </p14:cNvPr>
                  <p14:cNvContentPartPr/>
                  <p14:nvPr/>
                </p14:nvContentPartPr>
                <p14:xfrm>
                  <a:off x="5005395" y="3351195"/>
                  <a:ext cx="614880" cy="547200"/>
                </p14:xfrm>
              </p:contentPart>
            </mc:Choice>
            <mc:Fallback xmlns="">
              <p:pic>
                <p:nvPicPr>
                  <p:cNvPr id="8" name="Ink 7">
                    <a:extLst>
                      <a:ext uri="{FF2B5EF4-FFF2-40B4-BE49-F238E27FC236}">
                        <a16:creationId xmlns:a16="http://schemas.microsoft.com/office/drawing/2014/main" id="{EB097D14-9079-4AE1-261E-79E163592CE9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4989128" y="3334553"/>
                    <a:ext cx="646763" cy="5798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5E549981-76D4-199E-CBA9-152DDB9190B3}"/>
                      </a:ext>
                    </a:extLst>
                  </p14:cNvPr>
                  <p14:cNvContentPartPr/>
                  <p14:nvPr/>
                </p14:nvContentPartPr>
                <p14:xfrm>
                  <a:off x="8628075" y="3539835"/>
                  <a:ext cx="548640" cy="74232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FA0B045-FDF0-A131-6A00-4F29A6F56D3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611785" y="3523191"/>
                    <a:ext cx="580568" cy="77494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A4C0D1-872F-2E20-2A65-CE80AF0CC64E}"/>
                    </a:ext>
                  </a:extLst>
                </p14:cNvPr>
                <p14:cNvContentPartPr/>
                <p14:nvPr/>
              </p14:nvContentPartPr>
              <p14:xfrm>
                <a:off x="6293059" y="3495945"/>
                <a:ext cx="411120" cy="939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A4C0D1-872F-2E20-2A65-CE80AF0CC6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84419" y="3487305"/>
                  <a:ext cx="428760" cy="95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8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6082</TotalTime>
  <Words>1545</Words>
  <Application>Microsoft Macintosh PowerPoint</Application>
  <PresentationFormat>Letter Paper (8.5x11 in)</PresentationFormat>
  <Paragraphs>418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American Typewriter</vt:lpstr>
      <vt:lpstr>Arial</vt:lpstr>
      <vt:lpstr>Cambria Math</vt:lpstr>
      <vt:lpstr>Times New Roman</vt:lpstr>
      <vt:lpstr>Wingdings</vt:lpstr>
      <vt:lpstr>Default Design</vt:lpstr>
      <vt:lpstr>Machine learning in Physics Graph autoencoders Part 2</vt:lpstr>
      <vt:lpstr>Outline</vt:lpstr>
      <vt:lpstr>Recap (1)</vt:lpstr>
      <vt:lpstr>Recap (2): Data Structures</vt:lpstr>
      <vt:lpstr>Graph autoencoder  Part 2</vt:lpstr>
      <vt:lpstr>Graph Autoencoder (1)</vt:lpstr>
      <vt:lpstr>Graph Autoencoder (2)</vt:lpstr>
      <vt:lpstr>GAE: Model</vt:lpstr>
      <vt:lpstr>Pytorch geometric (PyG) </vt:lpstr>
      <vt:lpstr>PyTorch Geometric (1)</vt:lpstr>
      <vt:lpstr>PyTorch Geometric (2)</vt:lpstr>
      <vt:lpstr>PyTorch Geometric (3)</vt:lpstr>
      <vt:lpstr>PyTorch Geometric (4)</vt:lpstr>
      <vt:lpstr>PyTorch Geometric (5)</vt:lpstr>
      <vt:lpstr>PyTorch Geometric (6)</vt:lpstr>
      <vt:lpstr>PyTorch Geometric (7)</vt:lpstr>
      <vt:lpstr>PyTorch Geometric (8): Sparsity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25</cp:revision>
  <cp:lastPrinted>2019-01-07T00:35:58Z</cp:lastPrinted>
  <dcterms:created xsi:type="dcterms:W3CDTF">2025-08-24T13:22:07Z</dcterms:created>
  <dcterms:modified xsi:type="dcterms:W3CDTF">2025-10-27T20:11:40Z</dcterms:modified>
</cp:coreProperties>
</file>