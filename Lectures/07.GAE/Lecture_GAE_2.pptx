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ink/ink28.xml" ContentType="application/inkml+xml"/>
  <Override PartName="/ppt/ink/ink29.xml" ContentType="application/inkml+xml"/>
  <Override PartName="/ppt/ink/ink30.xml" ContentType="application/inkml+xml"/>
  <Override PartName="/ppt/ink/ink31.xml" ContentType="application/inkml+xml"/>
  <Override PartName="/ppt/ink/ink32.xml" ContentType="application/inkml+xml"/>
  <Override PartName="/ppt/ink/ink33.xml" ContentType="application/inkml+xml"/>
  <Override PartName="/ppt/ink/ink34.xml" ContentType="application/inkml+xml"/>
  <Override PartName="/ppt/ink/ink35.xml" ContentType="application/inkml+xml"/>
  <Override PartName="/ppt/ink/ink36.xml" ContentType="application/inkml+xml"/>
  <Override PartName="/ppt/ink/ink37.xml" ContentType="application/inkml+xml"/>
  <Override PartName="/ppt/ink/ink38.xml" ContentType="application/inkml+xml"/>
  <Override PartName="/ppt/ink/ink39.xml" ContentType="application/inkml+xml"/>
  <Override PartName="/ppt/ink/ink40.xml" ContentType="application/inkml+xml"/>
  <Override PartName="/ppt/ink/ink41.xml" ContentType="application/inkml+xml"/>
  <Override PartName="/ppt/ink/ink42.xml" ContentType="application/inkml+xml"/>
  <Override PartName="/ppt/ink/ink43.xml" ContentType="application/inkml+xml"/>
  <Override PartName="/ppt/ink/ink44.xml" ContentType="application/inkml+xml"/>
  <Override PartName="/ppt/ink/ink45.xml" ContentType="application/inkml+xml"/>
  <Override PartName="/ppt/ink/ink46.xml" ContentType="application/inkml+xml"/>
  <Override PartName="/ppt/ink/ink47.xml" ContentType="application/inkml+xml"/>
  <Override PartName="/ppt/ink/ink48.xml" ContentType="application/inkml+xml"/>
  <Override PartName="/ppt/ink/ink49.xml" ContentType="application/inkml+xml"/>
  <Override PartName="/ppt/ink/ink50.xml" ContentType="application/inkml+xml"/>
  <Override PartName="/ppt/ink/ink51.xml" ContentType="application/inkml+xml"/>
  <Override PartName="/ppt/ink/ink52.xml" ContentType="application/inkml+xml"/>
  <Override PartName="/ppt/ink/ink53.xml" ContentType="application/inkml+xml"/>
  <Override PartName="/ppt/ink/ink54.xml" ContentType="application/inkml+xml"/>
  <Override PartName="/ppt/ink/ink55.xml" ContentType="application/inkml+xml"/>
  <Override PartName="/ppt/ink/ink56.xml" ContentType="application/inkml+xml"/>
  <Override PartName="/ppt/ink/ink57.xml" ContentType="application/inkml+xml"/>
  <Override PartName="/ppt/ink/ink58.xml" ContentType="application/inkml+xml"/>
  <Override PartName="/ppt/ink/ink59.xml" ContentType="application/inkml+xml"/>
  <Override PartName="/ppt/ink/ink60.xml" ContentType="application/inkml+xml"/>
  <Override PartName="/ppt/ink/ink61.xml" ContentType="application/inkml+xml"/>
  <Override PartName="/ppt/ink/ink62.xml" ContentType="application/inkml+xml"/>
  <Override PartName="/ppt/ink/ink63.xml" ContentType="application/inkml+xml"/>
  <Override PartName="/ppt/ink/ink64.xml" ContentType="application/inkml+xml"/>
  <Override PartName="/ppt/notesSlides/notesSlide2.xml" ContentType="application/vnd.openxmlformats-officedocument.presentationml.notesSlide+xml"/>
  <Override PartName="/ppt/ink/ink65.xml" ContentType="application/inkml+xml"/>
  <Override PartName="/ppt/ink/ink66.xml" ContentType="application/inkml+xml"/>
  <Override PartName="/ppt/ink/ink67.xml" ContentType="application/inkml+xml"/>
  <Override PartName="/ppt/ink/ink68.xml" ContentType="application/inkml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ink/ink69.xml" ContentType="application/inkml+xml"/>
  <Override PartName="/ppt/ink/ink70.xml" ContentType="application/inkml+xml"/>
  <Override PartName="/ppt/ink/ink71.xml" ContentType="application/inkml+xml"/>
  <Override PartName="/ppt/ink/ink72.xml" ContentType="application/inkml+xml"/>
  <Override PartName="/ppt/ink/ink73.xml" ContentType="application/inkml+xml"/>
  <Override PartName="/ppt/ink/ink74.xml" ContentType="application/inkml+xml"/>
  <Override PartName="/ppt/ink/ink75.xml" ContentType="application/inkml+xml"/>
  <Override PartName="/ppt/ink/ink76.xml" ContentType="application/inkml+xml"/>
  <Override PartName="/ppt/ink/ink77.xml" ContentType="application/inkml+xml"/>
  <Override PartName="/ppt/ink/ink78.xml" ContentType="application/inkml+xml"/>
  <Override PartName="/ppt/notesSlides/notesSlide5.xml" ContentType="application/vnd.openxmlformats-officedocument.presentationml.notesSlide+xml"/>
  <Override PartName="/ppt/ink/ink79.xml" ContentType="application/inkml+xml"/>
  <Override PartName="/ppt/ink/ink80.xml" ContentType="application/inkml+xml"/>
  <Override PartName="/ppt/ink/ink81.xml" ContentType="application/inkml+xml"/>
  <Override PartName="/ppt/ink/ink82.xml" ContentType="application/inkml+xml"/>
  <Override PartName="/ppt/ink/ink83.xml" ContentType="application/inkml+xml"/>
  <Override PartName="/ppt/ink/ink84.xml" ContentType="application/inkml+xml"/>
  <Override PartName="/ppt/ink/ink85.xml" ContentType="application/inkml+xml"/>
  <Override PartName="/ppt/ink/ink86.xml" ContentType="application/inkml+xml"/>
  <Override PartName="/ppt/ink/ink87.xml" ContentType="application/inkml+xml"/>
  <Override PartName="/ppt/ink/ink88.xml" ContentType="application/inkml+xml"/>
  <Override PartName="/ppt/ink/ink89.xml" ContentType="application/inkml+xml"/>
  <Override PartName="/ppt/ink/ink90.xml" ContentType="application/inkml+xml"/>
  <Override PartName="/ppt/ink/ink91.xml" ContentType="application/inkml+xml"/>
  <Override PartName="/ppt/ink/ink92.xml" ContentType="application/inkml+xml"/>
  <Override PartName="/ppt/ink/ink93.xml" ContentType="application/inkml+xml"/>
  <Override PartName="/ppt/ink/ink94.xml" ContentType="application/inkml+xml"/>
  <Override PartName="/ppt/ink/ink95.xml" ContentType="application/inkml+xml"/>
  <Override PartName="/ppt/ink/ink96.xml" ContentType="application/inkml+xml"/>
  <Override PartName="/ppt/notesSlides/notesSlide6.xml" ContentType="application/vnd.openxmlformats-officedocument.presentationml.notesSlide+xml"/>
  <Override PartName="/ppt/ink/ink97.xml" ContentType="application/inkml+xml"/>
  <Override PartName="/ppt/ink/ink98.xml" ContentType="application/inkml+xml"/>
  <Override PartName="/ppt/ink/ink99.xml" ContentType="application/inkml+xml"/>
  <Override PartName="/ppt/ink/ink100.xml" ContentType="application/inkml+xml"/>
  <Override PartName="/ppt/ink/ink101.xml" ContentType="application/inkml+xml"/>
  <Override PartName="/ppt/ink/ink102.xml" ContentType="application/inkml+xml"/>
  <Override PartName="/ppt/ink/ink103.xml" ContentType="application/inkml+xml"/>
  <Override PartName="/ppt/ink/ink104.xml" ContentType="application/inkml+xml"/>
  <Override PartName="/ppt/ink/ink105.xml" ContentType="application/inkml+xml"/>
  <Override PartName="/ppt/ink/ink106.xml" ContentType="application/inkml+xml"/>
  <Override PartName="/ppt/ink/ink107.xml" ContentType="application/inkml+xml"/>
  <Override PartName="/ppt/ink/ink108.xml" ContentType="application/inkml+xml"/>
  <Override PartName="/ppt/ink/ink109.xml" ContentType="application/inkml+xml"/>
  <Override PartName="/ppt/ink/ink110.xml" ContentType="application/inkml+xml"/>
  <Override PartName="/ppt/ink/ink111.xml" ContentType="application/inkml+xml"/>
  <Override PartName="/ppt/ink/ink112.xml" ContentType="application/inkml+xml"/>
  <Override PartName="/ppt/ink/ink113.xml" ContentType="application/inkml+xml"/>
  <Override PartName="/ppt/ink/ink114.xml" ContentType="application/inkml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ink/ink115.xml" ContentType="application/inkml+xml"/>
  <Override PartName="/ppt/ink/ink116.xml" ContentType="application/inkml+xml"/>
  <Override PartName="/ppt/ink/ink117.xml" ContentType="application/inkml+xml"/>
  <Override PartName="/ppt/ink/ink118.xml" ContentType="application/inkml+xml"/>
  <Override PartName="/ppt/ink/ink119.xml" ContentType="application/inkml+xml"/>
  <Override PartName="/ppt/notesSlides/notesSlide11.xml" ContentType="application/vnd.openxmlformats-officedocument.presentationml.notesSlide+xml"/>
  <Override PartName="/ppt/ink/ink120.xml" ContentType="application/inkml+xml"/>
  <Override PartName="/ppt/ink/ink121.xml" ContentType="application/inkml+xml"/>
  <Override PartName="/ppt/ink/ink122.xml" ContentType="application/inkml+xml"/>
  <Override PartName="/ppt/ink/ink123.xml" ContentType="application/inkml+xml"/>
  <Override PartName="/ppt/ink/ink124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saveSubsetFonts="1" autoCompressPictures="0">
  <p:sldMasterIdLst>
    <p:sldMasterId id="2147483648" r:id="rId1"/>
  </p:sldMasterIdLst>
  <p:notesMasterIdLst>
    <p:notesMasterId r:id="rId20"/>
  </p:notesMasterIdLst>
  <p:handoutMasterIdLst>
    <p:handoutMasterId r:id="rId21"/>
  </p:handoutMasterIdLst>
  <p:sldIdLst>
    <p:sldId id="256" r:id="rId2"/>
    <p:sldId id="1135" r:id="rId3"/>
    <p:sldId id="1083" r:id="rId4"/>
    <p:sldId id="1143" r:id="rId5"/>
    <p:sldId id="1153" r:id="rId6"/>
    <p:sldId id="1152" r:id="rId7"/>
    <p:sldId id="1155" r:id="rId8"/>
    <p:sldId id="1142" r:id="rId9"/>
    <p:sldId id="1159" r:id="rId10"/>
    <p:sldId id="1157" r:id="rId11"/>
    <p:sldId id="1158" r:id="rId12"/>
    <p:sldId id="1160" r:id="rId13"/>
    <p:sldId id="1161" r:id="rId14"/>
    <p:sldId id="1164" r:id="rId15"/>
    <p:sldId id="1165" r:id="rId16"/>
    <p:sldId id="1162" r:id="rId17"/>
    <p:sldId id="1166" r:id="rId18"/>
    <p:sldId id="1163" r:id="rId19"/>
  </p:sldIdLst>
  <p:sldSz cx="9144000" cy="6858000" type="letter"/>
  <p:notesSz cx="9601200" cy="7315200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itchFamily="35" charset="0"/>
        <a:ea typeface="+mn-ea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itchFamily="35" charset="0"/>
        <a:ea typeface="+mn-ea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itchFamily="35" charset="0"/>
        <a:ea typeface="+mn-ea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itchFamily="35" charset="0"/>
        <a:ea typeface="+mn-ea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itchFamily="35" charset="0"/>
        <a:ea typeface="+mn-ea"/>
        <a:cs typeface="+mn-cs"/>
      </a:defRPr>
    </a:lvl5pPr>
    <a:lvl6pPr marL="2286000" algn="l" defTabSz="457200" rtl="0" eaLnBrk="1" latinLnBrk="0" hangingPunct="1">
      <a:defRPr sz="2400" kern="1200">
        <a:solidFill>
          <a:schemeClr val="tx1"/>
        </a:solidFill>
        <a:latin typeface="Times New Roman" pitchFamily="35" charset="0"/>
        <a:ea typeface="+mn-ea"/>
        <a:cs typeface="+mn-cs"/>
      </a:defRPr>
    </a:lvl6pPr>
    <a:lvl7pPr marL="2743200" algn="l" defTabSz="457200" rtl="0" eaLnBrk="1" latinLnBrk="0" hangingPunct="1">
      <a:defRPr sz="2400" kern="1200">
        <a:solidFill>
          <a:schemeClr val="tx1"/>
        </a:solidFill>
        <a:latin typeface="Times New Roman" pitchFamily="35" charset="0"/>
        <a:ea typeface="+mn-ea"/>
        <a:cs typeface="+mn-cs"/>
      </a:defRPr>
    </a:lvl7pPr>
    <a:lvl8pPr marL="3200400" algn="l" defTabSz="457200" rtl="0" eaLnBrk="1" latinLnBrk="0" hangingPunct="1">
      <a:defRPr sz="2400" kern="1200">
        <a:solidFill>
          <a:schemeClr val="tx1"/>
        </a:solidFill>
        <a:latin typeface="Times New Roman" pitchFamily="35" charset="0"/>
        <a:ea typeface="+mn-ea"/>
        <a:cs typeface="+mn-cs"/>
      </a:defRPr>
    </a:lvl8pPr>
    <a:lvl9pPr marL="3657600" algn="l" defTabSz="457200" rtl="0" eaLnBrk="1" latinLnBrk="0" hangingPunct="1">
      <a:defRPr sz="2400" kern="1200">
        <a:solidFill>
          <a:schemeClr val="tx1"/>
        </a:solidFill>
        <a:latin typeface="Times New Roman" pitchFamily="35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258" userDrawn="1">
          <p15:clr>
            <a:srgbClr val="A4A3A4"/>
          </p15:clr>
        </p15:guide>
        <p15:guide id="2" pos="2958" userDrawn="1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33CC"/>
    <a:srgbClr val="98CA00"/>
    <a:srgbClr val="FFFC8F"/>
    <a:srgbClr val="FF0000"/>
    <a:srgbClr val="4032A1"/>
    <a:srgbClr val="6BEEE1"/>
    <a:srgbClr val="99CA00"/>
    <a:srgbClr val="A0CA5B"/>
    <a:srgbClr val="4734A0"/>
    <a:srgbClr val="4B36A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580"/>
    <p:restoredTop sz="94795"/>
  </p:normalViewPr>
  <p:slideViewPr>
    <p:cSldViewPr>
      <p:cViewPr varScale="1">
        <p:scale>
          <a:sx n="99" d="100"/>
          <a:sy n="99" d="100"/>
        </p:scale>
        <p:origin x="984" y="176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" d="1"/>
        <a:sy n="1" d="1"/>
      </p:scale>
      <p:origin x="0" y="4536"/>
    </p:cViewPr>
  </p:sorterViewPr>
  <p:notesViewPr>
    <p:cSldViewPr>
      <p:cViewPr varScale="1">
        <p:scale>
          <a:sx n="44" d="100"/>
          <a:sy n="44" d="100"/>
        </p:scale>
        <p:origin x="-1392" y="-72"/>
      </p:cViewPr>
      <p:guideLst>
        <p:guide orient="horz" pos="2258"/>
        <p:guide pos="2958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handoutMaster" Target="handoutMasters/handout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12:40:10.76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24575,'21'0'0,"10"0"0,14 0 0,13 2 0,-26-1 0,0 1 0,3 0 0,1 1 0,1-1 0,-1 1 0,0-1 0,-1 0 0,0 1 0,-1-1 0,-3-1 0,-1 1 0,29 1 0,-5 1 0,-3-1 0,-4 0 0,-4 1 0,-2-1 0,-5 1 0,-2-1 0,-6 0 0,-2-1 0,-2 1 0,0 0 0,2 1 0,0 0 0,1 1 0,-2-1 0,1 1 0,1 0 0,-1 0 0,-1 0 0,-2 0 0,-2-1 0,0 1 0,-1 0 0,0 0 0,-2 0 0,0 0 0,0-1 0,-1 0 0,-1 1 0,-2-1 0,-2-1 0,-2 0 0,-3-1 0,-4-1 0,-2 1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12:40:10.76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24575,'14'0'0,"5"3"0,13 7 0,7 7 0,2 8 0,-20-10 0,-2 1 0,-1 1 0,-1 0 0,0 3 0,-2 0 0,-1 2 0,-1 1 0,0 0 0,-1-1 0,0 2 0,-1-1 0,-2-2 0,1 0 0,-1-1 0,0-1 0,5 16 0,-4-2 0,-2 0 0,-3 3 0,-3 0 0,0-2 0,-2-1 0,0-5 0,0-1 0,0-1 0,0 1 0,-2 1 0,-5 0 0,-3 0 0,-3-1 0,1-2 0,1 1 0,1 0 0,-2-1 0,1-1 0,0-1 0,0-3 0,0-2 0,1-3 0,0-2 0,0-2 0,0 1 0,-1-1 0,-1 1 0,-1 1 0,1-1 0,2-2 0,3-2 0,4-4 0,0-2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12:40:10.76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0 377 24575,'13'-8'0,"14"-8"0,-5 4 0,3-2 0,6-2 0,3-2 0,3 0 0,2-1 0,8-3 0,3 0 0,-16 8 0,1-1 0,0 1 0,15-6 0,0 1 0,-4 3 0,-2 1 0,-9 5 0,-1 0 0,-4 3 0,1 0 0,-2 0 0,1 1 0,0 0 0,0 0 0,1 1 0,-1 1 0,2 0 0,1 0 0,-2 0 0,-1 1 0,28-2 0,-7 1 0,-6 0 0,-2 2 0,-5 1 0,0 1 0,-2 0 0,-1 0 0,1 0 0,1 0 0,0 0 0,2 0 0,-2 0 0,-3 0 0,-7 1 0,-7 0 0,-5 0 0,-5 0 0,-2 1 0,-1-1 0,1 0 0,3 0 0,5 3 0,1 1 0,-1 2 0,-1-2 0,-4-1 0,-2-1 0,-5-1 0,-1-1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12:40:10.76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1851 24575,'10'0'0,"15"-4"0,20-6 0,-13 3 0,3-2 0,6-1 0,2-1 0,6-2 0,2-1 0,-13 4 0,-1 0 0,1-1-194,1 0 1,-1 0 0,1-1 193,0 0 0,1-1 0,-2 0 0,-1 0 0,-1 0 0,-1 0 0,15-7 0,-1 0 0,-1-1 0,-2 0 0,-4 1 0,-1-2 0,-3 1 0,-1-1 72,-1-1 0,-2 1-72,-2-1 0,-1-1 0,-2 0 0,0 0 0,-2-1 0,-1 0 0,-1 0 0,-1-2 0,-1 0 0,0 0 0,0-1 0,-1 0 0,0-2 0,0 0 0,0-1 0,0-1 0,-2 0 0,-1-2 0,0-2 0,-2 0 0,-6 11 0,-1 0 0,-1-1 0,1 1 0,-1-1 0,-1 0 0,1 0 0,-1 0 0,0 1 0,2-10 0,-1 0 0,0 3 0,-2 1 0,-1 1 0,0 2 0,-2 1 0,0 0 0,1 1 0,-1 0 0,0 1 0,0 0 0,-1 1 0,1 1 218,-2 2 0,1 0-218,0-17 0,-2 6 0,0 5 0,-1 6 0,0 5 0,0 6 0,0 2 0,0 2 0,0 1 0,0-1 0,0-1 0,0 1 0,0 4 0,0 1 0,0 3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12:40:10.76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24575,'20'0'0,"34"0"0,-10 3 0,5 1 0,-9 0 0,1 0 0,1 2 0,3 2 0,0 1 0,1 1-496,2 2 1,0 2 0,-1 0 495,1 0 0,0 2 0,-1-1 0,2 2 0,-1 0 0,0 0 0,-3 0 0,0 1 0,-1-1 0,-4 0 0,-1-1 0,-1 1-1,-2 0 1,0 0-1,-2-1 1,-2 0 0,0 0 0,-2-1 0,13 7 0,-2-1 0,-5-1 0,-1-1 0,-3 0 0,0-1 0,-2 0 0,-1 1 0,-1-1 0,-2 0 552,-1-1 0,-2 1-552,-1 0 0,-1 0 192,-1 0 0,-1 1-192,-2-1 0,0 0 0,-1 1 0,-1 0 0,-1-1 0,0 1 0,0 0 0,-1-1 0,0 0 0,-1-1 0,11 16 0,-3-4 0,-3-1 0,0 0 0,-2 0 0,-3-1 0,-3-1 0,-2-1 0,-4-4 0,-1-4 0,0-3 0,-2-5 0,0-3 0,0-1 0,0 0 0,0 0 0,0 0 0,0 1 0,0-2 0,0 1 0,0 3 0,2 3 0,1 5 0,2 5 0,2 1 0,0 0 0,0-1 0,-1-2 0,1-3 0,-1-2 0,-1-3 0,-2-3 0,-1-2 0,-1-1 0,2-2 0,-2-1 0,1-2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12:40:10.76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0 614 24575,'39'-8'0,"14"-4"0,-10 2 0,4-1 0,-8 2 0,3 0 0,1 0 0,6-1 0,2 1 0,1-1-621,4 0 0,0 0 1,1 0 620,-12 2 0,0 1 0,0 0 0,1 0 0,0 0 0,1 0 0,-1 0 0,1 1 0,-1-1 0,0 1 0,0 0 0,0 1 0,1-1 0,1 1 0,-1-1 0,-1 1 0,12-1 0,-1-1 0,-1 1 0,-2 0 0,0-1 0,-1 1 0,-1 0 0,-1-1 0,0 0-120,-2 0 1,0 0 0,-1 0 119,-2 0 0,0 0 0,0 0 0,-2 0 0,0 0 0,0 0 0,-2 0 0,0 0 0,0 0-55,-3 1 0,0-1 0,0 1 55,16-4 0,-1 0 0,-5 1 0,-1 1 0,-4-1 0,0 1 670,-3 1 0,1-1-670,1 0 0,0-1 429,1 0 1,0-1-430,0 0 0,0 0 93,2 1 0,-1-1-93,-2 3 0,0 0 0,-2 1 0,0 1 0,0 0 0,0 1 0,0 0 0,2 0 0,3-1 0,1 1 0,2-1 0,1 0 0,2 0 0,-1 1 0,-3 1 0,-1 0 0,-4 1 0,-1 1 0,-5 0 0,-1 1 0,-4 0 0,0 0 0,25 0 0,-6 0 0,-4 1 0,-8 2 0,-5 2 0,-5 1 0,-3 0 0,-4 2 0,-3-1 0,-3 1 0,0 2 0,0 0 0,-1 3 0,0 2 0,-1 2 0,0 0 0,0 3 0,0-1 0,0 2 0,-1-3 0,-3-1 0,-1-3 0,-2-2 0,0 0 0,0 1 0,0 0 0,-1-1 0,-1-1 0,-1-2 0,-3-2 0,2-1 0,-3-3 0,1-2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12:40:10.76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253 577 24575,'-5'-5'0,"-4"-2"0,-10-6 0,-9-9 0,-5-7 0,13 11 0,2-1 0,-1-1 0,2 0 0,1-1 0,1 0 0,2 0 0,2 1 0,3 1 0,1 1 0,-2-15 0,5 6 0,3 4 0,1 4 0,0 2 0,0 2 0,2-1 0,5 1 0,4-1 0,2 2 0,-1 2 0,-1 2 0,0 2 0,0 0 0,2 1 0,3 0 0,4-1 0,3 0 0,3 0 0,4 0 0,2 1 0,3 2 0,4 0 0,-5 2 0,-1 1 0,9 1 0,3 0 0,10 0 0,-4 1 0,-6 0 0,-3 0 0,0 0 0,-1 0 0,-3 2 0,-2 3 0,-4 2 0,-4 3 0,-4 1 0,-6 1 0,-3 1 0,-2 2 0,1 2 0,0 2 0,-1 2 0,-2 3 0,-4 1 0,-3 2 0,-3-1 0,-1-1 0,0-3 0,0-2 0,0-2 0,0-2 0,0 0 0,0-3 0,0-1 0,0-2 0,0-3 0,0-1 0,0 0 0,-1 1 0,-3 3 0,-4 2 0,-1 3 0,1-2 0,1-3 0,4-4 0,1-4 0,0-1 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12:40:10.76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652 0 24575,'-11'0'0,"-5"0"0,-10 0 0,-8 0 0,-19 0 0,21 0 0,-1 0 0,-1 1 0,0-1 0,0 2 0,1 0 0,-17 4 0,6 3 0,7 1 0,7 0 0,4 1 0,5 1 0,3-1 0,3 1 0,2 0 0,3 1 0,0 2 0,-1 0 0,2 0 0,1 0 0,3-4 0,2 0 0,1-3 0,2 1 0,0 3 0,3 3 0,3 2 0,5 1 0,7-1 0,5 0 0,3-1 0,1-3 0,1 1 0,3-3 0,1 1 0,3-1 0,0 1 0,0-1 0,-1-1 0,-1-2 0,0-3 0,1-1 0,0-2 0,1-1 0,3-1 0,4 0 0,3 0 0,3 0 0,1-4 0,-3-3 0,-4-1 0,-9 0 0,-9 2 0,-6 2 0,-3 0 0,0 0 0,-1 0 0,0 0 0,-1-1 0,0 1 0,-1-1 0,-2 0 0,-2-1 0,-2 0 0,0 0 0,0-1 0,-1 0 0,-2 3 0,-1 1 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12:40:10.76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111 783 24575,'24'0'0,"12"-1"0,10-1 0,10 1 0,2 0 0,-3 1 0,0-1 0,-4-1 0,-3-5 0,-3-4 0,-3-4 0,-2-3 0,-1 0 0,-4-1 0,-4 1 0,-3 0 0,-4 1 0,-3 0 0,-1 0 0,-4 1 0,-4 1 0,-5-1 0,-5 0 0,-2-3 0,0-3 0,0-4 0,-3-5 0,-7 0 0,-6-4 0,5 18 0,-2-1 0,-1 0 0,0-1 0,-2 0 0,-1 0 0,-1 0 0,0 1 0,0 0 0,-2 1 0,1 0 0,-1 1 0,1 0 0,-1 2 0,-21-12 0,-1 5 0,-3 2 0,0 3 0,-1 2 0,0 2 0,0 3 0,0 3 0,4 2 0,6 3 0,10 1 0,10 0 0,7 0 0,3 0 0,-2 0 0,0 2 0,-2 4 0,-2 5 0,-2 4 0,-2 2 0,0 1 0,1 0 0,4-1 0,1-1 0,3 0 0,1-1 0,2-2 0,1-2 0,1-4 0,1-2 0,0-3 0,1-1 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12:40:10.75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90 360 24575,'-8'-6'0,"1"2"0,-2-2 0,-1 0 0,2 1 0,-2-1 0,1 1 0,1-2 0,2 0 0,3 0 0,2 1 0,1-1 0,-2 1 0,1 0 0,-2 0 0,1 1 0,1 1 0,-1-2 0,2 1 0,0 0 0,0 0 0,0 1 0,0 0 0,0 0 0,0-1 0,0 0 0,0 0 0,0 1 0,0-2 0,0 1 0,0 0 0,0-1 0,0 1 0,0-1 0,2-2 0,2 0 0,2 1 0,0 0 0,1-1 0,0 1 0,2-1 0,0 1 0,-1 1 0,0 0 0,-2 1 0,0 1 0,0-1 0,0 0 0,0 1 0,0-1 0,3-1 0,2-1 0,4 0 0,0-1 0,-1 1 0,-1 2 0,-1 1 0,0 1 0,-1 0 0,0 1 0,0-1 0,-3 1 0,1 0 0,0 0 0,-1 0 0,0 1 0,0 0 0,-2 0 0,1 0 0,-2 0 0,2-1 0,0 1 0,1 0 0,0 1 0,0 0 0,0 0 0,1 0 0,3 0 0,-1-1 0,0 0 0,-1 0 0,-2 0 0,-1 1 0,1 0 0,1 0 0,1 0 0,0 0 0,-2 0 0,1 0 0,1 0 0,2 0 0,3 0 0,1 0 0,1 0 0,0 0 0,-2 0 0,-1 0 0,-1 1 0,-1 0 0,-1 2 0,1-1 0,0 1 0,-1 0 0,1 0 0,-1 0 0,0-1 0,-2 0 0,-1 0 0,-1 1 0,0-1 0,0 1 0,1-1 0,-1 0 0,-1 0 0,0 1 0,-1 1 0,-1 1 0,0 0 0,0-1 0,-1 1 0,1-1 0,-1 0 0,-2 0 0,1 1 0,-1 2 0,1 0 0,0 1 0,-2 1 0,0-1 0,0 1 0,0-2 0,0 1 0,0-2 0,0 1 0,0-1 0,0 0 0,0 0 0,0 0 0,0 1 0,-1 0 0,-1 0 0,-2-1 0,0 1 0,-1-1 0,1 0 0,0 0 0,0-1 0,0-1 0,0 0 0,0-1 0,1 1 0,-1-1 0,1 2 0,-2-2 0,1 2 0,-1 0 0,-1 0 0,-1 1 0,0 0 0,0-1 0,1 0 0,3-2 0,0-1 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12:43:19.09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24575,'21'0'0,"10"0"0,14 0 0,13 2 0,-26-1 0,0 1 0,3 0 0,1 1 0,1-1 0,-1 1 0,0-1 0,-1 0 0,0 1 0,-1-1 0,-3-1 0,-1 1 0,29 1 0,-5 1 0,-3-1 0,-4 0 0,-4 1 0,-2-1 0,-5 1 0,-2-1 0,-6 0 0,-2-1 0,-2 1 0,0 0 0,2 1 0,0 0 0,1 1 0,-2-1 0,1 1 0,1 0 0,-1 0 0,-1 0 0,-2 0 0,-2-1 0,0 1 0,-1 0 0,0 0 0,-2 0 0,0 0 0,0-1 0,-1 0 0,-1 1 0,-2-1 0,-2-1 0,-2 0 0,-3-1 0,-4-1 0,-2 1 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12:43:19.09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24575,'14'0'0,"5"3"0,13 7 0,7 7 0,2 8 0,-20-10 0,-2 1 0,-1 1 0,-1 0 0,0 3 0,-2 0 0,-1 2 0,-1 1 0,0 0 0,-1-1 0,0 2 0,-1-1 0,-2-2 0,1 0 0,-1-1 0,0-1 0,5 16 0,-4-2 0,-2 0 0,-3 3 0,-3 0 0,0-2 0,-2-1 0,0-5 0,0-1 0,0-1 0,0 1 0,-2 1 0,-5 0 0,-3 0 0,-3-1 0,1-2 0,1 1 0,1 0 0,-2-1 0,1-1 0,0-1 0,0-3 0,0-2 0,1-3 0,0-2 0,0-2 0,0 1 0,-1-1 0,-1 1 0,-1 1 0,1-1 0,2-2 0,3-2 0,4-4 0,0-2 0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12:43:19.09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0 377 24575,'13'-8'0,"14"-8"0,-5 4 0,3-2 0,6-2 0,3-2 0,3 0 0,2-1 0,8-3 0,3 0 0,-16 8 0,1-1 0,0 1 0,15-6 0,0 1 0,-4 3 0,-2 1 0,-9 5 0,-1 0 0,-4 3 0,1 0 0,-2 0 0,1 1 0,0 0 0,0 0 0,1 1 0,-1 1 0,2 0 0,1 0 0,-2 0 0,-1 1 0,28-2 0,-7 1 0,-6 0 0,-2 2 0,-5 1 0,0 1 0,-2 0 0,-1 0 0,1 0 0,1 0 0,0 0 0,2 0 0,-2 0 0,-3 0 0,-7 1 0,-7 0 0,-5 0 0,-5 0 0,-2 1 0,-1-1 0,1 0 0,3 0 0,5 3 0,1 1 0,-1 2 0,-1-2 0,-4-1 0,-2-1 0,-5-1 0,-1-1 0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12:43:19.09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1851 24575,'10'0'0,"15"-4"0,20-6 0,-13 3 0,3-2 0,6-1 0,2-1 0,6-2 0,2-1 0,-13 4 0,-1 0 0,1-1-194,1 0 1,-1 0 0,1-1 193,0 0 0,1-1 0,-2 0 0,-1 0 0,-1 0 0,-1 0 0,15-7 0,-1 0 0,-1-1 0,-2 0 0,-4 1 0,-1-2 0,-3 1 0,-1-1 72,-1-1 0,-2 1-72,-2-1 0,-1-1 0,-2 0 0,0 0 0,-2-1 0,-1 0 0,-1 0 0,-1-2 0,-1 0 0,0 0 0,0-1 0,-1 0 0,0-2 0,0 0 0,0-1 0,0-1 0,-2 0 0,-1-2 0,0-2 0,-2 0 0,-6 11 0,-1 0 0,-1-1 0,1 1 0,-1-1 0,-1 0 0,1 0 0,-1 0 0,0 1 0,2-10 0,-1 0 0,0 3 0,-2 1 0,-1 1 0,0 2 0,-2 1 0,0 0 0,1 1 0,-1 0 0,0 1 0,0 0 0,-1 1 0,1 1 218,-2 2 0,1 0-218,0-17 0,-2 6 0,0 5 0,-1 6 0,0 5 0,0 6 0,0 2 0,0 2 0,0 1 0,0-1 0,0-1 0,0 1 0,0 4 0,0 1 0,0 3 0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12:43:19.10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24575,'20'0'0,"34"0"0,-10 3 0,5 1 0,-9 0 0,1 0 0,1 2 0,3 2 0,0 1 0,1 1-496,2 2 1,0 2 0,-1 0 495,1 0 0,0 2 0,-1-1 0,2 2 0,-1 0 0,0 0 0,-3 0 0,0 1 0,-1-1 0,-4 0 0,-1-1 0,-1 1-1,-2 0 1,0 0-1,-2-1 1,-2 0 0,0 0 0,-2-1 0,13 7 0,-2-1 0,-5-1 0,-1-1 0,-3 0 0,0-1 0,-2 0 0,-1 1 0,-1-1 0,-2 0 552,-1-1 0,-2 1-552,-1 0 0,-1 0 192,-1 0 0,-1 1-192,-2-1 0,0 0 0,-1 1 0,-1 0 0,-1-1 0,0 1 0,0 0 0,-1-1 0,0 0 0,-1-1 0,11 16 0,-3-4 0,-3-1 0,0 0 0,-2 0 0,-3-1 0,-3-1 0,-2-1 0,-4-4 0,-1-4 0,0-3 0,-2-5 0,0-3 0,0-1 0,0 0 0,0 0 0,0 0 0,0 1 0,0-2 0,0 1 0,0 3 0,2 3 0,1 5 0,2 5 0,2 1 0,0 0 0,0-1 0,-1-2 0,1-3 0,-1-2 0,-1-3 0,-2-3 0,-1-2 0,-1-1 0,2-2 0,-2-1 0,1-2 0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12:43:19.10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0 614 24575,'39'-8'0,"14"-4"0,-10 2 0,4-1 0,-8 2 0,3 0 0,1 0 0,6-1 0,2 1 0,1-1-621,4 0 0,0 0 1,1 0 620,-12 2 0,0 1 0,0 0 0,1 0 0,0 0 0,1 0 0,-1 0 0,1 1 0,-1-1 0,0 1 0,0 0 0,0 1 0,1-1 0,1 1 0,-1-1 0,-1 1 0,12-1 0,-1-1 0,-1 1 0,-2 0 0,0-1 0,-1 1 0,-1 0 0,-1-1 0,0 0-120,-2 0 1,0 0 0,-1 0 119,-2 0 0,0 0 0,0 0 0,-2 0 0,0 0 0,0 0 0,-2 0 0,0 0 0,0 0-55,-3 1 0,0-1 0,0 1 55,16-4 0,-1 0 0,-5 1 0,-1 1 0,-4-1 0,0 1 670,-3 1 0,1-1-670,1 0 0,0-1 429,1 0 1,0-1-430,0 0 0,0 0 93,2 1 0,-1-1-93,-2 3 0,0 0 0,-2 1 0,0 1 0,0 0 0,0 1 0,0 0 0,2 0 0,3-1 0,1 1 0,2-1 0,1 0 0,2 0 0,-1 1 0,-3 1 0,-1 0 0,-4 1 0,-1 1 0,-5 0 0,-1 1 0,-4 0 0,0 0 0,25 0 0,-6 0 0,-4 1 0,-8 2 0,-5 2 0,-5 1 0,-3 0 0,-4 2 0,-3-1 0,-3 1 0,0 2 0,0 0 0,-1 3 0,0 2 0,-1 2 0,0 0 0,0 3 0,0-1 0,0 2 0,-1-3 0,-3-1 0,-1-3 0,-2-2 0,0 0 0,0 1 0,0 0 0,-1-1 0,-1-1 0,-1-2 0,-3-2 0,2-1 0,-3-3 0,1-2 0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12:43:19.09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253 577 24575,'-5'-5'0,"-4"-2"0,-10-6 0,-9-9 0,-5-7 0,13 11 0,2-1 0,-1-1 0,2 0 0,1-1 0,1 0 0,2 0 0,2 1 0,3 1 0,1 1 0,-2-15 0,5 6 0,3 4 0,1 4 0,0 2 0,0 2 0,2-1 0,5 1 0,4-1 0,2 2 0,-1 2 0,-1 2 0,0 2 0,0 0 0,2 1 0,3 0 0,4-1 0,3 0 0,3 0 0,4 0 0,2 1 0,3 2 0,4 0 0,-5 2 0,-1 1 0,9 1 0,3 0 0,10 0 0,-4 1 0,-6 0 0,-3 0 0,0 0 0,-1 0 0,-3 2 0,-2 3 0,-4 2 0,-4 3 0,-4 1 0,-6 1 0,-3 1 0,-2 2 0,1 2 0,0 2 0,-1 2 0,-2 3 0,-4 1 0,-3 2 0,-3-1 0,-1-1 0,0-3 0,0-2 0,0-2 0,0-2 0,0 0 0,0-3 0,0-1 0,0-2 0,0-3 0,0-1 0,0 0 0,-1 1 0,-3 3 0,-4 2 0,-1 3 0,1-2 0,1-3 0,4-4 0,1-4 0,0-1 0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12:43:19.09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652 0 24575,'-11'0'0,"-5"0"0,-10 0 0,-8 0 0,-19 0 0,21 0 0,-1 0 0,-1 1 0,0-1 0,0 2 0,1 0 0,-17 4 0,6 3 0,7 1 0,7 0 0,4 1 0,5 1 0,3-1 0,3 1 0,2 0 0,3 1 0,0 2 0,-1 0 0,2 0 0,1 0 0,3-4 0,2 0 0,1-3 0,2 1 0,0 3 0,3 3 0,3 2 0,5 1 0,7-1 0,5 0 0,3-1 0,1-3 0,1 1 0,3-3 0,1 1 0,3-1 0,0 1 0,0-1 0,-1-1 0,-1-2 0,0-3 0,1-1 0,0-2 0,1-1 0,3-1 0,4 0 0,3 0 0,3 0 0,1-4 0,-3-3 0,-4-1 0,-9 0 0,-9 2 0,-6 2 0,-3 0 0,0 0 0,-1 0 0,0 0 0,-1-1 0,0 1 0,-1-1 0,-2 0 0,-2-1 0,-2 0 0,0 0 0,0-1 0,-1 0 0,-2 3 0,-1 1 0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12:43:19.09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111 783 24575,'24'0'0,"12"-1"0,10-1 0,10 1 0,2 0 0,-3 1 0,0-1 0,-4-1 0,-3-5 0,-3-4 0,-3-4 0,-2-3 0,-1 0 0,-4-1 0,-4 1 0,-3 0 0,-4 1 0,-3 0 0,-1 0 0,-4 1 0,-4 1 0,-5-1 0,-5 0 0,-2-3 0,0-3 0,0-4 0,-3-5 0,-7 0 0,-6-4 0,5 18 0,-2-1 0,-1 0 0,0-1 0,-2 0 0,-1 0 0,-1 0 0,0 1 0,0 0 0,-2 1 0,1 0 0,-1 1 0,1 0 0,-1 2 0,-21-12 0,-1 5 0,-3 2 0,0 3 0,-1 2 0,0 2 0,0 3 0,0 3 0,4 2 0,6 3 0,10 1 0,10 0 0,7 0 0,3 0 0,-2 0 0,0 2 0,-2 4 0,-2 5 0,-2 4 0,-2 2 0,0 1 0,1 0 0,4-1 0,1-1 0,3 0 0,1-1 0,2-2 0,1-2 0,1-4 0,1-2 0,0-3 0,1-1 0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12:43:19.09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90 360 24575,'-8'-6'0,"1"2"0,-2-2 0,-1 0 0,2 1 0,-2-1 0,1 1 0,1-2 0,2 0 0,3 0 0,2 1 0,1-1 0,-2 1 0,1 0 0,-2 0 0,1 1 0,1 1 0,-1-2 0,2 1 0,0 0 0,0 0 0,0 1 0,0 0 0,0 0 0,0-1 0,0 0 0,0 0 0,0 1 0,0-2 0,0 1 0,0 0 0,0-1 0,0 1 0,0-1 0,2-2 0,2 0 0,2 1 0,0 0 0,1-1 0,0 1 0,2-1 0,0 1 0,-1 1 0,0 0 0,-2 1 0,0 1 0,0-1 0,0 0 0,0 1 0,0-1 0,3-1 0,2-1 0,4 0 0,0-1 0,-1 1 0,-1 2 0,-1 1 0,0 1 0,-1 0 0,0 1 0,0-1 0,-3 1 0,1 0 0,0 0 0,-1 0 0,0 1 0,0 0 0,-2 0 0,1 0 0,-2 0 0,2-1 0,0 1 0,1 0 0,0 1 0,0 0 0,0 0 0,1 0 0,3 0 0,-1-1 0,0 0 0,-1 0 0,-2 0 0,-1 1 0,1 0 0,1 0 0,1 0 0,0 0 0,-2 0 0,1 0 0,1 0 0,2 0 0,3 0 0,1 0 0,1 0 0,0 0 0,-2 0 0,-1 0 0,-1 1 0,-1 0 0,-1 2 0,1-1 0,0 1 0,-1 0 0,1 0 0,-1 0 0,0-1 0,-2 0 0,-1 0 0,-1 1 0,0-1 0,0 1 0,1-1 0,-1 0 0,-1 0 0,0 1 0,-1 1 0,-1 1 0,0 0 0,0-1 0,-1 1 0,1-1 0,-1 0 0,-2 0 0,1 1 0,-1 2 0,1 0 0,0 1 0,-2 1 0,0-1 0,0 1 0,0-2 0,0 1 0,0-2 0,0 1 0,0-1 0,0 0 0,0 0 0,0 0 0,0 1 0,-1 0 0,-1 0 0,-2-1 0,0 1 0,-1-1 0,1 0 0,0 0 0,0-1 0,0-1 0,0 0 0,0-1 0,1 1 0,-1-1 0,1 2 0,-2-2 0,1 2 0,-1 0 0,-1 0 0,-1 1 0,0 0 0,0-1 0,1 0 0,3-2 0,0-1 0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02:50:45.46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24575,'20'0'0,"9"0"0,12 0 0,13 3 0,-25-1 0,1 1 0,3 1 0,0 0 0,1 0 0,0 0 0,-1 0 0,0 0 0,-1 0 0,-1-1 0,-2-1 0,-1 1 0,26 3 0,-3 0 0,-3-1 0,-5 0 0,-3 1 0,-3 0 0,-3 0 0,-2-1 0,-6 0 0,-2-2 0,-2 2 0,1 0 0,1 1 0,0 1 0,0 0 0,0 1 0,0-1 0,1 2 0,-1-1 0,-1 1 0,-2-1 0,-1-1 0,0 0 0,-2 1 0,0 1 0,-1-1 0,0 0 0,-1-1 0,0 0 0,-1 0 0,-2 0 0,-2-2 0,-1 0 0,-4-1 0,-3-2 0,-2 0 0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02:50:45.46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24575,'13'0'0,"5"5"0,12 11 0,6 12 0,1 12 0,-17-15 0,-2 1 0,-2 2 0,0 0 0,-1 5 0,0 0 0,-2 4 0,-1 0 0,0 0 0,-1 0 0,0 2 0,-1-2 0,-1-1 0,0-1 0,-1-3 0,0-1 0,5 26 0,-3-2 0,-2-1 0,-4 5 0,-2 0 0,0-2 0,-2-5 0,0-5 0,0-3 0,0-1 0,0 1 0,-3 2 0,-3 1 0,-3-1 0,-3-3 0,1-1 0,1 1 0,0-1 0,0-1 0,-1 0 0,1-5 0,0-2 0,0-6 0,0-3 0,1-4 0,0-1 0,0-2 0,-2 1 0,0 1 0,-1 1 0,1-2 0,2-2 0,2-4 0,4-6 0,1-3 0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02:50:45.46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0 619 24575,'12'-13'0,"13"-13"0,-4 6 0,1-2 0,8-6 0,1-1 0,4-1 0,1-1 0,7-4 0,3-1 0,-14 12 0,0-1 0,1 2 0,13-10 0,1 3 0,-5 3 0,-1 3 0,-9 7 0,0 2 0,-4 2 0,0 1 0,0 1 0,-1 1 0,1 0 0,0 1 0,0 1 0,1 1 0,1 0 0,-1 1 0,0 0 0,0 1 0,25-4 0,-7 2 0,-5 1 0,-2 3 0,-5 1 0,0 2 0,-2 0 0,0 0 0,0 0 0,1 0 0,1 0 0,1 0 0,-2 0 0,-2 0 0,-7 1 0,-7 1 0,-4-1 0,-4 2 0,-3 0 0,0-1 0,0-1 0,3 1 0,5 4 0,0 3 0,0 1 0,-1-1 0,-4-3 0,-1 0 0,-5-3 0,-2-1 0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02:50:45.46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3040 24575,'10'0'0,"12"-6"0,20-10 0,-12 4 0,2-2 0,6-3 0,2-2 0,6-2 0,1-1 0,-12 6 0,0-1 0,0-1-194,1 0 1,-1-1 0,1 0 193,1-2 0,-1 0 0,0 0 0,-2 0 0,-1-1 0,0 0 0,14-10 0,-2-1 0,-1-1 0,-1 0 0,-4 0 0,-1-1 0,-2-1 0,-2 0 72,-1 0 0,-2-2-72,-1 0 0,-1 0 0,-2-1 0,0-1 0,-2-1 0,-1 0 0,-1-1 0,-1-1 0,0-2 0,-1 1 0,0-2 0,0 0 0,-1-4 0,1 1 0,-1-2 0,0-1 0,-1-2 0,-1-1 0,-1-3 0,-1-2 0,-6 19 0,-1 0 0,0-1 0,0-1 0,-1 1 0,0-1 0,0 1 0,0 0 0,-1 0 0,2-16 0,0 1 0,-1 5 0,-1 0 0,-2 4 0,0 1 0,-1 3 0,0 0 0,1 1 0,-1 0 0,-1 2 0,1 0 0,-1 2 0,0 1 218,0 3 0,-1 0-218,0-26 0,0 9 0,-1 7 0,-1 11 0,0 8 0,0 8 0,0 5 0,0 4 0,0 0 0,0-1 0,0-2 0,0 3 0,0 6 0,0 2 0,0 3 0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02:50:45.46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24575,'19'0'0,"30"0"0,-8 4 0,5 3 0,-9 0 0,1 0 0,1 3 0,2 2 0,2 3 0,-1 1-496,2 4 1,1 3 0,-1 0 495,0 1 0,0 1 0,0 1 0,1 1 0,0 2 0,-1-1 0,-1 0 0,-2 0 0,0 1 0,-4-2 0,-1 1 0,-1 0-1,-1-1 1,-1 0-1,-1 0 1,-2-1 0,-1 0 0,-1-1 0,12 11 0,-2-1 0,-5-3 0,0 0 0,-3-1 0,-1-1 0,-1 0 0,-1 0 0,-1-1 0,-2 1 552,-1-1 0,-1 0-552,-2 1 0,0 0 192,-2-1 0,-1 1-192,0 0 0,-2 1 0,0-1 0,-1 1 0,-1 0 0,0-1 0,0 1 0,-1-1 0,0-1 0,-1 0 0,11 24 0,-4-4 0,-2-3 0,0 0 0,-3 0 0,-1-2 0,-4-1 0,-2-3 0,-2-5 0,-2-7 0,-1-6 0,-1-7 0,0-5 0,0-2 0,0 0 0,0 0 0,0 2 0,0-1 0,0-2 0,0 2 0,0 3 0,1 6 0,3 9 0,1 7 0,1 2 0,0 1 0,1-3 0,-1-3 0,0-5 0,-1-3 0,0-5 0,-2-5 0,-2-3 0,1-2 0,0-3 0,-1-2 0,2-2 0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02:50:45.46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1009 24575,'36'-13'0,"13"-8"0,-9 5 0,4-2 0,-8 4 0,3-1 0,1 0 0,6-1 0,1 0 0,1 0-621,3 0 0,2-1 1,0 1 620,-12 4 0,1-1 0,0 2 0,0-1 0,1 0 0,0 1 0,1 0 0,-1 0 0,0 1 0,-1 0 0,1 0 0,0 1 0,1 0 0,0 0 0,-1 0 0,0 1 0,11-3 0,-2 1 0,0-1 0,-1 1 0,-1-1 0,-1 1 0,-1-1 0,0 1 0,-1-1-120,-1-1 1,-1 0 0,-1 0 119,-1 1 0,0 0 0,-1 0 0,-1-1 0,0 1 0,-1-1 0,0 1 0,-1-1 0,-1 1-55,-1 0 0,-1 0 0,0 1 55,15-7 0,-1 1 0,-4 2 0,-2 0 0,-3 0 0,-1 0 670,-1 2 0,0 0-670,0-2 0,1 0 429,1-1 1,0-1-430,0-1 0,0 1 93,1 0 0,0 1-93,-2 2 0,0 2 0,-2 2 0,0 0 0,0 2 0,0 0 0,0 0 0,2 1 0,2-2 0,2 0 0,2 0 0,0 0 0,2 1 0,-1 0 0,-2 1 0,-1 1 0,-4 2 0,-2 2 0,-3 0 0,-2 0 0,-3 1 0,-1 0 0,24 0 0,-5 0 0,-5 2 0,-7 2 0,-4 4 0,-5 2 0,-3 1 0,-4 1 0,-2 0 0,-3 2 0,0 1 0,-1 2 0,0 4 0,0 4 0,0 2 0,-1 3 0,0 1 0,0 2 0,-1 0 0,0-2 0,-2-4 0,-2-5 0,-1-1 0,-1-1 0,1 1 0,-1 1 0,0-3 0,-2-1 0,-1-3 0,-1-3 0,0-3 0,-2-4 0,1-3 0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02:50:45.45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235 948 24575,'-5'-8'0,"-4"-4"0,-8-9 0,-9-15 0,-5-12 0,13 18 0,1-1 0,0-2 0,1 0 0,1-1 0,1-1 0,2 2 0,2-1 0,2 3 0,2 1 0,-2-23 0,4 8 0,2 7 0,2 7 0,0 3 0,0 3 0,3-1 0,3 1 0,4-1 0,2 3 0,-1 4 0,0 2 0,-1 4 0,0 0 0,3 1 0,1 1 0,4-2 0,4 0 0,2-1 0,4 2 0,2 0 0,2 3 0,4 1 0,-4 3 0,-1 2 0,7 1 0,5 0 0,7 1 0,-2 1 0,-6 0 0,-4 0 0,1 0 0,-1 0 0,-3 4 0,-1 3 0,-5 5 0,-3 5 0,-3 1 0,-7 1 0,-2 3 0,-1 2 0,-1 4 0,1 3 0,-1 4 0,-2 4 0,-3 3 0,-3 1 0,-3 1 0,-1-3 0,0-5 0,0-3 0,0-5 0,0 0 0,0-3 0,0-3 0,0-3 0,0-3 0,0-3 0,0-3 0,0 0 0,-2 0 0,-1 7 0,-4 4 0,-2 2 0,2-1 0,1-6 0,2-6 0,3-6 0,-1-3 0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02:50:45.45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605 0 24575,'-10'0'0,"-5"0"0,-10 0 0,-6 0 0,-18 0 0,19 0 0,0 0 0,-2 1 0,0 0 0,1 1 0,0 2 0,-15 6 0,5 4 0,7 3 0,6 0 0,4 1 0,5 1 0,2 0 0,3 0 0,2 1 0,2 2 0,1 1 0,-1 2 0,2 1 0,0-3 0,4-3 0,1-4 0,1-2 0,2 1 0,0 5 0,3 5 0,2 3 0,6 1 0,6-1 0,3 0 0,4-3 0,2-2 0,0-1 0,2-3 0,2-1 0,2 2 0,2-1 0,-3-1 0,1-2 0,-1-3 0,-1-4 0,1-3 0,1-2 0,0-2 0,4-2 0,3 0 0,3 0 0,2-1 0,1-6 0,-2-3 0,-4-4 0,-8 1 0,-8 4 0,-7 2 0,-2 0 0,-1 0 0,1 0 0,-1 1 0,-1-1 0,-1 0 0,1-2 0,-3 0 0,-1 0 0,-2-1 0,-1 0 0,0-2 0,0 1 0,-2 4 0,-1 3 0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02:50:45.46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103 1286 24575,'22'0'0,"11"-2"0,10 0 0,9-1 0,2 2 0,-3 1 0,0-1 0,-4-4 0,-2-5 0,-3-9 0,-3-6 0,-2-3 0,-1-3 0,-4 1 0,-3-1 0,-3 2 0,-4 1 0,-2 0 0,-2 1 0,-3 1 0,-4 0 0,-4 1 0,-5-1 0,-2-5 0,0-6 0,0-6 0,-3-7 0,-6-2 0,-6-5 0,4 28 0,0 0 0,-2-1 0,-1 0 0,-1-1 0,0 0 0,-2-1 0,1 2 0,-2 1 0,1 0 0,-1 2 0,-1 0 0,1 2 0,0 1 0,-20-18 0,-1 6 0,-2 6 0,-2 4 0,1 3 0,-1 3 0,0 5 0,1 5 0,3 4 0,5 4 0,10 2 0,9 0 0,7 0 0,2 0 0,-1 1 0,0 2 0,-3 6 0,-1 9 0,-2 6 0,-2 6 0,1-1 0,0 0 0,3-1 0,2-1 0,2-1 0,3-2 0,0-2 0,1-5 0,1-6 0,1-2 0,0-6 0,1-1 0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02:50:45.45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83 591 24575,'-7'-9'0,"0"1"0,0-2 0,-3 2 0,2-1 0,-1 0 0,1 0 0,1-2 0,1-1 0,3 0 0,2 2 0,1-1 0,-1 1 0,-1 0 0,0 1 0,0 1 0,0 0 0,1 0 0,1-1 0,0 0 0,0 1 0,0 1 0,0 1 0,0-1 0,0-1 0,0 1 0,0-2 0,0 2 0,0-2 0,0 0 0,0 1 0,0-1 0,0 0 0,0-2 0,2-1 0,2 0 0,1-1 0,0 1 0,2 0 0,0 0 0,1-1 0,0 2 0,0 1 0,-1 0 0,-1 2 0,-1 1 0,0-1 0,1 0 0,0 1 0,0-2 0,2 0 0,2-2 0,4-1 0,0-1 0,-1 2 0,-1 1 0,-1 4 0,0 1 0,0 1 0,-1 0 0,0 0 0,-2 0 0,0 1 0,0-1 0,-1 1 0,1 2 0,-1-1 0,-1 1 0,0-1 0,-1 0 0,1-1 0,1 1 0,0 1 0,1 1 0,-1-1 0,1 1 0,0 0 0,3 0 0,0-1 0,-2-1 0,0 1 0,-1 0 0,-1 1 0,1 0 0,0 0 0,1 0 0,0 0 0,-1 0 0,0 0 0,1 0 0,2 0 0,3 0 0,1 0 0,1 0 0,-1 0 0,0 0 0,-3 0 0,1 1 0,-3 1 0,1 2 0,0 0 0,0 0 0,-1 2 0,1-2 0,0 1 0,-1-1 0,-2-1 0,-1 0 0,0 1 0,-1 0 0,1 1 0,0-2 0,0 0 0,-1 1 0,-1 1 0,0 1 0,-1 2 0,-1 1 0,1-2 0,-1 1 0,0-2 0,0 0 0,-2 2 0,1 0 0,-1 3 0,1 1 0,-1 1 0,0 1 0,-1 0 0,0 0 0,0-1 0,0-1 0,0-2 0,0 1 0,0-1 0,0 0 0,0 0 0,0 0 0,0 1 0,-1 1 0,-2-1 0,0 0 0,-1-1 0,0 0 0,0 1 0,1-2 0,-1-1 0,0-1 0,0-1 0,1 0 0,-1 0 0,1 0 0,0 1 0,-1-1 0,0 1 0,-1 2 0,0-1 0,-2 2 0,1-1 0,-1 1 0,2-3 0,2-2 0,0-2 0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12:50:06.82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24575,'20'0'0,"9"0"0,12 0 0,13 3 0,-25-1 0,1 1 0,3 1 0,0 0 0,1 0 0,0 0 0,-1 0 0,0 0 0,-1 0 0,-1-1 0,-2-1 0,-1 1 0,26 3 0,-3 0 0,-3-1 0,-5 0 0,-3 1 0,-3 0 0,-3 0 0,-2-1 0,-6 0 0,-2-2 0,-2 2 0,1 0 0,1 1 0,0 1 0,0 0 0,0 1 0,0-1 0,1 2 0,-1-1 0,-1 1 0,-2-1 0,-1-1 0,0 0 0,-2 1 0,0 1 0,-1-1 0,0 0 0,-1-1 0,0 0 0,-1 0 0,-2 0 0,-2-2 0,-1 0 0,-4-1 0,-3-2 0,-2 0 0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12:50:06.82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24575,'13'0'0,"5"5"0,12 11 0,6 12 0,1 12 0,-17-15 0,-2 1 0,-2 2 0,0 0 0,-1 5 0,0 0 0,-2 4 0,-1 0 0,0 0 0,-1 0 0,0 2 0,-1-2 0,-1-1 0,0-1 0,-1-3 0,0-1 0,5 26 0,-3-2 0,-2-1 0,-4 5 0,-2 0 0,0-2 0,-2-5 0,0-5 0,0-3 0,0-1 0,0 1 0,-3 2 0,-3 1 0,-3-1 0,-3-3 0,1-1 0,1 1 0,0-1 0,0-1 0,-1 0 0,1-5 0,0-2 0,0-6 0,0-3 0,1-4 0,0-1 0,0-2 0,-2 1 0,0 1 0,-1 1 0,1-2 0,2-2 0,2-4 0,4-6 0,1-3 0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12:50:06.82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0 619 24575,'12'-13'0,"13"-13"0,-4 6 0,1-2 0,8-6 0,1-1 0,4-1 0,1-1 0,7-4 0,3-1 0,-14 12 0,0-1 0,1 2 0,13-10 0,1 3 0,-5 3 0,-1 3 0,-9 7 0,0 2 0,-4 2 0,0 1 0,0 1 0,-1 1 0,1 0 0,0 1 0,0 1 0,1 1 0,1 0 0,-1 1 0,0 0 0,0 1 0,25-4 0,-7 2 0,-5 1 0,-2 3 0,-5 1 0,0 2 0,-2 0 0,0 0 0,0 0 0,1 0 0,1 0 0,1 0 0,-2 0 0,-2 0 0,-7 1 0,-7 1 0,-4-1 0,-4 2 0,-3 0 0,0-1 0,0-1 0,3 1 0,5 4 0,0 3 0,0 1 0,-1-1 0,-4-3 0,-1 0 0,-5-3 0,-2-1 0</inkml:trace>
</inkml:ink>
</file>

<file path=ppt/ink/ink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12:50:06.82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3040 24575,'10'0'0,"12"-6"0,20-10 0,-12 4 0,2-2 0,6-3 0,2-2 0,6-2 0,1-1 0,-12 6 0,0-1 0,0-1-194,1 0 1,-1-1 0,1 0 193,1-2 0,-1 0 0,0 0 0,-2 0 0,-1-1 0,0 0 0,14-10 0,-2-1 0,-1-1 0,-1 0 0,-4 0 0,-1-1 0,-2-1 0,-2 0 72,-1 0 0,-2-2-72,-1 0 0,-1 0 0,-2-1 0,0-1 0,-2-1 0,-1 0 0,-1-1 0,-1-1 0,0-2 0,-1 1 0,0-2 0,0 0 0,-1-4 0,1 1 0,-1-2 0,0-1 0,-1-2 0,-1-1 0,-1-3 0,-1-2 0,-6 19 0,-1 0 0,0-1 0,0-1 0,-1 1 0,0-1 0,0 1 0,0 0 0,-1 0 0,2-16 0,0 1 0,-1 5 0,-1 0 0,-2 4 0,0 1 0,-1 3 0,0 0 0,1 1 0,-1 0 0,-1 2 0,1 0 0,-1 2 0,0 1 218,0 3 0,-1 0-218,0-26 0,0 9 0,-1 7 0,-1 11 0,0 8 0,0 8 0,0 5 0,0 4 0,0 0 0,0-1 0,0-2 0,0 3 0,0 6 0,0 2 0,0 3 0</inkml:trace>
</inkml:ink>
</file>

<file path=ppt/ink/ink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12:50:06.82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24575,'19'0'0,"30"0"0,-8 4 0,5 3 0,-9 0 0,1 0 0,1 3 0,2 2 0,2 3 0,-1 1-496,2 4 1,1 3 0,-1 0 495,0 1 0,0 1 0,0 1 0,1 1 0,0 2 0,-1-1 0,-1 0 0,-2 0 0,0 1 0,-4-2 0,-1 1 0,-1 0-1,-1-1 1,-1 0-1,-1 0 1,-2-1 0,-1 0 0,-1-1 0,12 11 0,-2-1 0,-5-3 0,0 0 0,-3-1 0,-1-1 0,-1 0 0,-1 0 0,-1-1 0,-2 1 552,-1-1 0,-1 0-552,-2 1 0,0 0 192,-2-1 0,-1 1-192,0 0 0,-2 1 0,0-1 0,-1 1 0,-1 0 0,0-1 0,0 1 0,-1-1 0,0-1 0,-1 0 0,11 24 0,-4-4 0,-2-3 0,0 0 0,-3 0 0,-1-2 0,-4-1 0,-2-3 0,-2-5 0,-2-7 0,-1-6 0,-1-7 0,0-5 0,0-2 0,0 0 0,0 0 0,0 2 0,0-1 0,0-2 0,0 2 0,0 3 0,1 6 0,3 9 0,1 7 0,1 2 0,0 1 0,1-3 0,-1-3 0,0-5 0,-1-3 0,0-5 0,-2-5 0,-2-3 0,1-2 0,0-3 0,-1-2 0,2-2 0</inkml:trace>
</inkml:ink>
</file>

<file path=ppt/ink/ink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12:50:06.82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1009 24575,'36'-13'0,"13"-8"0,-9 5 0,4-2 0,-8 4 0,3-1 0,1 0 0,6-1 0,1 0 0,1 0-621,3 0 0,2-1 1,0 1 620,-12 4 0,1-1 0,0 2 0,0-1 0,1 0 0,0 1 0,1 0 0,-1 0 0,0 1 0,-1 0 0,1 0 0,0 1 0,1 0 0,0 0 0,-1 0 0,0 1 0,11-3 0,-2 1 0,0-1 0,-1 1 0,-1-1 0,-1 1 0,-1-1 0,0 1 0,-1-1-120,-1-1 1,-1 0 0,-1 0 119,-1 1 0,0 0 0,-1 0 0,-1-1 0,0 1 0,-1-1 0,0 1 0,-1-1 0,-1 1-55,-1 0 0,-1 0 0,0 1 55,15-7 0,-1 1 0,-4 2 0,-2 0 0,-3 0 0,-1 0 670,-1 2 0,0 0-670,0-2 0,1 0 429,1-1 1,0-1-430,0-1 0,0 1 93,1 0 0,0 1-93,-2 2 0,0 2 0,-2 2 0,0 0 0,0 2 0,0 0 0,0 0 0,2 1 0,2-2 0,2 0 0,2 0 0,0 0 0,2 1 0,-1 0 0,-2 1 0,-1 1 0,-4 2 0,-2 2 0,-3 0 0,-2 0 0,-3 1 0,-1 0 0,24 0 0,-5 0 0,-5 2 0,-7 2 0,-4 4 0,-5 2 0,-3 1 0,-4 1 0,-2 0 0,-3 2 0,0 1 0,-1 2 0,0 4 0,0 4 0,0 2 0,-1 3 0,0 1 0,0 2 0,-1 0 0,0-2 0,-2-4 0,-2-5 0,-1-1 0,-1-1 0,1 1 0,-1 1 0,0-3 0,-2-1 0,-1-3 0,-1-3 0,0-3 0,-2-4 0,1-3 0</inkml:trace>
</inkml:ink>
</file>

<file path=ppt/ink/ink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12:50:06.81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235 948 24575,'-5'-8'0,"-4"-4"0,-8-9 0,-9-15 0,-5-12 0,13 18 0,1-1 0,0-2 0,1 0 0,1-1 0,1-1 0,2 2 0,2-1 0,2 3 0,2 1 0,-2-23 0,4 8 0,2 7 0,2 7 0,0 3 0,0 3 0,3-1 0,3 1 0,4-1 0,2 3 0,-1 4 0,0 2 0,-1 4 0,0 0 0,3 1 0,1 1 0,4-2 0,4 0 0,2-1 0,4 2 0,2 0 0,2 3 0,4 1 0,-4 3 0,-1 2 0,7 1 0,5 0 0,7 1 0,-2 1 0,-6 0 0,-4 0 0,1 0 0,-1 0 0,-3 4 0,-1 3 0,-5 5 0,-3 5 0,-3 1 0,-7 1 0,-2 3 0,-1 2 0,-1 4 0,1 3 0,-1 4 0,-2 4 0,-3 3 0,-3 1 0,-3 1 0,-1-3 0,0-5 0,0-3 0,0-5 0,0 0 0,0-3 0,0-3 0,0-3 0,0-3 0,0-3 0,0-3 0,0 0 0,-2 0 0,-1 7 0,-4 4 0,-2 2 0,2-1 0,1-6 0,2-6 0,3-6 0,-1-3 0</inkml:trace>
</inkml:ink>
</file>

<file path=ppt/ink/ink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12:50:06.81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605 0 24575,'-10'0'0,"-5"0"0,-10 0 0,-6 0 0,-18 0 0,19 0 0,0 0 0,-2 1 0,0 0 0,1 1 0,0 2 0,-15 6 0,5 4 0,7 3 0,6 0 0,4 1 0,5 1 0,2 0 0,3 0 0,2 1 0,2 2 0,1 1 0,-1 2 0,2 1 0,0-3 0,4-3 0,1-4 0,1-2 0,2 1 0,0 5 0,3 5 0,2 3 0,6 1 0,6-1 0,3 0 0,4-3 0,2-2 0,0-1 0,2-3 0,2-1 0,2 2 0,2-1 0,-3-1 0,1-2 0,-1-3 0,-1-4 0,1-3 0,1-2 0,0-2 0,4-2 0,3 0 0,3 0 0,2-1 0,1-6 0,-2-3 0,-4-4 0,-8 1 0,-8 4 0,-7 2 0,-2 0 0,-1 0 0,1 0 0,-1 1 0,-1-1 0,-1 0 0,1-2 0,-3 0 0,-1 0 0,-2-1 0,-1 0 0,0-2 0,0 1 0,-2 4 0,-1 3 0</inkml:trace>
</inkml:ink>
</file>

<file path=ppt/ink/ink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12:50:06.82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103 1286 24575,'22'0'0,"11"-2"0,10 0 0,9-1 0,2 2 0,-3 1 0,0-1 0,-4-4 0,-2-5 0,-3-9 0,-3-6 0,-2-3 0,-1-3 0,-4 1 0,-3-1 0,-3 2 0,-4 1 0,-2 0 0,-2 1 0,-3 1 0,-4 0 0,-4 1 0,-5-1 0,-2-5 0,0-6 0,0-6 0,-3-7 0,-6-2 0,-6-5 0,4 28 0,0 0 0,-2-1 0,-1 0 0,-1-1 0,0 0 0,-2-1 0,1 2 0,-2 1 0,1 0 0,-1 2 0,-1 0 0,1 2 0,0 1 0,-20-18 0,-1 6 0,-2 6 0,-2 4 0,1 3 0,-1 3 0,0 5 0,1 5 0,3 4 0,5 4 0,10 2 0,9 0 0,7 0 0,2 0 0,-1 1 0,0 2 0,-3 6 0,-1 9 0,-2 6 0,-2 6 0,1-1 0,0 0 0,3-1 0,2-1 0,2-1 0,3-2 0,0-2 0,1-5 0,1-6 0,1-2 0,0-6 0,1-1 0</inkml:trace>
</inkml:ink>
</file>

<file path=ppt/ink/ink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12:50:06.81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83 591 24575,'-7'-9'0,"0"1"0,0-2 0,-3 2 0,2-1 0,-1 0 0,1 0 0,1-2 0,1-1 0,3 0 0,2 2 0,1-1 0,-1 1 0,-1 0 0,0 1 0,0 1 0,0 0 0,1 0 0,1-1 0,0 0 0,0 1 0,0 1 0,0 1 0,0-1 0,0-1 0,0 1 0,0-2 0,0 2 0,0-2 0,0 0 0,0 1 0,0-1 0,0 0 0,0-2 0,2-1 0,2 0 0,1-1 0,0 1 0,2 0 0,0 0 0,1-1 0,0 2 0,0 1 0,-1 0 0,-1 2 0,-1 1 0,0-1 0,1 0 0,0 1 0,0-2 0,2 0 0,2-2 0,4-1 0,0-1 0,-1 2 0,-1 1 0,-1 4 0,0 1 0,0 1 0,-1 0 0,0 0 0,-2 0 0,0 1 0,0-1 0,-1 1 0,1 2 0,-1-1 0,-1 1 0,0-1 0,-1 0 0,1-1 0,1 1 0,0 1 0,1 1 0,-1-1 0,1 1 0,0 0 0,3 0 0,0-1 0,-2-1 0,0 1 0,-1 0 0,-1 1 0,1 0 0,0 0 0,1 0 0,0 0 0,-1 0 0,0 0 0,1 0 0,2 0 0,3 0 0,1 0 0,1 0 0,-1 0 0,0 0 0,-3 0 0,1 1 0,-3 1 0,1 2 0,0 0 0,0 0 0,-1 2 0,1-2 0,0 1 0,-1-1 0,-2-1 0,-1 0 0,0 1 0,-1 0 0,1 1 0,0-2 0,0 0 0,-1 1 0,-1 1 0,0 1 0,-1 2 0,-1 1 0,1-2 0,-1 1 0,0-2 0,0 0 0,-2 2 0,1 0 0,-1 3 0,1 1 0,-1 1 0,0 1 0,-1 0 0,0 0 0,0-1 0,0-1 0,0-2 0,0 1 0,0-1 0,0 0 0,0 0 0,0 0 0,0 1 0,-1 1 0,-2-1 0,0 0 0,-1-1 0,0 0 0,0 1 0,1-2 0,-1-1 0,0-1 0,0-1 0,1 0 0,-1 0 0,1 0 0,0 1 0,-1-1 0,0 1 0,-1 2 0,0-1 0,-2 2 0,1-1 0,-1 1 0,2-3 0,2-2 0,0-2 0</inkml:trace>
</inkml:ink>
</file>

<file path=ppt/ink/ink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01:39:08.43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24575,'0'0'0</inkml:trace>
</inkml:ink>
</file>

<file path=ppt/ink/ink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01:39:24.28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24575,'0'0'0</inkml:trace>
</inkml:ink>
</file>

<file path=ppt/ink/ink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01:39:28.26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24575,'0'0'0</inkml:trace>
</inkml:ink>
</file>

<file path=ppt/ink/ink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01:39:36.08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24575,'0'0'0</inkml:trace>
</inkml:ink>
</file>

<file path=ppt/ink/ink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15:21:27.29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24575,'29'0'0,"12"0"0,17 0 0,20 4 0,-37-1 0,2 0 0,4 2 0,1 0 0,1 1 0,-1-1 0,-1 0 0,0 0 0,-1 0 0,-1-1 0,-4 0 0,-1-1 0,38 4 0,-6 1 0,-4-2 0,-6 2 0,-6-1 0,-1 0 0,-6 1 0,-5-1 0,-7-2 0,-2 1 0,-3 0 0,0 1 0,2 0 0,1 2 0,-1 0 0,1 0 0,-1 1 0,1 2 0,0-2 0,-2 1 0,-3-1 0,-1 0 0,-2-1 0,0 1 0,-1 1 0,-2 0 0,0-1 0,0 0 0,-2-1 0,0 0 0,-4 0 0,-2-3 0,-2 0 0,-6-1 0,-3-3 0,-3 1 0</inkml:trace>
</inkml:ink>
</file>

<file path=ppt/ink/ink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15:21:27.29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24575,'18'0'0,"8"7"0,17 14 0,8 14 0,3 17 0,-27-20 0,0 2 0,-4 2 0,0 1 0,-1 4 0,-2 3 0,-1 2 0,-1 2 0,-2 0 0,0 0 0,0 1 0,-1 0 0,-3-3 0,1-1 0,-2-4 0,1-1 0,7 34 0,-5-3 0,-4-1 0,-3 5 0,-4 2 0,0-5 0,-3-4 0,0-7 0,0-5 0,0-1 0,0 2 0,-4 3 0,-5 0 0,-5-1 0,-2-3 0,0-2 0,1 1 0,2-1 0,-2 0 0,0-2 0,0-5 0,0-4 0,1-6 0,0-5 0,1-5 0,0-2 0,0 0 0,-2-1 0,-1 1 0,-1 2 0,1-2 0,3-3 0,3-6 0,6-7 0,1-4 0</inkml:trace>
</inkml:ink>
</file>

<file path=ppt/ink/ink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15:21:27.29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1 798 24575,'16'-16'0,"20"-19"0,-6 10 0,2-4 0,10-6 0,3-3 0,4 0 0,3-2 0,11-6 0,2 0 0,-20 14 0,2 1 0,-1 1 0,21-12 0,-1 3 0,-5 4 0,-3 5 0,-12 7 0,0 4 0,-6 2 0,0 2 0,-1 1 0,1 1 0,-1 1 0,1-1 0,1 3 0,0 1 0,1 0 0,1 1 0,-2 1 0,0 0 0,36-4 0,-9 1 0,-9 3 0,-2 2 0,-6 4 0,-2 1 0,-1 0 0,-1 0 0,1 0 0,0 0 0,2 0 0,2 0 0,-3 0 0,-5 0 0,-7 1 0,-12 1 0,-4 0 0,-8 2 0,-2-1 0,-1-1 0,0 0 0,5 1 0,5 5 0,2 3 0,0 3 0,-2-4 0,-6-2 0,-2 0 0,-6-4 0,-3-2 0</inkml:trace>
</inkml:ink>
</file>

<file path=ppt/ink/ink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15:21:27.29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3918 24575,'14'-1'0,"19"-7"0,26-12 0,-16 4 0,2-1 0,10-5 0,2-2 0,9-3 0,1-2 0,-17 8 0,0-1 0,0-1-194,1 0 1,1-1 0,-2-1 193,3-2 0,-1 1 0,-1-2 0,-2 0 0,-2 1 0,0-1 0,19-14 0,-1-1 0,-1 0 0,-4-2 0,-3 2 0,-3-2 0,-3-1 0,-2-1 72,-2 1 0,-2-2-72,-2-2 0,-2 0 0,-2 0 0,-2-1 0,0-1 0,-3-1 0,-1-2 0,-1 0 0,-1-3 0,0 0 0,-1 0 0,-2-2 0,2-3 0,0-2 0,-1 0 0,0-2 0,-3-2 0,-1-2 0,0-4 0,-2-2 0,-8 24 0,-2 0 0,0-1 0,-1-1 0,-1 0 0,1 0 0,-1 1 0,0-1 0,0 2 0,2-22 0,-1 2 0,-1 5 0,-1 2 0,-1 4 0,-3 1 0,1 4 0,-2 0 0,1 2 0,0-1 0,-1 3 0,0 1 0,0 2 0,-1 1 218,0 4 0,-1 0-218,1-34 0,-2 11 0,-1 12 0,-1 11 0,0 11 0,0 11 0,0 7 0,0 4 0,0 1 0,0-3 0,0-1 0,0 5 0,0 4 0,0 5 0,0 5 0</inkml:trace>
</inkml:ink>
</file>

<file path=ppt/ink/ink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15:21:27.29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24575,'26'0'0,"45"0"0,-12 6 0,6 3 0,-13-1 0,3 2 0,0 2 0,5 4 0,1 3 0,-1 2-496,4 5 1,-1 3 0,1 1 495,-1 1 0,0 1 0,0 1 0,1 3 0,0-1 0,-1 2 0,-3-1 0,0 0 0,-2 1 0,-5-1 0,-1-1 0,-2 1-1,-2 0 1,0-2-1,-2 2 1,-3-3 0,-3 0 0,1 0 0,16 13 0,-3-1 0,-6-3 0,-2-1 0,-3-2 0,0 0 0,-3 0 0,-2-1 0,-2 0 0,-1 0 552,-2-1 0,-2 1-552,-1 1 0,-3-1 192,-1 1 0,-1-1-192,-2 1 0,0 0 0,-3 0 0,0 0 0,0 1 0,-2 0 0,0-1 0,0 0 0,-1-2 0,-1 0 0,15 32 0,-5-6 0,-3-4 0,-1 1 0,-3-1 0,-2-2 0,-4-2 0,-5-3 0,-3-7 0,-3-8 0,1-9 0,-3-9 0,0-6 0,0-3 0,0 1 0,0-1 0,0 2 0,0 0 0,0-3 0,0 2 0,0 5 0,2 8 0,2 10 0,3 9 0,2 4 0,0 1 0,0-5 0,0-3 0,0-6 0,-1-5 0,-1-6 0,-4-5 0,-1-5 0,1-4 0,0-1 0,-1-5 0,1-1 0</inkml:trace>
</inkml:ink>
</file>

<file path=ppt/ink/ink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15:21:27.30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1300 24575,'52'-16'0,"18"-11"0,-14 6 0,8-2 0,-12 4 0,3 0 0,2 0 0,8-1 0,3-1 0,1 1-621,4-1 0,2-1 1,1 1 620,-16 5 0,-1 1 0,1-1 0,0 1 0,2 1 0,0-1 0,-1 1 0,1 0 0,0 1 0,-2 0 0,1 0 0,0 1 0,2 0 0,0 1 0,0-1 0,-2 1 0,15-2 0,0 0 0,-2-1 0,-2 1 0,0-1 0,-2 1 0,-1-1 0,-1 0 0,0 0-120,-3-1 1,-1 0 0,0 0 119,-3 0 0,0 1 0,-1-1 0,-1 1 0,0-2 0,-2 2 0,0-1 0,-1 0 0,-1 1-55,-3 0 0,0 0 0,-1 0 55,22-7 0,-1 0 0,-7 2 0,-2 1 0,-4 1 0,-2-1 670,-1 2 0,-1 1-670,1-2 0,2-2 429,0-1 1,1-1-430,-1 1 0,1-1 93,1 0 0,1 1-93,-4 4 0,0 2 0,-3 1 0,0 2 0,0 2 0,1 0 0,0 1 0,1 0 0,5-3 0,2 1 0,2-1 0,2 1 0,1 1 0,-1 0 0,-2 1 0,-3 2 0,-5 3 0,-2 0 0,-6 2 0,-2 1 0,-3 0 0,-2 0 0,34 0 0,-8 0 0,-7 2 0,-9 3 0,-7 5 0,-6 3 0,-5 1 0,-5 2 0,-3-1 0,-5 3 0,0 2 0,0 2 0,-1 5 0,0 5 0,-1 3 0,-1 3 0,1 3 0,0 1 0,-1 0 0,-1-2 0,-3-5 0,-3-6 0,-1-3 0,-1 1 0,0 0 0,1 0 0,-2-1 0,-2-4 0,-1-2 0,-3-5 0,1-3 0,-2-6 0,-1-3 0</inkml:trace>
</inkml:ink>
</file>

<file path=ppt/ink/ink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15:21:27.29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336 1222 24575,'-6'-11'0,"-7"-5"0,-12-10 0,-12-21 0,-8-15 0,20 24 0,0-2 0,1-2 0,1-2 0,1 1 0,3-1 0,2 0 0,2 0 0,4 5 0,2 0 0,-3-30 0,7 12 0,3 8 0,2 9 0,0 4 0,0 3 0,4 0 0,5 0 0,5 1 0,3 2 0,-1 4 0,-1 5 0,-1 4 0,1 1 0,3 1 0,3-1 0,4 1 0,6-3 0,4 1 0,5 1 0,3 1 0,3 3 0,6 2 0,-8 3 0,1 3 0,9 1 0,7 1 0,12 2 0,-5-1 0,-9 1 0,-4 0 0,1 0 0,-1 0 0,-5 4 0,-2 7 0,-6 4 0,-5 6 0,-5 2 0,-8 2 0,-4 3 0,-2 3 0,0 6 0,0 2 0,-1 7 0,-2 4 0,-5 3 0,-5 4 0,-3-1 0,-2-3 0,0-7 0,0-3 0,0-7 0,0 0 0,0-3 0,0-5 0,0-4 0,0-2 0,0-6 0,0-3 0,0-1 0,-3 2 0,-2 7 0,-5 6 0,-2 3 0,2-2 0,0-7 0,5-8 0,3-9 0,0-2 0</inkml:trace>
</inkml:ink>
</file>

<file path=ppt/ink/ink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15:21:27.29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865 1 24575,'-15'0'0,"-6"0"0,-14 0 0,-10 0 0,-25 0 0,28-1 0,-2 2 0,-1-1 0,0 2 0,0 1 0,1 1 0,-22 9 0,8 5 0,9 4 0,8 0 0,8 1 0,5 2 0,3-1 0,6 0 0,2 3 0,3 1 0,0 2 0,0 2 0,3 1 0,0-3 0,4-5 0,2-3 0,4-5 0,1 3 0,0 5 0,3 7 0,5 5 0,8 0 0,7 0 0,7-3 0,4 0 0,3-5 0,0-1 0,4-4 0,2 1 0,2-1 0,3 1 0,-3-2 0,0-2 0,0-5 0,-2-3 0,2-5 0,0-4 0,1-2 0,5-1 0,4-1 0,5 0 0,4-1 0,1-7 0,-4-7 0,-5-2 0,-13 0 0,-10 5 0,-10 3 0,-3 0 0,0 0 0,-1 1 0,0-1 0,-3 0 0,1 0 0,-1-2 0,-2 0 0,-3-1 0,-3-1 0,-1 0 0,1-2 0,-1 1 0,-3 4 0,-2 4 0</inkml:trace>
</inkml:ink>
</file>

<file path=ppt/ink/ink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15:21:27.29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148 1657 24575,'31'0'0,"17"-2"0,13-1 0,13 0 0,4 0 0,-6 3 0,1-1 0,-5-4 0,-5-9 0,-3-9 0,-4-10 0,-3-4 0,-2-2 0,-3 0 0,-8-1 0,-3 3 0,-6 0 0,-2 2 0,-2 0 0,-6 1 0,-6 1 0,-5 0 0,-7 0 0,-3-8 0,0-5 0,0-10 0,-5-9 0,-7-2 0,-10-6 0,7 36 0,-2-1 0,-1-1 0,-1 1 0,-3-2 0,0-1 0,-1 2 0,-1-1 0,0 2 0,-2 2 0,0 0 0,-1 1 0,2 3 0,-1 2 0,-28-24 0,-3 8 0,-1 6 0,-3 6 0,0 5 0,0 4 0,0 5 0,1 6 0,3 7 0,9 5 0,14 2 0,13 0 0,9 0 0,4 0 0,-2 1 0,-1 2 0,-2 10 0,-3 10 0,-3 8 0,-2 7 0,0 0 0,1-1 0,5-1 0,3-1 0,1-1 0,4-4 0,2-1 0,0-8 0,3-5 0,0-5 0,2-8 0,0 1 0</inkml:trace>
</inkml:ink>
</file>

<file path=ppt/ink/ink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15:21:27.29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119 762 24575,'-10'-12'0,"0"3"0,-1-4 0,-2 2 0,2-1 0,-3 0 0,3 0 0,1-2 0,1 0 0,5-1 0,3 1 0,0 0 0,-1 1 0,0 0 0,-1 1 0,0 1 0,1 2 0,1-2 0,0-1 0,1 2 0,0-1 0,0 3 0,0 0 0,0-2 0,0 0 0,0 1 0,0-2 0,0 1 0,0-1 0,0-1 0,0 1 0,0 0 0,0 0 0,1-3 0,1-2 0,4 0 0,1 0 0,1 1 0,1-1 0,0 0 0,3 0 0,0 1 0,-1 2 0,-1 1 0,-1 2 0,-1 0 0,-1 0 0,1 0 0,0 1 0,1-3 0,2 0 0,4-2 0,4-2 0,1 0 0,-1 2 0,-1 2 0,-3 3 0,1 3 0,-1 0 0,0 2 0,-2-2 0,-1 1 0,-1 1 0,2-1 0,-3 2 0,1 1 0,-2 0 0,0 0 0,0 0 0,-2-2 0,2 1 0,0 1 0,2 0 0,0 2 0,-1-1 0,1 1 0,2 0 0,2 0 0,0-1 0,-1-1 0,-1-1 0,-2 2 0,-2 1 0,2 0 0,2 0 0,-1 0 0,1 0 0,-1 0 0,-1 0 0,2 0 0,3 0 0,3 0 0,4 0 0,-1 0 0,0 0 0,-1 0 0,-3 0 0,0 1 0,-3 2 0,0 2 0,1 1 0,-1-1 0,0 2 0,0-1 0,1 0 0,-2-1 0,-1 0 0,-4-2 0,0 3 0,1-1 0,-1 0 0,2 0 0,-2-1 0,0 0 0,-2 4 0,1 0 0,-3 2 0,0 1 0,0-2 0,-1 1 0,1-2 0,-1 0 0,-2 2 0,0 1 0,0 3 0,0 1 0,0 2 0,-1 0 0,-1 1 0,0 1 0,0-3 0,0 0 0,0-3 0,0 1 0,0-1 0,0 0 0,0 0 0,0 0 0,0 1 0,-1 1 0,-3-1 0,-1 0 0,-1 0 0,1-1 0,-1 0 0,2-1 0,-2-2 0,1-1 0,-1-1 0,1 0 0,1-1 0,-1 1 0,0 1 0,-1-1 0,0 1 0,0 2 0,-2 0 0,-1 2 0,-1-1 0,1 0 0,2-2 0,2-4 0,2-3 0</inkml:trace>
</inkml:ink>
</file>

<file path=ppt/ink/ink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15:21:27.29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24575,'29'0'0,"12"0"0,17 0 0,20 4 0,-37-1 0,2 0 0,4 2 0,1 0 0,1 1 0,-1-1 0,-1 0 0,0 0 0,-1 0 0,-1-1 0,-4 0 0,-1-1 0,38 4 0,-6 1 0,-4-2 0,-6 2 0,-6-1 0,-1 0 0,-6 1 0,-5-1 0,-7-2 0,-2 1 0,-3 0 0,0 1 0,2 0 0,1 2 0,-1 0 0,1 0 0,-1 1 0,1 2 0,0-2 0,-2 1 0,-3-1 0,-1 0 0,-2-1 0,0 1 0,-1 1 0,-2 0 0,0-1 0,0 0 0,-2-1 0,0 0 0,-4 0 0,-2-3 0,-2 0 0,-6-1 0,-3-3 0,-3 1 0</inkml:trace>
</inkml:ink>
</file>

<file path=ppt/ink/ink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15:21:27.29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24575,'18'0'0,"8"7"0,17 14 0,8 14 0,3 17 0,-27-20 0,0 2 0,-4 2 0,0 1 0,-1 4 0,-2 3 0,-1 2 0,-1 2 0,-2 0 0,0 0 0,0 1 0,-1 0 0,-3-3 0,1-1 0,-2-4 0,1-1 0,7 34 0,-5-3 0,-4-1 0,-3 5 0,-4 2 0,0-5 0,-3-4 0,0-7 0,0-5 0,0-1 0,0 2 0,-4 3 0,-5 0 0,-5-1 0,-2-3 0,0-2 0,1 1 0,2-1 0,-2 0 0,0-2 0,0-5 0,0-4 0,1-6 0,0-5 0,1-5 0,0-2 0,0 0 0,-2-1 0,-1 1 0,-1 2 0,1-2 0,3-3 0,3-6 0,6-7 0,1-4 0</inkml:trace>
</inkml:ink>
</file>

<file path=ppt/ink/ink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15:21:27.29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1 798 24575,'16'-16'0,"20"-19"0,-6 10 0,2-4 0,10-6 0,3-3 0,4 0 0,3-2 0,11-6 0,2 0 0,-20 14 0,2 1 0,-1 1 0,21-12 0,-1 3 0,-5 4 0,-3 5 0,-12 7 0,0 4 0,-6 2 0,0 2 0,-1 1 0,1 1 0,-1 1 0,1-1 0,1 3 0,0 1 0,1 0 0,1 1 0,-2 1 0,0 0 0,36-4 0,-9 1 0,-9 3 0,-2 2 0,-6 4 0,-2 1 0,-1 0 0,-1 0 0,1 0 0,0 0 0,2 0 0,2 0 0,-3 0 0,-5 0 0,-7 1 0,-12 1 0,-4 0 0,-8 2 0,-2-1 0,-1-1 0,0 0 0,5 1 0,5 5 0,2 3 0,0 3 0,-2-4 0,-6-2 0,-2 0 0,-6-4 0,-3-2 0</inkml:trace>
</inkml:ink>
</file>

<file path=ppt/ink/ink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15:21:27.29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3918 24575,'14'-1'0,"19"-7"0,26-12 0,-16 4 0,2-1 0,10-5 0,2-2 0,9-3 0,1-2 0,-17 8 0,0-1 0,0-1-194,1 0 1,1-1 0,-2-1 193,3-2 0,-1 1 0,-1-2 0,-2 0 0,-2 1 0,0-1 0,19-14 0,-1-1 0,-1 0 0,-4-2 0,-3 2 0,-3-2 0,-3-1 0,-2-1 72,-2 1 0,-2-2-72,-2-2 0,-2 0 0,-2 0 0,-2-1 0,0-1 0,-3-1 0,-1-2 0,-1 0 0,-1-3 0,0 0 0,-1 0 0,-2-2 0,2-3 0,0-2 0,-1 0 0,0-2 0,-3-2 0,-1-2 0,0-4 0,-2-2 0,-8 24 0,-2 0 0,0-1 0,-1-1 0,-1 0 0,1 0 0,-1 1 0,0-1 0,0 2 0,2-22 0,-1 2 0,-1 5 0,-1 2 0,-1 4 0,-3 1 0,1 4 0,-2 0 0,1 2 0,0-1 0,-1 3 0,0 1 0,0 2 0,-1 1 218,0 4 0,-1 0-218,1-34 0,-2 11 0,-1 12 0,-1 11 0,0 11 0,0 11 0,0 7 0,0 4 0,0 1 0,0-3 0,0-1 0,0 5 0,0 4 0,0 5 0,0 5 0</inkml:trace>
</inkml:ink>
</file>

<file path=ppt/ink/ink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15:21:27.29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24575,'26'0'0,"45"0"0,-12 6 0,6 3 0,-13-1 0,3 2 0,0 2 0,5 4 0,1 3 0,-1 2-496,4 5 1,-1 3 0,1 1 495,-1 1 0,0 1 0,0 1 0,1 3 0,0-1 0,-1 2 0,-3-1 0,0 0 0,-2 1 0,-5-1 0,-1-1 0,-2 1-1,-2 0 1,0-2-1,-2 2 1,-3-3 0,-3 0 0,1 0 0,16 13 0,-3-1 0,-6-3 0,-2-1 0,-3-2 0,0 0 0,-3 0 0,-2-1 0,-2 0 0,-1 0 552,-2-1 0,-2 1-552,-1 1 0,-3-1 192,-1 1 0,-1-1-192,-2 1 0,0 0 0,-3 0 0,0 0 0,0 1 0,-2 0 0,0-1 0,0 0 0,-1-2 0,-1 0 0,15 32 0,-5-6 0,-3-4 0,-1 1 0,-3-1 0,-2-2 0,-4-2 0,-5-3 0,-3-7 0,-3-8 0,1-9 0,-3-9 0,0-6 0,0-3 0,0 1 0,0-1 0,0 2 0,0 0 0,0-3 0,0 2 0,0 5 0,2 8 0,2 10 0,3 9 0,2 4 0,0 1 0,0-5 0,0-3 0,0-6 0,-1-5 0,-1-6 0,-4-5 0,-1-5 0,1-4 0,0-1 0,-1-5 0,1-1 0</inkml:trace>
</inkml:ink>
</file>

<file path=ppt/ink/ink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15:21:27.30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1300 24575,'52'-16'0,"18"-11"0,-14 6 0,8-2 0,-12 4 0,3 0 0,2 0 0,8-1 0,3-1 0,1 1-621,4-1 0,2-1 1,1 1 620,-16 5 0,-1 1 0,1-1 0,0 1 0,2 1 0,0-1 0,-1 1 0,1 0 0,0 1 0,-2 0 0,1 0 0,0 1 0,2 0 0,0 1 0,0-1 0,-2 1 0,15-2 0,0 0 0,-2-1 0,-2 1 0,0-1 0,-2 1 0,-1-1 0,-1 0 0,0 0-120,-3-1 1,-1 0 0,0 0 119,-3 0 0,0 1 0,-1-1 0,-1 1 0,0-2 0,-2 2 0,0-1 0,-1 0 0,-1 1-55,-3 0 0,0 0 0,-1 0 55,22-7 0,-1 0 0,-7 2 0,-2 1 0,-4 1 0,-2-1 670,-1 2 0,-1 1-670,1-2 0,2-2 429,0-1 1,1-1-430,-1 1 0,1-1 93,1 0 0,1 1-93,-4 4 0,0 2 0,-3 1 0,0 2 0,0 2 0,1 0 0,0 1 0,1 0 0,5-3 0,2 1 0,2-1 0,2 1 0,1 1 0,-1 0 0,-2 1 0,-3 2 0,-5 3 0,-2 0 0,-6 2 0,-2 1 0,-3 0 0,-2 0 0,34 0 0,-8 0 0,-7 2 0,-9 3 0,-7 5 0,-6 3 0,-5 1 0,-5 2 0,-3-1 0,-5 3 0,0 2 0,0 2 0,-1 5 0,0 5 0,-1 3 0,-1 3 0,1 3 0,0 1 0,-1 0 0,-1-2 0,-3-5 0,-3-6 0,-1-3 0,-1 1 0,0 0 0,1 0 0,-2-1 0,-2-4 0,-1-2 0,-3-5 0,1-3 0,-2-6 0,-1-3 0</inkml:trace>
</inkml:ink>
</file>

<file path=ppt/ink/ink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15:21:27.29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336 1222 24575,'-6'-11'0,"-7"-5"0,-12-10 0,-12-21 0,-8-15 0,20 24 0,0-2 0,1-2 0,1-2 0,1 1 0,3-1 0,2 0 0,2 0 0,4 5 0,2 0 0,-3-30 0,7 12 0,3 8 0,2 9 0,0 4 0,0 3 0,4 0 0,5 0 0,5 1 0,3 2 0,-1 4 0,-1 5 0,-1 4 0,1 1 0,3 1 0,3-1 0,4 1 0,6-3 0,4 1 0,5 1 0,3 1 0,3 3 0,6 2 0,-8 3 0,1 3 0,9 1 0,7 1 0,12 2 0,-5-1 0,-9 1 0,-4 0 0,1 0 0,-1 0 0,-5 4 0,-2 7 0,-6 4 0,-5 6 0,-5 2 0,-8 2 0,-4 3 0,-2 3 0,0 6 0,0 2 0,-1 7 0,-2 4 0,-5 3 0,-5 4 0,-3-1 0,-2-3 0,0-7 0,0-3 0,0-7 0,0 0 0,0-3 0,0-5 0,0-4 0,0-2 0,0-6 0,0-3 0,0-1 0,-3 2 0,-2 7 0,-5 6 0,-2 3 0,2-2 0,0-7 0,5-8 0,3-9 0,0-2 0</inkml:trace>
</inkml:ink>
</file>

<file path=ppt/ink/ink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15:21:27.29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865 1 24575,'-15'0'0,"-6"0"0,-14 0 0,-10 0 0,-25 0 0,28-1 0,-2 2 0,-1-1 0,0 2 0,0 1 0,1 1 0,-22 9 0,8 5 0,9 4 0,8 0 0,8 1 0,5 2 0,3-1 0,6 0 0,2 3 0,3 1 0,0 2 0,0 2 0,3 1 0,0-3 0,4-5 0,2-3 0,4-5 0,1 3 0,0 5 0,3 7 0,5 5 0,8 0 0,7 0 0,7-3 0,4 0 0,3-5 0,0-1 0,4-4 0,2 1 0,2-1 0,3 1 0,-3-2 0,0-2 0,0-5 0,-2-3 0,2-5 0,0-4 0,1-2 0,5-1 0,4-1 0,5 0 0,4-1 0,1-7 0,-4-7 0,-5-2 0,-13 0 0,-10 5 0,-10 3 0,-3 0 0,0 0 0,-1 1 0,0-1 0,-3 0 0,1 0 0,-1-2 0,-2 0 0,-3-1 0,-3-1 0,-1 0 0,1-2 0,-1 1 0,-3 4 0,-2 4 0</inkml:trace>
</inkml:ink>
</file>

<file path=ppt/ink/ink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15:21:27.29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148 1657 24575,'31'0'0,"17"-2"0,13-1 0,13 0 0,4 0 0,-6 3 0,1-1 0,-5-4 0,-5-9 0,-3-9 0,-4-10 0,-3-4 0,-2-2 0,-3 0 0,-8-1 0,-3 3 0,-6 0 0,-2 2 0,-2 0 0,-6 1 0,-6 1 0,-5 0 0,-7 0 0,-3-8 0,0-5 0,0-10 0,-5-9 0,-7-2 0,-10-6 0,7 36 0,-2-1 0,-1-1 0,-1 1 0,-3-2 0,0-1 0,-1 2 0,-1-1 0,0 2 0,-2 2 0,0 0 0,-1 1 0,2 3 0,-1 2 0,-28-24 0,-3 8 0,-1 6 0,-3 6 0,0 5 0,0 4 0,0 5 0,1 6 0,3 7 0,9 5 0,14 2 0,13 0 0,9 0 0,4 0 0,-2 1 0,-1 2 0,-2 10 0,-3 10 0,-3 8 0,-2 7 0,0 0 0,1-1 0,5-1 0,3-1 0,1-1 0,4-4 0,2-1 0,0-8 0,3-5 0,0-5 0,2-8 0,0 1 0</inkml:trace>
</inkml:ink>
</file>

<file path=ppt/ink/ink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15:21:27.29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119 762 24575,'-10'-12'0,"0"3"0,-1-4 0,-2 2 0,2-1 0,-3 0 0,3 0 0,1-2 0,1 0 0,5-1 0,3 1 0,0 0 0,-1 1 0,0 0 0,-1 1 0,0 1 0,1 2 0,1-2 0,0-1 0,1 2 0,0-1 0,0 3 0,0 0 0,0-2 0,0 0 0,0 1 0,0-2 0,0 1 0,0-1 0,0-1 0,0 1 0,0 0 0,0 0 0,1-3 0,1-2 0,4 0 0,1 0 0,1 1 0,1-1 0,0 0 0,3 0 0,0 1 0,-1 2 0,-1 1 0,-1 2 0,-1 0 0,-1 0 0,1 0 0,0 1 0,1-3 0,2 0 0,4-2 0,4-2 0,1 0 0,-1 2 0,-1 2 0,-3 3 0,1 3 0,-1 0 0,0 2 0,-2-2 0,-1 1 0,-1 1 0,2-1 0,-3 2 0,1 1 0,-2 0 0,0 0 0,0 0 0,-2-2 0,2 1 0,0 1 0,2 0 0,0 2 0,-1-1 0,1 1 0,2 0 0,2 0 0,0-1 0,-1-1 0,-1-1 0,-2 2 0,-2 1 0,2 0 0,2 0 0,-1 0 0,1 0 0,-1 0 0,-1 0 0,2 0 0,3 0 0,3 0 0,4 0 0,-1 0 0,0 0 0,-1 0 0,-3 0 0,0 1 0,-3 2 0,0 2 0,1 1 0,-1-1 0,0 2 0,0-1 0,1 0 0,-2-1 0,-1 0 0,-4-2 0,0 3 0,1-1 0,-1 0 0,2 0 0,-2-1 0,0 0 0,-2 4 0,1 0 0,-3 2 0,0 1 0,0-2 0,-1 1 0,1-2 0,-1 0 0,-2 2 0,0 1 0,0 3 0,0 1 0,0 2 0,-1 0 0,-1 1 0,0 1 0,0-3 0,0 0 0,0-3 0,0 1 0,0-1 0,0 0 0,0 0 0,0 0 0,0 1 0,-1 1 0,-3-1 0,-1 0 0,-1 0 0,1-1 0,-1 0 0,2-1 0,-2-2 0,1-1 0,-1-1 0,1 0 0,1-1 0,-1 1 0,0 1 0,-1-1 0,0 1 0,0 2 0,-2 0 0,-1 2 0,-1-1 0,1 0 0,2-2 0,2-4 0,2-3 0</inkml:trace>
</inkml:ink>
</file>

<file path=ppt/ink/ink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01:39:08.43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24575,'0'0'0</inkml:trace>
</inkml:ink>
</file>

<file path=ppt/ink/ink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01:39:24.28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24575,'0'0'0</inkml:trace>
</inkml:ink>
</file>

<file path=ppt/ink/ink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01:39:28.26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24575,'0'0'0</inkml:trace>
</inkml:ink>
</file>

<file path=ppt/ink/ink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01:39:36.08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24575,'0'0'0</inkml:trace>
</inkml:ink>
</file>

<file path=ppt/ink/ink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04:45:23.83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24575,'21'0'0,"10"0"0,12 0 0,16 3 0,-29-2 0,2 1 0,3 1 0,1 0 0,0 0 0,0 1 0,-1-2 0,0 2 0,0-1 0,-2-1 0,-3 0 0,0 0 0,28 2 0,-4 1 0,-3-1 0,-5 1 0,-4-2 0,-2 2 0,-3 0 0,-4-1 0,-6 0 0,-1-1 0,-2 1 0,1-1 0,-1 2 0,2 0 0,0 0 0,0 1 0,0 0 0,-1 1 0,2 0 0,-3-1 0,-2 0 0,0 0 0,-1 0 0,-1-1 0,-1 2 0,-1-1 0,0 1 0,-1-1 0,0-1 0,-2 1 0,-1-1 0,-2-1 0,-2-1 0,-3 0 0,-4-1 0,-1 0 0</inkml:trace>
</inkml:ink>
</file>

<file path=ppt/ink/ink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04:45:23.83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24575,'14'0'0,"5"4"0,13 9 0,6 8 0,2 10 0,-20-11 0,0 0 0,-3 2 0,0 0 0,0 2 0,-2 3 0,-1 1 0,-1 0 0,-1 1 0,1 1 0,-2-2 0,0 2 0,-2-2 0,1-1 0,-2-2 0,1-1 0,6 20 0,-6-1 0,-1-1 0,-3 3 0,-3 2 0,1-4 0,-3-2 0,0-4 0,0-4 0,0 0 0,0 2 0,-3 1 0,-4-1 0,-3 1 0,-3-2 0,2-2 0,-1 2 0,3-2 0,-2 0 0,-1-1 0,2-2 0,-2-3 0,2-4 0,-1-3 0,1-3 0,1-1 0,-1 1 0,-1-2 0,-1 1 0,-1 1 0,2 0 0,1-3 0,3-4 0,4-4 0,1-1 0</inkml:trace>
</inkml:ink>
</file>

<file path=ppt/ink/ink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04:45:23.83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1 481 24575,'12'-10'0,"15"-12"0,-5 8 0,2-4 0,7-2 0,2-4 0,4 1 0,1 0 0,10-5 0,1 0 0,-16 9 0,2 0 0,0 1 0,14-7 0,0 2 0,-3 1 0,-3 4 0,-9 5 0,1 1 0,-6 1 0,1 2 0,-1 1 0,1 0 0,-1 1 0,1-1 0,0 3 0,1-1 0,0 1 0,1 0 0,-2 1 0,1 0 0,27-4 0,-8 3 0,-6 1 0,-1 1 0,-5 2 0,-2 1 0,0 0 0,-1 0 0,1 0 0,0 0 0,1 0 0,1 0 0,-1 0 0,-4 0 0,-6 1 0,-8 0 0,-4 0 0,-5 1 0,-2 0 0,0-1 0,-1 1 0,5 0 0,2 2 0,2 3 0,1 1 0,-2-1 0,-4-3 0,-3 1 0,-4-3 0,0-1 0</inkml:trace>
</inkml:ink>
</file>

<file path=ppt/ink/ink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04:45:23.83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2357 24575,'11'0'0,"13"-5"0,20-7 0,-12 2 0,1 0 0,8-3 0,2-1 0,6-3 0,1 0 0,-13 4 0,0 0 0,0-1-194,1 0 1,2 0 0,-3-2 193,2 0 0,0 1 0,-1-2 0,-2 0 0,-1 1 0,0-1 0,15-8 0,-2-1 0,0 0 0,-3-1 0,-3 1 0,-2-1 0,-2-1 0,-2 0 72,-1 0 0,-1-1-72,-2 0 0,-1-2 0,-2 1 0,-1 0 0,-1-2 0,-1 0 0,-2 0 0,-1-1 0,1-2 0,-1 0 0,-1 0 0,-1-2 0,2 0 0,-1-3 0,-1 2 0,1-3 0,-3-1 0,0-1 0,-1-1 0,-1-3 0,-5 16 0,-3-1 0,1-1 0,0 0 0,-3 0 0,2 0 0,0 1 0,-2-1 0,2 0 0,0-11 0,1 0 0,-3 3 0,1 1 0,-1 3 0,-3 0 0,2 3 0,-3-1 0,2 2 0,-1 0 0,0 1 0,0 0 0,-1 3 0,0-1 218,0 2 0,-1 2-218,2-22 0,-3 7 0,0 8 0,-1 5 0,0 8 0,0 6 0,0 4 0,0 3 0,0 1 0,0-2 0,0-2 0,0 4 0,0 3 0,0 2 0,0 4 0</inkml:trace>
</inkml:ink>
</file>

<file path=ppt/ink/ink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04:45:23.83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24575,'19'0'0,"34"0"0,-9 4 0,4 1 0,-9-1 0,3 3 0,-2 0 0,5 3 0,1 1 0,-2 2-496,4 2 1,-1 3 0,0 0 495,1 1 0,-2-1 0,1 3 0,1 1 0,-1-2 0,1 3 0,-4-2 0,1 0 0,-2 2 0,-4-1 0,1-1 0,-3 0-1,-1 1 1,-1-2-1,0 2 1,-4-2 0,-1 0 0,1 0 0,11 8 0,-2-2 0,-4 0 0,-2-1 0,-1-2 0,-1 0 0,-3 1 0,0-1 0,-3 0 0,1-1 552,-3 1 0,0 0-552,-2 0 0,-2 0 192,-1 1 0,0-2-192,-2 1 0,0 2 0,-2-2 0,0 0 0,-1 1 0,0 1 0,0-2 0,-1 0 0,-1-1 0,0 1 0,11 18 0,-3-2 0,-3-5 0,-1 3 0,-1-2 0,-2-1 0,-4-1 0,-3-2 0,-2-3 0,-3-5 0,1-7 0,-2-5 0,0-3 0,0-1 0,0-1 0,0 0 0,0 1 0,0 1 0,0-3 0,0 1 0,0 4 0,2 4 0,1 7 0,2 5 0,2 2 0,-1 1 0,1-3 0,0-3 0,-1-2 0,1-3 0,-2-5 0,-3-2 0,-1-3 0,1-2 0,0-1 0,1-3 0,-1-1 0</inkml:trace>
</inkml:ink>
</file>

<file path=ppt/ink/ink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04:45:23.83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0 782 24575,'39'-9'0,"13"-8"0,-11 5 0,7-2 0,-9 3 0,2-1 0,2 1 0,4-1 0,4-1 0,1 1-621,2-1 0,2 0 1,0 0 620,-10 3 0,-3 2 0,2-1 0,0 0 0,1 0 0,0 0 0,0 1 0,-1-1 0,2 1 0,-2 1 0,0-2 0,1 2 0,0 0 0,2 0 0,-2 0 0,0 1 0,10-3 0,1 2 0,-2-2 0,-1 1 0,-1 0 0,-1 0 0,0 0 0,-1-1 0,0 1-120,-4-1 1,1 0 0,1 0 119,-5 0 0,2 0 0,-1 0 0,-1 1 0,0-1 0,-2 0 0,1 1 0,-2-1 0,0 0-55,-3 1 0,2-1 0,-2 1 55,16-5 0,0 0 0,-6 2 0,-1 0 0,-3 0 0,-1 1 670,-2 1 0,0-1-670,1 0 0,1-2 429,1 1 1,-1-2-430,0 1 0,2-1 93,-1 1 0,2 0-93,-4 2 0,1 1 0,-3 2 0,0 0 0,0 1 0,2 1 0,-2 1 0,2-2 0,4 0 0,0 0 0,3-1 0,1 1 0,0 1 0,0-1 0,-1 2 0,-4 0 0,-2 3 0,-2-1 0,-5 1 0,0 1 0,-4 0 0,0 0 0,25 0 0,-7 0 0,-5 1 0,-6 2 0,-5 3 0,-5 2 0,-4 1 0,-4 0 0,-1 0 0,-5 1 0,1 3 0,0 0 0,-1 3 0,0 3 0,-2 3 0,1 0 0,0 3 0,1 0 0,-2 0 0,-1-1 0,-1-2 0,-3-5 0,0-1 0,-2 0 0,1 0 0,1 0 0,-3 1 0,0-5 0,-1 1 0,-2-4 0,0-2 0,-2-4 0,0-1 0</inkml:trace>
</inkml:ink>
</file>

<file path=ppt/ink/ink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04:45:23.83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251 735 24575,'-5'-6'0,"-5"-4"0,-8-5 0,-9-14 0,-7-9 0,15 16 0,1-2 0,0-1 0,1-2 0,0 1 0,3 0 0,1-1 0,2 1 0,3 2 0,1 1 0,-2-18 0,5 6 0,3 6 0,1 5 0,0 1 0,0 4 0,3-1 0,4 0 0,3 1 0,3 1 0,-2 3 0,1 2 0,-1 2 0,-1 1 0,4 1 0,2 1 0,2-1 0,5-3 0,4 2 0,2 0 0,3 1 0,2 2 0,5 1 0,-6 2 0,1 2 0,6 0 0,6 1 0,8 1 0,-4-1 0,-6 1 0,-3 0 0,0 0 0,1 0 0,-5 3 0,-1 3 0,-4 3 0,-5 3 0,-4 3 0,-5 0 0,-3 1 0,-1 3 0,-1 3 0,0 2 0,0 3 0,-1 4 0,-5 0 0,-4 4 0,-1-2 0,-2-1 0,0-4 0,0-2 0,0-4 0,0-1 0,0-1 0,0-3 0,0-3 0,0-1 0,0-3 0,0-2 0,0 0 0,-3 0 0,0 4 0,-4 4 0,-3 2 0,3-1 0,-1-4 0,5-5 0,1-6 0,1-1 0</inkml:trace>
</inkml:ink>
</file>

<file path=ppt/ink/ink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04:45:23.83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645 1 24575,'-12'0'0,"-3"0"0,-11 0 0,-8 0 0,-18 0 0,20-1 0,1 2 0,-3-1 0,0 1 0,1 1 0,0 0 0,-17 5 0,7 5 0,7 1 0,5 0 0,7 1 0,3 1 0,3 0 0,3-1 0,2 2 0,3 1 0,-1 1 0,1 1 0,2 1 0,0-1 0,2-5 0,3-1 0,2-2 0,1 1 0,0 3 0,2 4 0,4 3 0,6 0 0,5 1 0,5-3 0,4 1 0,1-4 0,1 0 0,2-3 0,2 2 0,2-2 0,2 1 0,-3-1 0,1-2 0,0-2 0,-3-2 0,3-4 0,-1-1 0,2-2 0,3 0 0,2-1 0,6 0 0,2-1 0,-1-3 0,-1-5 0,-4-2 0,-10 1 0,-8 3 0,-7 1 0,-2 1 0,0 0 0,0-1 0,-2 1 0,-1 0 0,1-1 0,-1 0 0,-2-1 0,-2 0 0,-1-1 0,-2 0 0,0-1 0,1 1 0,-3 2 0,-1 3 0</inkml:trace>
</inkml:ink>
</file>

<file path=ppt/ink/ink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04:45:23.83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110 997 24575,'23'0'0,"13"-2"0,10 1 0,9-1 0,3 0 0,-4 2 0,0 0 0,-3-4 0,-4-4 0,-3-6 0,-2-6 0,-2-2 0,-2-1 0,-2-1 0,-7 0 0,-1 2 0,-5 0 0,-2 1 0,-1-1 0,-4 2 0,-5 0 0,-4 0 0,-5 1 0,-2-6 0,0-3 0,0-5 0,-3-7 0,-5 0 0,-9-4 0,6 22 0,-1 0 0,-2-3 0,0 3 0,-3-2 0,1-1 0,-2 2 0,0-2 0,1 3 0,-3 0 0,1 0 0,-1 2 0,1 0 0,0 2 0,-21-14 0,-3 4 0,0 4 0,-3 3 0,1 4 0,-1 2 0,2 2 0,-2 5 0,4 4 0,6 3 0,12 1 0,8 0 0,6 0 0,5 0 0,-3 1 0,0 1 0,-2 5 0,-1 7 0,-4 5 0,-1 3 0,1 2 0,0-2 0,4-1 0,2 0 0,1 0 0,3-3 0,0-1 0,2-4 0,1-3 0,1-4 0,1-4 0,0 1 0</inkml:trace>
</inkml:ink>
</file>

<file path=ppt/ink/ink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04:45:23.83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89 458 24575,'-7'-7'0,"-1"2"0,0-2 0,-2 0 0,2-1 0,-3 1 0,3 0 0,0-1 0,2-1 0,3 0 0,3 1 0,-1-1 0,-2 2 0,2-1 0,-1 1 0,0 0 0,0 1 0,2 0 0,-1-1 0,1 1 0,0-1 0,0 2 0,0 0 0,0-1 0,0 1 0,0-2 0,0 1 0,0 0 0,0 0 0,0-1 0,0 0 0,0 0 0,0 1 0,1-3 0,0 0 0,3-1 0,2 0 0,0 1 0,0-1 0,2 1 0,0 0 0,1 0 0,-1 1 0,0 0 0,-1 2 0,-2 0 0,1 1 0,0-2 0,-1 2 0,3-2 0,-1 0 0,5-2 0,1 0 0,2-1 0,0 1 0,-2 2 0,-2 1 0,1 3 0,0-1 0,-2 2 0,1-1 0,-3-1 0,1 2 0,0-1 0,-1 1 0,0 1 0,-1-1 0,-1 2 0,1-1 0,-1-2 0,0 1 0,0 1 0,3-1 0,-1 2 0,0 0 0,-1 0 0,4 0 0,-1 0 0,2 0 0,-1-1 0,-2-1 0,-1 1 0,-1 1 0,1 0 0,2 0 0,-2 0 0,2 0 0,-1 0 0,-1 0 0,2 0 0,2 0 0,2 0 0,3 0 0,0 0 0,-1 0 0,0 0 0,-3 0 0,0 1 0,-1 1 0,-1 0 0,1 2 0,-1-1 0,0 1 0,0 0 0,1-1 0,-1 1 0,-1-1 0,-4-2 0,0 3 0,2-1 0,-1 0 0,2 0 0,-3 0 0,0-2 0,0 5 0,0-2 0,-3 2 0,1 1 0,-1-2 0,1 1 0,0-1 0,-2 0 0,0 1 0,-1 1 0,1 1 0,-1 1 0,0 1 0,0 0 0,-1 1 0,0 1 0,0-2 0,0-1 0,0-1 0,0 1 0,0-1 0,0-1 0,0 1 0,0 0 0,0 0 0,-1 1 0,-1 0 0,-2-1 0,0 0 0,0 0 0,-1 0 0,2-1 0,-1-1 0,1 0 0,-3-2 0,3 2 0,0-3 0,0 3 0,-1-1 0,0-1 0,-1 2 0,0 0 0,0 1 0,-3 1 0,1-1 0,1 1 0,0-3 0,3-1 0,0-3 0</inkml:trace>
</inkml:ink>
</file>

<file path=ppt/ink/ink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13:38:20.25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24575,'29'0'0,"12"0"0,19 0 0,18 4 0,-36-1 0,1 0 0,4 3 0,2-1 0,0 1 0,-1-1 0,0 0 0,0 1 0,-2-2 0,-1 1 0,-3-2 0,-2 0 0,38 5 0,-4 0 0,-6-1 0,-5 0 0,-6 1 0,-2-1 0,-6 1 0,-4-1 0,-8-1 0,-2-1 0,-2 2 0,-1 0 0,2 0 0,2 2 0,-2 1 0,1 0 0,0-1 0,0 3 0,0 0 0,-1-1 0,-4-1 0,-1 0 0,-1-1 0,-1 2 0,-1 0 0,-2 1 0,1-2 0,-1 0 0,-2-1 0,0 0 0,-3 0 0,-3-2 0,-3-1 0,-4-1 0,-4-2 0,-3 0 0</inkml:trace>
</inkml:ink>
</file>

<file path=ppt/ink/ink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13:38:20.25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24575,'18'0'0,"9"7"0,16 14 0,9 16 0,2 17 0,-27-21 0,0 2 0,-3 1 0,-2 3 0,1 3 0,-3 3 0,0 3 0,-3 1 0,0 1 0,-1-1 0,0 2 0,-1-1 0,-3-3 0,1-1 0,-1-3 0,0-2 0,7 35 0,-5-3 0,-4-1 0,-3 5 0,-4 2 0,0-4 0,-3-5 0,0-8 0,0-3 0,0-3 0,0 3 0,-4 2 0,-5 1 0,-5-1 0,-3-3 0,1-3 0,1 2 0,2-2 0,-2 1 0,0-2 0,0-6 0,0-4 0,1-6 0,0-5 0,1-4 0,-1-4 0,1 0 0,-2 0 0,-1 1 0,-1 2 0,1-3 0,3-2 0,2-6 0,7-8 0,1-4 0</inkml:trace>
</inkml:ink>
</file>

<file path=ppt/ink/ink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13:38:20.25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1 822 24575,'16'-17'0,"21"-19"0,-8 10 0,4-3 0,10-8 0,2-1 0,5-2 0,2-1 0,11-6 0,3 0 0,-20 14 0,1 1 0,-1 1 0,22-12 0,-1 2 0,-6 5 0,-2 5 0,-12 8 0,-2 3 0,-4 2 0,-1 4 0,0-1 0,0 1 0,0 1 0,0 1 0,1 1 0,1 2 0,0 0 0,2 0 0,-3 2 0,0 0 0,37-4 0,-10 0 0,-8 4 0,-2 2 0,-7 4 0,-1 1 0,-2 0 0,-1 0 0,2 0 0,0 0 0,1 0 0,2 0 0,-2 0 0,-5 0 0,-8 1 0,-12 1 0,-4 0 0,-7 2 0,-3-1 0,-2-1 0,1 0 0,5 1 0,6 6 0,1 3 0,1 1 0,-3-2 0,-6-3 0,-2 0 0,-6-4 0,-3-1 0</inkml:trace>
</inkml:ink>
</file>

<file path=ppt/ink/ink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13:38:20.25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120 784 24575,'-10'-12'0,"0"3"0,-1-5 0,-3 3 0,3-1 0,-2 0 0,1-1 0,2-1 0,1-1 0,6-1 0,1 2 0,1 0 0,-1 1 0,0-1 0,-1 2 0,0 1 0,1 1 0,1-1 0,0-1 0,1 1 0,0 0 0,0 2 0,0 1 0,0-1 0,0-2 0,0 1 0,0-1 0,0 1 0,0-2 0,0 1 0,0-1 0,0 1 0,0-1 0,1-2 0,1-3 0,4 1 0,1 0 0,1 0 0,1-1 0,1 1 0,1 0 0,2 1 0,-2 1 0,-1 1 0,-1 3 0,-1 0 0,-1 0 0,1-1 0,0 2 0,1-3 0,2 0 0,5-3 0,3-2 0,1 1 0,-1 2 0,-1 1 0,-3 4 0,1 3 0,0 0 0,-1 2 0,-2-2 0,-1 0 0,0 2 0,0-1 0,-1 2 0,0 0 0,-2 1 0,0 1 0,-1-2 0,0 0 0,1 0 0,0 0 0,2 1 0,0 2 0,-1-1 0,2 1 0,0 0 0,3 0 0,1-1 0,-2-1 0,-1-1 0,-2 2 0,-2 1 0,3 0 0,0 0 0,0 0 0,2 0 0,-2 0 0,-1 0 0,2 0 0,3 0 0,4 0 0,2 0 0,1 0 0,-1 0 0,-1 0 0,-3 0 0,0 1 0,-3 2 0,1 3 0,0 0 0,-1-1 0,1 2 0,-1-1 0,1 0 0,-2 0 0,-1-2 0,-4 0 0,0 2 0,2-1 0,-3 0 0,3 0 0,-2-1 0,0 1 0,-1 2 0,-1 1 0,-2 3 0,0 0 0,1-1 0,-2 0 0,1-2 0,-1 1 0,-2 0 0,0 3 0,0 3 0,0 0 0,0 2 0,-1 1 0,-1 1 0,0 0 0,0-2 0,0-1 0,0-2 0,0 0 0,0 0 0,0-2 0,0 2 0,0 0 0,0 0 0,-1 2 0,-3-2 0,-1 0 0,-1 0 0,1 0 0,-1-1 0,1-1 0,-1-1 0,1-2 0,0 0 0,0-1 0,0-1 0,0 2 0,0 0 0,-1-1 0,1 1 0,-1 3 0,-3-1 0,0 2 0,-1-1 0,1 0 0,2-1 0,2-5 0,2-3 0</inkml:trace>
</inkml:ink>
</file>

<file path=ppt/ink/ink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13:38:20.24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0 24575,'0'0'0</inkml:trace>
</inkml:ink>
</file>

<file path=ppt/ink/ink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13:38:20.24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177 0 24575,'-13'0'0,"-2"0"0,-1 0 0,-1 0 0,-1 0 0,2 0 0,-3 0 0,-3 0 0,2 0 0,7 0 0,5 0 0</inkml:trace>
</inkml:ink>
</file>

<file path=ppt/ink/ink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13:38:20.25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0 24575,'7'0'0,"2"0"0,1 0 0,2 0 0,0 0 0,1 1 0,1 1 0,-1 0 0,-2 0 0,-1 1 0,-1-2 0,0 2 0,1-1 0,1 1 0,1 0 0,1 0 0,1 0 0,0-1 0,0 0 0,0 0 0,0 0 0,-1-1 0,0 2 0,2 0 0,-2 0 0,1 0 0,-1 0 0,1 0 0,1-1 0,-2 0 0,1 1 0,0-1 0,0 1 0,-1 1 0,0 0 0,2-1 0,-2 1 0,1 0 0,0 0 0,-2-2 0,-2 2 0,-1-2 0,-2 0 0,1 1 0,2-1 0,1 1 0,2 0 0,0-1 0,-2-1 0,0 2 0,-1-2 0,0 3 0,1-1 0,-1 1 0,0-1 0,1-1 0,1 2 0,1-3 0,3 3 0,2 0 0,2 0 0,1 1 0,-1 0 0,0 0 0,-1-1 0,-1 2 0,0 0 0,0 0 0,1-2 0,0 1 0,-3-1 0,0 1 0,-2-2 0,1 0 0,2 2 0,-1-1 0,0 1 0,-1-1 0,1-1 0,0 2 0,0-2 0,-2 1 0,-1 0 0,-1 0 0,0 0 0,-1 2 0,2-1 0,2 1 0,-3-2 0,-1 1 0,1 2 0,1 0 0,0-1 0,0 0 0,-1-1 0,0 0 0,-2 1 0,2-1 0,0 1 0,0-1 0,0 0 0,-2-1 0,0 1 0,-2-1 0,1-1 0,1 1 0,2 1 0,-1 0 0,3 1 0,1 0 0,-2-1 0,0 0 0,-1-2 0,-4-1 0,-2 0 0,-3-1 0,-1 0 0</inkml:trace>
</inkml:ink>
</file>

<file path=ppt/ink/ink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13:38:20.25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 24575,'0'0'0</inkml:trace>
</inkml:ink>
</file>

<file path=ppt/ink/ink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13:38:20.25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159 263 24575,'0'-6'0,"0"-1"0,0 1 0,-1-3 0,0-1 0,-3-4 0,-1-3 0,1 0 0,-1-1 0,2 6 0,0 0 0,1 1 0,-1 1 0,1-1 0,1 1 0,1 0 0,0 0 0,0 2 0,0-2 0,0 1 0,-1 2 0,-2 3 0,0-2 0,0 0 0,-1-3 0,-1 1 0,-2 3 0,-1 5 0,-1 4 0,-4 9 0,-4 6 0,-1 5 0,3-2 0,5-5 0,5-1 0,3-2 0,2-1 0,0-5 0,-1-2 0</inkml:trace>
</inkml:ink>
</file>

<file path=ppt/ink/ink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13:38:20.24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1805 90 24575,'-8'0'0,"1"-4"0,1 0 0,-2-2 0,-2 0 0,-2 1 0,-4-3 0,-2 1 0,0 1 0,-2 0 0,0 0 0,0 3 0,-1-2 0,0 1 0,0 2 0,3-1 0,0 0 0,-1 2 0,-1-2 0,-2 2 0,-2-1 0,-1-1 0,-1 2 0,-3 1 0,0 0 0,0 0 0,1 0 0,3 0 0,2 0 0,2 0 0,3 0 0,0 0 0,1 0 0,-3 0 0,-3 0 0,2 0 0,1 0 0,-2 0 0,0 0 0,-2 1 0,2 2 0,0 0 0,2 0 0,2 0 0,2 0 0,3-2 0,1 1 0,2 2 0,-1 0 0,-3 2 0,-1 1 0,-2 2 0,-1-1 0,1 0 0,-1 0 0,1 1 0,1 1 0,2 0 0,2 1 0,-1-1 0,3-1 0,1 0 0,2-4 0,0 1 0,0-2 0,-1 2 0,-2 2 0,0 1 0,-3 2 0,-1-1 0,1 2 0,-3-1 0,-2 1 0,-1 0 0,-1 0 0,0 2 0,0-1 0,0-1 0,2 0 0,-1-1 0,4 1 0,-1 0 0,-1 2 0,1 0 0,-1 1 0,2-1 0,3 0 0,0 1 0,-1-1 0,2 1 0,-1-1 0,1 0 0,-2 0 0,0 0 0,-3 1 0,1 2 0,1-1 0,-2 1 0,0 1 0,-1-1 0,1 0 0,3-1 0,0-4 0,4 0 0,2-4 0,0-2 0,1 0 0,-1 0 0,-2 1 0,-1 2 0,0-1 0,1-2 0,3-3 0,4-5 0,-5-7 0,6 3 0,-5-3 0</inkml:trace>
</inkml:ink>
</file>

<file path=ppt/ink/ink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13:38:20.24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1 228 24575,'0'-9'0,"0"1"0,0 1 0,1-3 0,2 0 0,2-1 0,2-3 0,-1-1 0,1-2 0,-1 2 0,2-1 0,-3-1 0,1 3 0,-4-1 0,1 4 0,0 1 0,-1 1 0,-1 2 0,1 0 0,-2 4 0,1 1 0</inkml:trace>
</inkml:ink>
</file>

<file path=ppt/ink/ink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13:38:20.24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0 24575,'10'0'0,"0"0"0,-3 1 0,0 1 0,-1-1 0,0 1 0,7 2 0,4 1 0,3 2 0,-2 2 0,-5-3 0,-3-1 0,0-2 0,1-2 0,0 4 0,3 0 0,2 1 0,0 1 0,-3-4 0,-4-1 0,-6-1 0</inkml:trace>
</inkml:ink>
</file>

<file path=ppt/ink/ink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13:38:20.24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 24575,'0'0'0</inkml:trace>
</inkml:ink>
</file>

<file path=ppt/ink/ink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13:38:20.24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104 1833 24575,'3'-23'0,"2"-10"0,6-8 0,4-5 0,1 0 0,-1 0 0,-1 0 0,-1-1 0,-3 2 0,-2 5 0,-3 6 0,-2 8 0,0 5 0,-2 6 0,3 2 0,-3 1 0,3-1 0,-1-1 0,-1-1 0,3-2 0,-1-3 0,1-3 0,1-3 0,0-3 0,-2-1 0,2 0 0,-2 0 0,-2 3 0,2 1 0,-2 0 0,0 3 0,-1-2 0,1-3 0,0-2 0,-1-1 0,-1 1 0,0 0 0,0 3 0,0 1 0,0-1 0,0 1 0,0 0 0,0 2 0,0-2 0,0 2 0,0-2 0,0 1 0,0 1 0,0-1 0,-1 1 0,-3 1 0,0 0 0,-1 0 0,0 0 0,-3-1 0,-1 0 0,0 0 0,-2-2 0,-1 1 0,-2 0 0,-3 0 0,0 1 0,1 2 0,3 3 0,2 4 0,1 4 0,0 0 0,0 2 0,0 1 0,-1-1 0,-1 2 0,0-2 0,0 1 0,0 0 0,2 0 0,-1 2 0,2 1 0,3 3 0,3 5 0,2 4 0,1 8 0,0 4 0,0 4 0,0-1 0,0-2 0,0-3 0,0-3 0,0-1 0,0-1 0,0-1 0,0-3 0,0 1 0,1 1 0,-1-4 0,2 0 0</inkml:trace>
</inkml:ink>
</file>

<file path=ppt/ink/ink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13:38:20.25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0 24575,'12'0'0,"1"0"0,0 0 0,3 0 0,2 0 0,3 0 0,-3 0 0,-3 0 0,-6 0 0,1 0 0,4 0 0,3 0 0,1 0 0,-3 0 0,-4 0 0,-5 0 0,-3 0 0</inkml:trace>
</inkml:ink>
</file>

<file path=ppt/ink/ink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13:38:20.24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1 507 24575,'1'-9'0,"3"-1"0,1 0 0,4-3 0,0-4 0,3-4 0,0-2 0,-2 0 0,-1 2 0,-1 4 0,0 1 0,2-3 0,0 2 0,1-1 0,1-1 0,-1 3 0,1-1 0,-1 4 0,-2 1 0,0 1 0,-1 2 0,0 0 0,0 0 0,0 0 0,2 0 0,0-2 0,1 0 0,1-1 0,-1 2 0,-1 1 0,-1 3 0,-2 0 0,2 1 0,1-2 0,3 2 0,0-1 0,0 0 0,1 0 0,0 0 0,0 1 0,2 0 0,2-1 0,0 1 0,2-1 0,-2 3 0,-2 0 0,0 2 0,0 1 0,3 0 0,3 0 0,0 0 0,2 0 0,-3 0 0,-1 0 0,-2 0 0,0 0 0,1 0 0,0 0 0,5 1 0,1 2 0,3 3 0,3 3 0,2 2 0,2 1 0,1 0 0,-2-2 0,-2 1 0,-1-1 0,-2 0 0,-5-1 0,-3-2 0,-3-1 0,-2 0 0,0 0 0,-1 2 0,3 1 0,1 0 0,3 3 0,0 1 0,2 1 0,1 1 0,-2-1 0,-4 1 0,-3-1 0,-3-2 0,1 0 0,-1-2 0,-1 2 0,-3-1 0,-2 1 0,-1-2 0,-2 1 0,2 2 0,-1-3 0,0 3 0,1-1 0,1 2 0,-1 2 0,0 0 0,-1 1 0,-1-2 0,-3-3 0,0-2 0,-1-1 0,0-1 0,0 2 0,0 2 0,0 7 0,0 1 0,0 0 0,0-8 0,0-7 0</inkml:trace>
</inkml:ink>
</file>

<file path=ppt/ink/ink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13:38:20.24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88 210 24575,'0'-9'0,"-2"1"0,1-2 0,-2-2 0,-2-1 0,0-3 0,-2-1 0,0 1 0,0 3 0,1 3 0,1 2 0,0 1 0,1 0 0,0-1 0,1-1 0,1 1 0,1 1 0,0 0 0,1 1 0,-1 0 0,-1 1 0,-3 0 0,0 3 0,2 2 0,0 4 0,2 8 0,1 7 0,0 4 0,0-1 0,0-9 0,0-7 0</inkml:trace>
</inkml:ink>
</file>

<file path=ppt/ink/ink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13:38:20.24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1 251 24575,'0'-10'0,"0"-1"0,0 1 0,1-1 0,2 1 0,0-2 0,2-1 0,0 2 0,-1-1 0,0 3 0,-2 0 0,0 0 0,0-1 0,-1-1 0,-1 1 0,0 1 0,0 2 0,0 1 0,0-1 0,-2-1 0,-1-1 0,-1-1 0,-1 2 0,1 1 0,0-1 0,2 3 0,-1 0 0,2 2 0,1 2 0</inkml:trace>
</inkml:ink>
</file>

<file path=ppt/ink/ink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13:38:20.25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24575,'29'0'0,"12"0"0,19 0 0,18 4 0,-36-1 0,1 0 0,4 3 0,2-1 0,0 1 0,-1-1 0,0 0 0,0 1 0,-2-2 0,-1 1 0,-3-2 0,-2 0 0,38 5 0,-4 0 0,-6-1 0,-5 0 0,-6 1 0,-2-1 0,-6 1 0,-4-1 0,-8-1 0,-2-1 0,-2 2 0,-1 0 0,2 0 0,2 2 0,-2 1 0,1 0 0,0-1 0,0 3 0,0 0 0,-1-1 0,-4-1 0,-1 0 0,-1-1 0,-1 2 0,-1 0 0,-2 1 0,1-2 0,-1 0 0,-2-1 0,0 0 0,-3 0 0,-3-2 0,-3-1 0,-4-1 0,-4-2 0,-3 0 0</inkml:trace>
</inkml:ink>
</file>

<file path=ppt/ink/ink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13:38:20.25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24575,'18'0'0,"9"7"0,16 14 0,9 16 0,2 17 0,-27-21 0,0 2 0,-3 1 0,-2 3 0,1 3 0,-3 3 0,0 3 0,-3 1 0,0 1 0,-1-1 0,0 2 0,-1-1 0,-3-3 0,1-1 0,-1-3 0,0-2 0,7 35 0,-5-3 0,-4-1 0,-3 5 0,-4 2 0,0-4 0,-3-5 0,0-8 0,0-3 0,0-3 0,0 3 0,-4 2 0,-5 1 0,-5-1 0,-3-3 0,1-3 0,1 2 0,2-2 0,-2 1 0,0-2 0,0-6 0,0-4 0,1-6 0,0-5 0,1-4 0,-1-4 0,1 0 0,-2 0 0,-1 1 0,-1 2 0,1-3 0,3-2 0,2-6 0,7-8 0,1-4 0</inkml:trace>
</inkml:ink>
</file>

<file path=ppt/ink/ink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13:38:20.25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1 822 24575,'16'-17'0,"21"-19"0,-8 10 0,4-3 0,10-8 0,2-1 0,5-2 0,2-1 0,11-6 0,3 0 0,-20 14 0,1 1 0,-1 1 0,22-12 0,-1 2 0,-6 5 0,-2 5 0,-12 8 0,-2 3 0,-4 2 0,-1 4 0,0-1 0,0 1 0,0 1 0,0 1 0,1 1 0,1 2 0,0 0 0,2 0 0,-3 2 0,0 0 0,37-4 0,-10 0 0,-8 4 0,-2 2 0,-7 4 0,-1 1 0,-2 0 0,-1 0 0,2 0 0,0 0 0,1 0 0,2 0 0,-2 0 0,-5 0 0,-8 1 0,-12 1 0,-4 0 0,-7 2 0,-3-1 0,-2-1 0,1 0 0,5 1 0,6 6 0,1 3 0,1 1 0,-3-2 0,-6-3 0,-2 0 0,-6-4 0,-3-1 0</inkml:trace>
</inkml:ink>
</file>

<file path=ppt/ink/ink1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13:38:20.25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120 784 24575,'-10'-12'0,"0"3"0,-1-5 0,-3 3 0,3-1 0,-2 0 0,1-1 0,2-1 0,1-1 0,6-1 0,1 2 0,1 0 0,-1 1 0,0-1 0,-1 2 0,0 1 0,1 1 0,1-1 0,0-1 0,1 1 0,0 0 0,0 2 0,0 1 0,0-1 0,0-2 0,0 1 0,0-1 0,0 1 0,0-2 0,0 1 0,0-1 0,0 1 0,0-1 0,1-2 0,1-3 0,4 1 0,1 0 0,1 0 0,1-1 0,1 1 0,1 0 0,2 1 0,-2 1 0,-1 1 0,-1 3 0,-1 0 0,-1 0 0,1-1 0,0 2 0,1-3 0,2 0 0,5-3 0,3-2 0,1 1 0,-1 2 0,-1 1 0,-3 4 0,1 3 0,0 0 0,-1 2 0,-2-2 0,-1 0 0,0 2 0,0-1 0,-1 2 0,0 0 0,-2 1 0,0 1 0,-1-2 0,0 0 0,1 0 0,0 0 0,2 1 0,0 2 0,-1-1 0,2 1 0,0 0 0,3 0 0,1-1 0,-2-1 0,-1-1 0,-2 2 0,-2 1 0,3 0 0,0 0 0,0 0 0,2 0 0,-2 0 0,-1 0 0,2 0 0,3 0 0,4 0 0,2 0 0,1 0 0,-1 0 0,-1 0 0,-3 0 0,0 1 0,-3 2 0,1 3 0,0 0 0,-1-1 0,1 2 0,-1-1 0,1 0 0,-2 0 0,-1-2 0,-4 0 0,0 2 0,2-1 0,-3 0 0,3 0 0,-2-1 0,0 1 0,-1 2 0,-1 1 0,-2 3 0,0 0 0,1-1 0,-2 0 0,1-2 0,-1 1 0,-2 0 0,0 3 0,0 3 0,0 0 0,0 2 0,-1 1 0,-1 1 0,0 0 0,0-2 0,0-1 0,0-2 0,0 0 0,0 0 0,0-2 0,0 2 0,0 0 0,0 0 0,-1 2 0,-3-2 0,-1 0 0,-1 0 0,1 0 0,-1-1 0,1-1 0,-1-1 0,1-2 0,0 0 0,0-1 0,0-1 0,0 2 0,0 0 0,-1-1 0,1 1 0,-1 3 0,-3-1 0,0 2 0,-1-1 0,1 0 0,2-1 0,2-5 0,2-3 0</inkml:trace>
</inkml:ink>
</file>

<file path=ppt/ink/ink1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13:38:20.24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0 24575,'0'0'0</inkml:trace>
</inkml:ink>
</file>

<file path=ppt/ink/ink1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13:38:20.24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177 0 24575,'-13'0'0,"-2"0"0,-1 0 0,-1 0 0,-1 0 0,2 0 0,-3 0 0,-3 0 0,2 0 0,7 0 0,5 0 0</inkml:trace>
</inkml:ink>
</file>

<file path=ppt/ink/ink1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13:38:20.25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0 24575,'7'0'0,"2"0"0,1 0 0,2 0 0,0 0 0,1 1 0,1 1 0,-1 0 0,-2 0 0,-1 1 0,-1-2 0,0 2 0,1-1 0,1 1 0,1 0 0,1 0 0,1 0 0,0-1 0,0 0 0,0 0 0,0 0 0,-1-1 0,0 2 0,2 0 0,-2 0 0,1 0 0,-1 0 0,1 0 0,1-1 0,-2 0 0,1 1 0,0-1 0,0 1 0,-1 1 0,0 0 0,2-1 0,-2 1 0,1 0 0,0 0 0,-2-2 0,-2 2 0,-1-2 0,-2 0 0,1 1 0,2-1 0,1 1 0,2 0 0,0-1 0,-2-1 0,0 2 0,-1-2 0,0 3 0,1-1 0,-1 1 0,0-1 0,1-1 0,1 2 0,1-3 0,3 3 0,2 0 0,2 0 0,1 1 0,-1 0 0,0 0 0,-1-1 0,-1 2 0,0 0 0,0 0 0,1-2 0,0 1 0,-3-1 0,0 1 0,-2-2 0,1 0 0,2 2 0,-1-1 0,0 1 0,-1-1 0,1-1 0,0 2 0,0-2 0,-2 1 0,-1 0 0,-1 0 0,0 0 0,-1 2 0,2-1 0,2 1 0,-3-2 0,-1 1 0,1 2 0,1 0 0,0-1 0,0 0 0,-1-1 0,0 0 0,-2 1 0,2-1 0,0 1 0,0-1 0,0 0 0,-2-1 0,0 1 0,-2-1 0,1-1 0,1 1 0,2 1 0,-1 0 0,3 1 0,1 0 0,-2-1 0,0 0 0,-1-2 0,-4-1 0,-2 0 0,-3-1 0,-1 0 0</inkml:trace>
</inkml:ink>
</file>

<file path=ppt/ink/ink1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13:38:20.25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 24575,'0'0'0</inkml:trace>
</inkml:ink>
</file>

<file path=ppt/ink/ink1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13:38:20.25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159 263 24575,'0'-6'0,"0"-1"0,0 1 0,-1-3 0,0-1 0,-3-4 0,-1-3 0,1 0 0,-1-1 0,2 6 0,0 0 0,1 1 0,-1 1 0,1-1 0,1 1 0,1 0 0,0 0 0,0 2 0,0-2 0,0 1 0,-1 2 0,-2 3 0,0-2 0,0 0 0,-1-3 0,-1 1 0,-2 3 0,-1 5 0,-1 4 0,-4 9 0,-4 6 0,-1 5 0,3-2 0,5-5 0,5-1 0,3-2 0,2-1 0,0-5 0,-1-2 0</inkml:trace>
</inkml:ink>
</file>

<file path=ppt/ink/ink1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13:38:20.24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1805 90 24575,'-8'0'0,"1"-4"0,1 0 0,-2-2 0,-2 0 0,-2 1 0,-4-3 0,-2 1 0,0 1 0,-2 0 0,0 0 0,0 3 0,-1-2 0,0 1 0,0 2 0,3-1 0,0 0 0,-1 2 0,-1-2 0,-2 2 0,-2-1 0,-1-1 0,-1 2 0,-3 1 0,0 0 0,0 0 0,1 0 0,3 0 0,2 0 0,2 0 0,3 0 0,0 0 0,1 0 0,-3 0 0,-3 0 0,2 0 0,1 0 0,-2 0 0,0 0 0,-2 1 0,2 2 0,0 0 0,2 0 0,2 0 0,2 0 0,3-2 0,1 1 0,2 2 0,-1 0 0,-3 2 0,-1 1 0,-2 2 0,-1-1 0,1 0 0,-1 0 0,1 1 0,1 1 0,2 0 0,2 1 0,-1-1 0,3-1 0,1 0 0,2-4 0,0 1 0,0-2 0,-1 2 0,-2 2 0,0 1 0,-3 2 0,-1-1 0,1 2 0,-3-1 0,-2 1 0,-1 0 0,-1 0 0,0 2 0,0-1 0,0-1 0,2 0 0,-1-1 0,4 1 0,-1 0 0,-1 2 0,1 0 0,-1 1 0,2-1 0,3 0 0,0 1 0,-1-1 0,2 1 0,-1-1 0,1 0 0,-2 0 0,0 0 0,-3 1 0,1 2 0,1-1 0,-2 1 0,0 1 0,-1-1 0,1 0 0,3-1 0,0-4 0,4 0 0,2-4 0,0-2 0,1 0 0,-1 0 0,-2 1 0,-1 2 0,0-1 0,1-2 0,3-3 0,4-5 0,-5-7 0,6 3 0,-5-3 0</inkml:trace>
</inkml:ink>
</file>

<file path=ppt/ink/ink1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13:38:20.24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1 228 24575,'0'-9'0,"0"1"0,0 1 0,1-3 0,2 0 0,2-1 0,2-3 0,-1-1 0,1-2 0,-1 2 0,2-1 0,-3-1 0,1 3 0,-4-1 0,1 4 0,0 1 0,-1 1 0,-1 2 0,1 0 0,-2 4 0,1 1 0</inkml:trace>
</inkml:ink>
</file>

<file path=ppt/ink/ink1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13:38:20.24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0 24575,'10'0'0,"0"0"0,-3 1 0,0 1 0,-1-1 0,0 1 0,7 2 0,4 1 0,3 2 0,-2 2 0,-5-3 0,-3-1 0,0-2 0,1-2 0,0 4 0,3 0 0,2 1 0,0 1 0,-3-4 0,-4-1 0,-6-1 0</inkml:trace>
</inkml:ink>
</file>

<file path=ppt/ink/ink1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13:38:20.24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 24575,'0'0'0</inkml:trace>
</inkml:ink>
</file>

<file path=ppt/ink/ink1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13:38:20.24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104 1833 24575,'3'-23'0,"2"-10"0,6-8 0,4-5 0,1 0 0,-1 0 0,-1 0 0,-1-1 0,-3 2 0,-2 5 0,-3 6 0,-2 8 0,0 5 0,-2 6 0,3 2 0,-3 1 0,3-1 0,-1-1 0,-1-1 0,3-2 0,-1-3 0,1-3 0,1-3 0,0-3 0,-2-1 0,2 0 0,-2 0 0,-2 3 0,2 1 0,-2 0 0,0 3 0,-1-2 0,1-3 0,0-2 0,-1-1 0,-1 1 0,0 0 0,0 3 0,0 1 0,0-1 0,0 1 0,0 0 0,0 2 0,0-2 0,0 2 0,0-2 0,0 1 0,0 1 0,0-1 0,-1 1 0,-3 1 0,0 0 0,-1 0 0,0 0 0,-3-1 0,-1 0 0,0 0 0,-2-2 0,-1 1 0,-2 0 0,-3 0 0,0 1 0,1 2 0,3 3 0,2 4 0,1 4 0,0 0 0,0 2 0,0 1 0,-1-1 0,-1 2 0,0-2 0,0 1 0,0 0 0,2 0 0,-1 2 0,2 1 0,3 3 0,3 5 0,2 4 0,1 8 0,0 4 0,0 4 0,0-1 0,0-2 0,0-3 0,0-3 0,0-1 0,0-1 0,0-1 0,0-3 0,0 1 0,1 1 0,-1-4 0,2 0 0</inkml:trace>
</inkml:ink>
</file>

<file path=ppt/ink/ink1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13:38:20.25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0 24575,'12'0'0,"1"0"0,0 0 0,3 0 0,2 0 0,3 0 0,-3 0 0,-3 0 0,-6 0 0,1 0 0,4 0 0,3 0 0,1 0 0,-3 0 0,-4 0 0,-5 0 0,-3 0 0</inkml:trace>
</inkml:ink>
</file>

<file path=ppt/ink/ink1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13:38:20.24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1 507 24575,'1'-9'0,"3"-1"0,1 0 0,4-3 0,0-4 0,3-4 0,0-2 0,-2 0 0,-1 2 0,-1 4 0,0 1 0,2-3 0,0 2 0,1-1 0,1-1 0,-1 3 0,1-1 0,-1 4 0,-2 1 0,0 1 0,-1 2 0,0 0 0,0 0 0,0 0 0,2 0 0,0-2 0,1 0 0,1-1 0,-1 2 0,-1 1 0,-1 3 0,-2 0 0,2 1 0,1-2 0,3 2 0,0-1 0,0 0 0,1 0 0,0 0 0,0 1 0,2 0 0,2-1 0,0 1 0,2-1 0,-2 3 0,-2 0 0,0 2 0,0 1 0,3 0 0,3 0 0,0 0 0,2 0 0,-3 0 0,-1 0 0,-2 0 0,0 0 0,1 0 0,0 0 0,5 1 0,1 2 0,3 3 0,3 3 0,2 2 0,2 1 0,1 0 0,-2-2 0,-2 1 0,-1-1 0,-2 0 0,-5-1 0,-3-2 0,-3-1 0,-2 0 0,0 0 0,-1 2 0,3 1 0,1 0 0,3 3 0,0 1 0,2 1 0,1 1 0,-2-1 0,-4 1 0,-3-1 0,-3-2 0,1 0 0,-1-2 0,-1 2 0,-3-1 0,-2 1 0,-1-2 0,-2 1 0,2 2 0,-1-3 0,0 3 0,1-1 0,1 2 0,-1 2 0,0 0 0,-1 1 0,-1-2 0,-3-3 0,0-2 0,-1-1 0,0-1 0,0 2 0,0 2 0,0 7 0,0 1 0,0 0 0,0-8 0,0-7 0</inkml:trace>
</inkml:ink>
</file>

<file path=ppt/ink/ink1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13:38:20.24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88 210 24575,'0'-9'0,"-2"1"0,1-2 0,-2-2 0,-2-1 0,0-3 0,-2-1 0,0 1 0,0 3 0,1 3 0,1 2 0,0 1 0,1 0 0,0-1 0,1-1 0,1 1 0,1 1 0,0 0 0,1 1 0,-1 0 0,-1 1 0,-3 0 0,0 3 0,2 2 0,0 4 0,2 8 0,1 7 0,0 4 0,0-1 0,0-9 0,0-7 0</inkml:trace>
</inkml:ink>
</file>

<file path=ppt/ink/ink1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13:38:20.24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1 251 24575,'0'-10'0,"0"-1"0,0 1 0,1-1 0,2 1 0,0-2 0,2-1 0,0 2 0,-1-1 0,0 3 0,-2 0 0,0 0 0,0-1 0,-1-1 0,-1 1 0,0 1 0,0 2 0,0 1 0,0-1 0,-2-1 0,-1-1 0,-1-1 0,-1 2 0,1 1 0,0-1 0,2 3 0,-1 0 0,2 2 0,1 2 0</inkml:trace>
</inkml:ink>
</file>

<file path=ppt/ink/ink1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23:17:45.01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1 798 24575,'18'-16'0,"26"-20"0,-9 12 0,2-5 0,13-6 0,2-3 0,7-1 0,1 0 0,16-7 0,1 0 0,-25 13 0,3 2 0,1 1 0,22-11 0,0 2 0,-6 3 0,-4 7 0,-14 6 0,1 4 0,-8 1 0,0 3 0,-1 2 0,2 0 0,-3 1 0,2-2 0,2 5 0,0 0 0,-1 1 0,4-1 0,-5 3 0,2-2 0,43-4 0,-13 3 0,-9 2 0,-3 2 0,-6 4 0,-4 1 0,0 0 0,-2 0 0,2 0 0,0 0 0,2 0 0,1 0 0,-1 0 0,-7 0 0,-9 1 0,-12 1 0,-8-1 0,-8 4 0,-1-2 0,-3-2 0,1 2 0,6 0 0,6 5 0,1 4 0,2 1 0,-4-3 0,-6-2 0,-3-1 0,-8-2 0,-1-4 0</inkml:trace>
</inkml:ink>
</file>

<file path=ppt/ink/ink1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23:17:45.01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1300 24575,'62'-17'0,"20"-9"0,-16 5 0,9-1 0,-13 2 0,3 1 0,3-1 0,7 1 0,5-2 0,3 1-621,2-1 0,4-2 1,0 3 620,-17 3 0,-3 2 0,1 0 0,2 1 0,0-1 0,2 0 0,-2 1 0,0 0 0,2 0 0,-4 2 0,3-1 0,-1 1 0,1 0 0,3 0 0,-2 0 0,-2 2 0,17-4 0,1 3 0,-3-4 0,-1 1 0,-2 1 0,-2 0 0,0-1 0,-2-1 0,1 2-120,-6-2 1,1 0 0,1 0 119,-7 0 0,3 1 0,-1-1 0,-4 1 0,3-2 0,-4 3 0,0-2 0,-2 0 0,1 0-55,-6 2 0,2-2 0,-2 1 55,26-7 0,-1 1 0,-7 0 0,-5 2 0,-2 1 0,-4-1 670,-2 3 0,1-2-670,-1 1 0,4-3 429,0-1 1,-1 0-430,1-1 0,1 0 93,1 0 0,1 2-93,-5 2 0,0 3 0,-3 2 0,-1 0 0,1 3 0,2 0 0,-3 2 0,4-2 0,5-2 0,2 1 0,3-1 0,2 1 0,2 1 0,-3 0 0,0 2 0,-6 1 0,-5 3 0,-2 0 0,-8 1 0,0 2 0,-7 0 0,1 0 0,39 0 0,-11 0 0,-7 2 0,-10 4 0,-8 3 0,-9 4 0,-5 2 0,-6 0 0,-2 0 0,-9 2 0,2 4 0,1 2 0,-3 3 0,1 6 0,-3 3 0,1 3 0,0 3 0,1 1 0,-3-1 0,1 0 0,-5-6 0,-2-6 0,-2-3 0,-2 1 0,1 0 0,1 0 0,-4-1 0,1-5 0,-4 0 0,-2-6 0,1-3 0,-4-6 0,0-3 0</inkml:trace>
</inkml:ink>
</file>

<file path=ppt/ink/ink1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23:17:45.00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397 1221 24575,'-9'-10'0,"-6"-7"0,-13-8 0,-16-22 0,-10-16 0,24 26 0,2-3 0,-1-2 0,2-3 0,1 2 0,4 0 0,2-1 0,1 0 0,8 4 0,-1 2 0,-2-31 0,8 11 0,4 11 0,2 6 0,0 4 0,0 4 0,5 1 0,5-1 0,7 0 0,3 4 0,-2 3 0,1 5 0,-2 4 0,-1 0 0,6 2 0,3 0 0,4 1 0,8-6 0,5 4 0,5 0 0,3 1 0,4 3 0,8 1 0,-10 5 0,1 2 0,11 1 0,8 1 0,14 2 0,-6-1 0,-11 1 0,-4 0 0,1 0 0,-1 0 0,-6 4 0,-2 7 0,-7 4 0,-6 6 0,-8 2 0,-7 3 0,-6 0 0,-1 6 0,-2 5 0,2 2 0,-2 7 0,-1 4 0,-8 2 0,-6 6 0,-1-3 0,-4-1 0,0-8 0,0-3 0,0-7 0,0-1 0,0-2 0,0-5 0,0-4 0,0-1 0,0-7 0,0-3 0,0-1 0,-5 2 0,0 6 0,-7 7 0,-3 3 0,3-2 0,0-7 0,7-8 0,2-8 0,1-4 0</inkml:trace>
</inkml:ink>
</file>

<file path=ppt/ink/ink1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23:17:45.00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174 1657 24575,'37'0'0,"20"-3"0,15 0 0,15 0 0,5 0 0,-6 3 0,-1 0 0,-4-6 0,-8-7 0,-2-11 0,-4-9 0,-5-4 0,-2-2 0,-3 1 0,-10-2 0,-3 2 0,-7 1 0,-4 3 0,-1-2 0,-7 2 0,-8 1 0,-5 1 0,-9-1 0,-3-9 0,0-4 0,0-9 0,-5-10 0,-8-2 0,-14-6 0,10 36 0,-3-1 0,-2-2 0,0 3 0,-4-3 0,0-2 0,-2 4 0,-1-3 0,3 4 0,-6 2 0,1-3 0,0 4 0,0 1 0,1 4 0,-33-25 0,-5 8 0,0 6 0,-4 6 0,0 5 0,-1 4 0,3 4 0,-2 8 0,5 5 0,10 7 0,18 1 0,14 0 0,10 0 0,7 0 0,-4 1 0,-1 2 0,-3 9 0,-2 12 0,-5 7 0,-3 7 0,3 0 0,-1-1 0,6-1 0,5-2 0,-1 1 0,6-6 0,1 1 0,2-9 0,2-5 0,1-5 0,2-8 0,0 1 0</inkml:trace>
</inkml:ink>
</file>

<file path=ppt/ink/ink1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23:45:11.14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24575,'16'0'0,"5"2"0,15 7 0,14 8 0,13 10 0,5 6 0,2 4 0,-7-2 0,3 4 0,-5 2 0,-4-1 0,-3 1 0,-8-5 0,-1-1 0,-5-2 0,-4 0 0,0-2 0,-4 0 0,-2 0 0,-1 0 0,-4-1 0,-2 1 0,0 0 0,-3-1 0,1 1 0,-2 3 0,0 3 0,-3 4 0,-2 7 0,-1 3 0,-1 4 0,-2 1 0,-5-2 0,-3-1 0,-2 0 0,0 1 0,0 2 0,0 2 0,0 2 0,0-3 0,0-2 0,-1-6 0,-4-3 0,-3-5 0,-4-3 0,-1-4 0,-2 0 0,-3 2 0,-1 4 0,-2 5 0,-3 4 0,-3 1 0,-3-2 0,-1-2 0,2-8 0,5-3 0,5-6 0,4-5 0,0-1 0,-2-1 0,-1 1 0,0-2 0,1-1 0,3-4 0,6-3 0,1-2 0,0 0 0,-2 2 0,0 0 0,0 0 0,1-3 0,-1 2 0,-5 4 0,-4 9 0,-2 6 0,2 0 0,5-5 0,4-11 0,5-10 0,2-8 0,0-1 0,2 0 0</inkml:trace>
</inkml:ink>
</file>

<file path=ppt/ink/ink1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4T00:08:12.01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1 798 24575,'18'-16'0,"26"-20"0,-9 12 0,2-5 0,13-6 0,2-3 0,7-1 0,1 0 0,16-7 0,1 0 0,-25 13 0,3 2 0,1 1 0,22-11 0,0 2 0,-6 3 0,-4 7 0,-14 6 0,1 4 0,-8 1 0,0 3 0,-1 2 0,2 0 0,-3 1 0,2-2 0,2 5 0,0 0 0,-1 1 0,4-1 0,-5 3 0,2-2 0,43-4 0,-13 3 0,-9 2 0,-3 2 0,-6 4 0,-4 1 0,0 0 0,-2 0 0,2 0 0,0 0 0,2 0 0,1 0 0,-1 0 0,-7 0 0,-9 1 0,-12 1 0,-8-1 0,-8 4 0,-1-2 0,-3-2 0,1 2 0,6 0 0,6 5 0,1 4 0,2 1 0,-4-3 0,-6-2 0,-3-1 0,-8-2 0,-1-4 0</inkml:trace>
</inkml:ink>
</file>

<file path=ppt/ink/ink1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4T00:08:12.01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1300 24575,'62'-17'0,"20"-9"0,-16 5 0,9-1 0,-13 2 0,3 1 0,3-1 0,7 1 0,5-2 0,3 1-621,2-1 0,4-2 1,0 3 620,-17 3 0,-3 2 0,1 0 0,2 1 0,0-1 0,2 0 0,-2 1 0,0 0 0,2 0 0,-4 2 0,3-1 0,-1 1 0,1 0 0,3 0 0,-2 0 0,-2 2 0,17-4 0,1 3 0,-3-4 0,-1 1 0,-2 1 0,-2 0 0,0-1 0,-2-1 0,1 2-120,-6-2 1,1 0 0,1 0 119,-7 0 0,3 1 0,-1-1 0,-4 1 0,3-2 0,-4 3 0,0-2 0,-2 0 0,1 0-55,-6 2 0,2-2 0,-2 1 55,26-7 0,-1 1 0,-7 0 0,-5 2 0,-2 1 0,-4-1 670,-2 3 0,1-2-670,-1 1 0,4-3 429,0-1 1,-1 0-430,1-1 0,1 0 93,1 0 0,1 2-93,-5 2 0,0 3 0,-3 2 0,-1 0 0,1 3 0,2 0 0,-3 2 0,4-2 0,5-2 0,2 1 0,3-1 0,2 1 0,2 1 0,-3 0 0,0 2 0,-6 1 0,-5 3 0,-2 0 0,-8 1 0,0 2 0,-7 0 0,1 0 0,39 0 0,-11 0 0,-7 2 0,-10 4 0,-8 3 0,-9 4 0,-5 2 0,-6 0 0,-2 0 0,-9 2 0,2 4 0,1 2 0,-3 3 0,1 6 0,-3 3 0,1 3 0,0 3 0,1 1 0,-3-1 0,1 0 0,-5-6 0,-2-6 0,-2-3 0,-2 1 0,1 0 0,1 0 0,-4-1 0,1-5 0,-4 0 0,-2-6 0,1-3 0,-4-6 0,0-3 0</inkml:trace>
</inkml:ink>
</file>

<file path=ppt/ink/ink1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4T00:08:12.01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397 1221 24575,'-9'-10'0,"-6"-7"0,-13-8 0,-16-22 0,-10-16 0,24 26 0,2-3 0,-1-2 0,2-3 0,1 2 0,4 0 0,2-1 0,1 0 0,8 4 0,-1 2 0,-2-31 0,8 11 0,4 11 0,2 6 0,0 4 0,0 4 0,5 1 0,5-1 0,7 0 0,3 4 0,-2 3 0,1 5 0,-2 4 0,-1 0 0,6 2 0,3 0 0,4 1 0,8-6 0,5 4 0,5 0 0,3 1 0,4 3 0,8 1 0,-10 5 0,1 2 0,11 1 0,8 1 0,14 2 0,-6-1 0,-11 1 0,-4 0 0,1 0 0,-1 0 0,-6 4 0,-2 7 0,-7 4 0,-6 6 0,-8 2 0,-7 3 0,-6 0 0,-1 6 0,-2 5 0,2 2 0,-2 7 0,-1 4 0,-8 2 0,-6 6 0,-1-3 0,-4-1 0,0-8 0,0-3 0,0-7 0,0-1 0,0-2 0,0-5 0,0-4 0,0-1 0,0-7 0,0-3 0,0-1 0,-5 2 0,0 6 0,-7 7 0,-3 3 0,3-2 0,0-7 0,7-8 0,2-8 0,1-4 0</inkml:trace>
</inkml:ink>
</file>

<file path=ppt/ink/ink1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4T00:08:12.01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174 1657 24575,'37'0'0,"20"-3"0,15 0 0,15 0 0,5 0 0,-6 3 0,-1 0 0,-4-6 0,-8-7 0,-2-11 0,-4-9 0,-5-4 0,-2-2 0,-3 1 0,-10-2 0,-3 2 0,-7 1 0,-4 3 0,-1-2 0,-7 2 0,-8 1 0,-5 1 0,-9-1 0,-3-9 0,0-4 0,0-9 0,-5-10 0,-8-2 0,-14-6 0,10 36 0,-3-1 0,-2-2 0,0 3 0,-4-3 0,0-2 0,-2 4 0,-1-3 0,3 4 0,-6 2 0,1-3 0,0 4 0,0 1 0,1 4 0,-33-25 0,-5 8 0,0 6 0,-4 6 0,0 5 0,-1 4 0,3 4 0,-2 8 0,5 5 0,10 7 0,18 1 0,14 0 0,10 0 0,7 0 0,-4 1 0,-1 2 0,-3 9 0,-2 12 0,-5 7 0,-3 7 0,3 0 0,-1-1 0,6-1 0,5-2 0,-1 1 0,6-6 0,1 1 0,2-9 0,2-5 0,1-5 0,2-8 0,0 1 0</inkml:trace>
</inkml:ink>
</file>

<file path=ppt/ink/ink1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4T00:08:12.01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24575,'16'0'0,"5"2"0,15 7 0,14 8 0,13 10 0,5 6 0,2 4 0,-7-2 0,3 4 0,-5 2 0,-4-1 0,-3 1 0,-8-5 0,-1-1 0,-5-2 0,-4 0 0,0-2 0,-4 0 0,-2 0 0,-1 0 0,-4-1 0,-2 1 0,0 0 0,-3-1 0,1 1 0,-2 3 0,0 3 0,-3 4 0,-2 7 0,-1 3 0,-1 4 0,-2 1 0,-5-2 0,-3-1 0,-2 0 0,0 1 0,0 2 0,0 2 0,0 2 0,0-3 0,0-2 0,-1-6 0,-4-3 0,-3-5 0,-4-3 0,-1-4 0,-2 0 0,-3 2 0,-1 4 0,-2 5 0,-3 4 0,-3 1 0,-3-2 0,-1-2 0,2-8 0,5-3 0,5-6 0,4-5 0,0-1 0,-2-1 0,-1 1 0,0-2 0,1-1 0,3-4 0,6-3 0,1-2 0,0 0 0,-2 2 0,0 0 0,0 0 0,1-3 0,-1 2 0,-5 4 0,-4 9 0,-2 6 0,2 0 0,5-5 0,4-11 0,5-10 0,2-8 0,0-1 0,2 0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-1210"/>
            <a:ext cx="4160937" cy="37011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551" tIns="0" rIns="20551" bIns="0" numCol="1" anchor="t" anchorCtr="0" compatLnSpc="1">
            <a:prstTxWarp prst="textNoShape">
              <a:avLst/>
            </a:prstTxWarp>
          </a:bodyPr>
          <a:lstStyle>
            <a:lvl1pPr defTabSz="1020763">
              <a:defRPr sz="1100" i="1">
                <a:latin typeface="Times New Roman" pitchFamily="-109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2051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5440265" y="-1210"/>
            <a:ext cx="4160936" cy="37011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551" tIns="0" rIns="20551" bIns="0" numCol="1" anchor="t" anchorCtr="0" compatLnSpc="1">
            <a:prstTxWarp prst="textNoShape">
              <a:avLst/>
            </a:prstTxWarp>
          </a:bodyPr>
          <a:lstStyle>
            <a:lvl1pPr algn="r" defTabSz="1020763">
              <a:defRPr sz="1100" i="1">
                <a:latin typeface="Times New Roman" pitchFamily="-109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1988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2981325" y="560388"/>
            <a:ext cx="3635375" cy="2725737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</p:spPr>
      </p:sp>
      <p:sp>
        <p:nvSpPr>
          <p:cNvPr id="2053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1283494" y="3473753"/>
            <a:ext cx="7034213" cy="329232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101042" tIns="51377" rIns="101042" bIns="51377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2054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6945086"/>
            <a:ext cx="4160937" cy="37011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551" tIns="0" rIns="20551" bIns="0" numCol="1" anchor="b" anchorCtr="0" compatLnSpc="1">
            <a:prstTxWarp prst="textNoShape">
              <a:avLst/>
            </a:prstTxWarp>
          </a:bodyPr>
          <a:lstStyle>
            <a:lvl1pPr defTabSz="1020763">
              <a:defRPr sz="1100" i="1">
                <a:latin typeface="Times New Roman" pitchFamily="-109" charset="0"/>
              </a:defRPr>
            </a:lvl1pPr>
          </a:lstStyle>
          <a:p>
            <a:pPr>
              <a:defRPr/>
            </a:pPr>
            <a:r>
              <a:rPr lang="en-US"/>
              <a:t>Multivariate Analysis        Harrison B. Prosper       Durham, UK 2002</a:t>
            </a:r>
          </a:p>
        </p:txBody>
      </p:sp>
      <p:sp>
        <p:nvSpPr>
          <p:cNvPr id="2055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5440265" y="6945086"/>
            <a:ext cx="4160936" cy="37011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551" tIns="0" rIns="20551" bIns="0" numCol="1" anchor="b" anchorCtr="0" compatLnSpc="1">
            <a:prstTxWarp prst="textNoShape">
              <a:avLst/>
            </a:prstTxWarp>
          </a:bodyPr>
          <a:lstStyle>
            <a:lvl1pPr algn="r" defTabSz="1020763">
              <a:defRPr sz="1100" i="1">
                <a:latin typeface="Times New Roman" pitchFamily="-109" charset="0"/>
              </a:defRPr>
            </a:lvl1pPr>
          </a:lstStyle>
          <a:p>
            <a:pPr>
              <a:defRPr/>
            </a:pPr>
            <a:fld id="{887413D6-4D90-094B-878C-C9B479C8F2AA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dt="0"/>
  <p:notesStyle>
    <a:lvl1pPr algn="l" defTabSz="94615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-65" charset="0"/>
        <a:ea typeface="ＭＳ Ｐゴシック" pitchFamily="-109" charset="-128"/>
        <a:cs typeface="ＭＳ Ｐゴシック" pitchFamily="-109" charset="-128"/>
      </a:defRPr>
    </a:lvl1pPr>
    <a:lvl2pPr marL="468313" algn="l" defTabSz="94615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-65" charset="0"/>
        <a:ea typeface="ＭＳ Ｐゴシック" pitchFamily="-65" charset="-128"/>
        <a:cs typeface="+mn-cs"/>
      </a:defRPr>
    </a:lvl2pPr>
    <a:lvl3pPr marL="935038" algn="l" defTabSz="94615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-65" charset="0"/>
        <a:ea typeface="ＭＳ Ｐゴシック" pitchFamily="-65" charset="-128"/>
        <a:cs typeface="+mn-cs"/>
      </a:defRPr>
    </a:lvl3pPr>
    <a:lvl4pPr marL="1401763" algn="l" defTabSz="94615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-65" charset="0"/>
        <a:ea typeface="ＭＳ Ｐゴシック" pitchFamily="-65" charset="-128"/>
        <a:cs typeface="+mn-cs"/>
      </a:defRPr>
    </a:lvl4pPr>
    <a:lvl5pPr marL="1870075" algn="l" defTabSz="94615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-65" charset="0"/>
        <a:ea typeface="ＭＳ Ｐゴシック" pitchFamily="-65" charset="-128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0B9CF6-CBE9-7482-480C-9F812D1FB3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BCB98A7-AE06-4E9E-1D60-07EF72CF0EE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9F91F3B-1AB6-0DDA-01F7-3F38B334D8B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C9E505A-8090-5CE7-6BAB-8140DB950B9A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Multivariate Analysis        Harrison B. Prosper       Durham, UK 2002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A2A37AD-D791-73F4-5D7D-EF503B9A01F9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66443B50-C219-2D4B-99A1-EBCE7B69699C}" type="slidenum">
              <a:rPr lang="en-US" smtClean="0"/>
              <a:pPr>
                <a:defRPr/>
              </a:pPr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145455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Multivariate Analysis        Harrison B. Prosper       Durham, UK 2002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887413D6-4D90-094B-878C-C9B479C8F2AA}" type="slidenum">
              <a:rPr lang="en-US" smtClean="0"/>
              <a:pPr>
                <a:defRPr/>
              </a:pPr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924950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FC78A1-AF67-B9FA-8123-D461907CA4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5FFC0B0-EE64-C900-75E0-2A72672C1CE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83A6233-DA0B-985F-57CA-D59C7E5D27A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E703176-82E9-69A9-B517-B08D6F5DA80E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Multivariate Analysis        Harrison B. Prosper       Durham, UK 2002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6F34F33-3697-194D-DFBE-DE88B6BA453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887413D6-4D90-094B-878C-C9B479C8F2AA}" type="slidenum">
              <a:rPr lang="en-US" smtClean="0"/>
              <a:pPr>
                <a:defRPr/>
              </a:pPr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969867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380008-1A0B-7F2D-735F-BA77EBA9FE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79F7872-33E0-C719-5756-81848AFA07C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62505F2-493B-52BE-6D84-FC14C609AE8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4BC768C-3CC5-E812-A711-4C6E809BD79A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Multivariate Analysis        Harrison B. Prosper       Durham, UK 2002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3E56338-FFB2-3549-7AF3-D802671D1F8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887413D6-4D90-094B-878C-C9B479C8F2AA}" type="slidenum">
              <a:rPr lang="en-US" smtClean="0"/>
              <a:pPr>
                <a:defRPr/>
              </a:pPr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494795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53445A-D6FB-A62A-AC09-A66FB437B5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F835FB1-714C-669A-B60D-670002BC38E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4A57ADF-E851-9CBB-C5C4-8CDE0CB438B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65BB26D-327F-0750-8640-1C5FB45FFB30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Multivariate Analysis        Harrison B. Prosper       Durham, UK 2002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05374E3-0BA9-12E0-9592-AD75ADB53BE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887413D6-4D90-094B-878C-C9B479C8F2AA}" type="slidenum">
              <a:rPr lang="en-US" smtClean="0"/>
              <a:pPr>
                <a:defRPr/>
              </a:pPr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26064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845A0F-2676-3B2F-DA1A-350465CB57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8D2689E-9C91-678B-D738-0106730EA80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646D8A3-B876-F5CC-E646-7F077C703DB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4E306BA-A21D-CFC0-8BB3-971A78B6CEB5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Multivariate Analysis        Harrison B. Prosper       Durham, UK 2002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6EAE473-7A7A-374B-82C3-E848FF7638F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887413D6-4D90-094B-878C-C9B479C8F2AA}" type="slidenum">
              <a:rPr lang="en-US" smtClean="0"/>
              <a:pPr>
                <a:defRPr/>
              </a:pPr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301973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6A037F-64FB-BF0C-3368-E9DF66E784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CE2FB01-D733-0FEA-179B-736114BA798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0FB597E-0F1B-6563-8A3B-5016B8691F4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6A36072-2521-7B04-9458-6247896449A0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Multivariate Analysis        Harrison B. Prosper       Durham, UK 2002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709EE68-D825-94F1-5828-66EB418BA06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887413D6-4D90-094B-878C-C9B479C8F2AA}" type="slidenum">
              <a:rPr lang="en-US" smtClean="0"/>
              <a:pPr>
                <a:defRPr/>
              </a:pPr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229999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A3939F-422E-09FE-6158-5FEDB576B4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51D6F8F-545C-B388-BB29-A087BC053CD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FB7D5A0-D1ED-0C45-A875-83783D73B24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CC7824E-CF86-FEA3-A562-003C98FC8837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Multivariate Analysis        Harrison B. Prosper       Durham, UK 2002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92DD1E4-E259-029F-1FF2-A8EAF46E677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887413D6-4D90-094B-878C-C9B479C8F2AA}" type="slidenum">
              <a:rPr lang="en-US" smtClean="0"/>
              <a:pPr>
                <a:defRPr/>
              </a:pPr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54201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F1C853-703D-731B-964A-F2E07CA875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2F32020-2815-389E-64FF-52CE6B914DF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4934879-5E61-2903-B92B-AB52D9F5FF9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92E2AF2-E40F-924E-77E5-3D05BA5AF409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Multivariate Analysis        Harrison B. Prosper       Durham, UK 2002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F28A72-B423-EBD3-C7B9-FDFB0FD05EC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887413D6-4D90-094B-878C-C9B479C8F2AA}" type="slidenum">
              <a:rPr lang="en-US" smtClean="0"/>
              <a:pPr>
                <a:defRPr/>
              </a:pPr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124526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59DA59-32B1-FA09-B06B-BF53DBB1FD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4FCF62A-37C1-A6BA-0A33-E94FC4F5AD3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68D6728-F0E2-C8BA-6AD4-A3F82B773A5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4EDF834-5486-85E2-3996-1A756D482426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Multivariate Analysis        Harrison B. Prosper       Durham, UK 2002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58F59C6-DEB3-02B6-DFEC-1C528AB7C77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887413D6-4D90-094B-878C-C9B479C8F2AA}" type="slidenum">
              <a:rPr lang="en-US" smtClean="0"/>
              <a:pPr>
                <a:defRPr/>
              </a:pPr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937375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4F336C-0A54-4086-4957-5D3CA545E0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B92C68F-AFE8-2348-DF07-42BB9511803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8F5CBA7-83F7-2FD1-A358-7BE29ADCC6D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3E5F080-0B0A-FA29-C5F6-1C6E52260458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Multivariate Analysis        Harrison B. Prosper       Durham, UK 2002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FC82BC9-94F8-1B6B-0ED1-F4533476A1C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887413D6-4D90-094B-878C-C9B479C8F2AA}" type="slidenum">
              <a:rPr lang="en-US" smtClean="0"/>
              <a:pPr>
                <a:defRPr/>
              </a:pPr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519828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11200" y="1295400"/>
            <a:ext cx="7747000" cy="4819650"/>
          </a:xfrm>
        </p:spPr>
        <p:txBody>
          <a:bodyPr/>
          <a:lstStyle>
            <a:lvl1pPr>
              <a:defRPr sz="24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DF4C301C-9EF7-E355-B6C7-8432896307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684F67-D0EA-C8DB-1288-825F84C1E4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5325684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11200" y="1295400"/>
            <a:ext cx="3810000" cy="4819650"/>
          </a:xfrm>
        </p:spPr>
        <p:txBody>
          <a:bodyPr/>
          <a:lstStyle>
            <a:lvl1pPr>
              <a:defRPr sz="24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73600" y="1295400"/>
            <a:ext cx="3810000" cy="4819650"/>
          </a:xfrm>
        </p:spPr>
        <p:txBody>
          <a:bodyPr/>
          <a:lstStyle>
            <a:lvl1pPr>
              <a:defRPr sz="24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274808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11200" y="1295400"/>
            <a:ext cx="5156200" cy="4819650"/>
          </a:xfrm>
        </p:spPr>
        <p:txBody>
          <a:bodyPr/>
          <a:lstStyle>
            <a:lvl1pPr>
              <a:defRPr sz="24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1504132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 Slide"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914400" y="2825496"/>
            <a:ext cx="7772400" cy="1975104"/>
          </a:xfrm>
        </p:spPr>
        <p:txBody>
          <a:bodyPr/>
          <a:lstStyle>
            <a:lvl1pPr marR="9144" algn="l">
              <a:defRPr sz="3600" b="1" cap="all" spc="0" baseline="0">
                <a:effectLst>
                  <a:reflection blurRad="12700" stA="34000" endA="740" endPos="53000" dir="5400000" sy="-100000" algn="bl" rotWithShape="0"/>
                </a:effectLst>
                <a:latin typeface="Arial"/>
                <a:cs typeface="Arial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58CF78B-6BF1-F401-D2E4-0AA44F61548A}"/>
              </a:ext>
            </a:extLst>
          </p:cNvPr>
          <p:cNvSpPr/>
          <p:nvPr userDrawn="1"/>
        </p:nvSpPr>
        <p:spPr bwMode="auto">
          <a:xfrm>
            <a:off x="6705600" y="5867400"/>
            <a:ext cx="914400" cy="914400"/>
          </a:xfrm>
          <a:prstGeom prst="rect">
            <a:avLst/>
          </a:prstGeom>
          <a:noFill/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itchFamily="-65" charset="0"/>
            </a:endParaRPr>
          </a:p>
        </p:txBody>
      </p:sp>
      <p:sp useBgFill="1">
        <p:nvSpPr>
          <p:cNvPr id="4" name="Rectangle 3">
            <a:extLst>
              <a:ext uri="{FF2B5EF4-FFF2-40B4-BE49-F238E27FC236}">
                <a16:creationId xmlns:a16="http://schemas.microsoft.com/office/drawing/2014/main" id="{E472BB36-DE68-CDFF-8FB2-4944562CAFD5}"/>
              </a:ext>
            </a:extLst>
          </p:cNvPr>
          <p:cNvSpPr/>
          <p:nvPr userDrawn="1"/>
        </p:nvSpPr>
        <p:spPr bwMode="auto">
          <a:xfrm>
            <a:off x="8449294" y="6458197"/>
            <a:ext cx="685800" cy="381000"/>
          </a:xfrm>
          <a:prstGeom prst="rect">
            <a:avLst/>
          </a:prstGeom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itchFamily="-65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84224090"/>
      </p:ext>
    </p:extLst>
  </p:cSld>
  <p:clrMapOvr>
    <a:masterClrMapping/>
  </p:clrMapOvr>
  <p:transition>
    <p:fade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Title Slide"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ctrTitle" hasCustomPrompt="1"/>
          </p:nvPr>
        </p:nvSpPr>
        <p:spPr>
          <a:xfrm>
            <a:off x="914400" y="1377696"/>
            <a:ext cx="7772400" cy="1975104"/>
          </a:xfrm>
        </p:spPr>
        <p:txBody>
          <a:bodyPr/>
          <a:lstStyle>
            <a:lvl1pPr marR="9144" algn="l">
              <a:defRPr sz="3600" b="1" cap="all" spc="0" baseline="0">
                <a:effectLst>
                  <a:reflection blurRad="12700" stA="34000" endA="740" endPos="53000" dir="5400000" sy="-100000" algn="bl" rotWithShape="0"/>
                </a:effectLst>
                <a:latin typeface="Arial"/>
                <a:cs typeface="Arial"/>
              </a:defRPr>
            </a:lvl1pPr>
          </a:lstStyle>
          <a:p>
            <a:r>
              <a:rPr lang="en-US" dirty="0"/>
              <a:t>Machine Learning in physics</a:t>
            </a:r>
            <a:br>
              <a:rPr lang="en-US" dirty="0"/>
            </a:br>
            <a:br>
              <a:rPr lang="en-US" dirty="0"/>
            </a:br>
            <a:endParaRPr lang="en-US" dirty="0"/>
          </a:p>
        </p:txBody>
      </p:sp>
      <p:sp>
        <p:nvSpPr>
          <p:cNvPr id="2" name="Title 7">
            <a:extLst>
              <a:ext uri="{FF2B5EF4-FFF2-40B4-BE49-F238E27FC236}">
                <a16:creationId xmlns:a16="http://schemas.microsoft.com/office/drawing/2014/main" id="{D9514EB4-1C3F-7203-17FC-7424F799880C}"/>
              </a:ext>
            </a:extLst>
          </p:cNvPr>
          <p:cNvSpPr txBox="1">
            <a:spLocks/>
          </p:cNvSpPr>
          <p:nvPr userDrawn="1"/>
        </p:nvSpPr>
        <p:spPr bwMode="auto">
          <a:xfrm>
            <a:off x="914400" y="3511296"/>
            <a:ext cx="7772400" cy="197510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2075" tIns="46038" rIns="92075" bIns="46038" numCol="1" anchor="ctr" anchorCtr="0" compatLnSpc="1">
            <a:prstTxWarp prst="textNoShape">
              <a:avLst/>
            </a:prstTxWarp>
          </a:bodyPr>
          <a:lstStyle>
            <a:lvl1pPr marR="9144" algn="l" rtl="0" eaLnBrk="0" fontAlgn="base" hangingPunct="0">
              <a:spcBef>
                <a:spcPct val="0"/>
              </a:spcBef>
              <a:spcAft>
                <a:spcPct val="0"/>
              </a:spcAft>
              <a:defRPr sz="3600" b="1" cap="all" spc="0" baseline="0">
                <a:solidFill>
                  <a:srgbClr val="0000CC"/>
                </a:solidFill>
                <a:effectLst>
                  <a:reflection blurRad="12700" stA="34000" endA="740" endPos="53000" dir="5400000" sy="-100000" algn="bl" rotWithShape="0"/>
                </a:effectLst>
                <a:latin typeface="Arial"/>
                <a:ea typeface="ＭＳ Ｐゴシック" pitchFamily="-109" charset="-128"/>
                <a:cs typeface="Arial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CC"/>
                </a:solidFill>
                <a:effectLst>
                  <a:outerShdw blurRad="38100" dist="38100" dir="2700000" algn="tl">
                    <a:srgbClr val="DDDDDD"/>
                  </a:outerShdw>
                </a:effectLst>
                <a:latin typeface="Times New Roman" pitchFamily="-65" charset="0"/>
                <a:ea typeface="ＭＳ Ｐゴシック" pitchFamily="-109" charset="-128"/>
                <a:cs typeface="ＭＳ Ｐゴシック" pitchFamily="-109" charset="-128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CC"/>
                </a:solidFill>
                <a:effectLst>
                  <a:outerShdw blurRad="38100" dist="38100" dir="2700000" algn="tl">
                    <a:srgbClr val="DDDDDD"/>
                  </a:outerShdw>
                </a:effectLst>
                <a:latin typeface="Times New Roman" pitchFamily="-65" charset="0"/>
                <a:ea typeface="ＭＳ Ｐゴシック" pitchFamily="-109" charset="-128"/>
                <a:cs typeface="ＭＳ Ｐゴシック" pitchFamily="-109" charset="-128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CC"/>
                </a:solidFill>
                <a:effectLst>
                  <a:outerShdw blurRad="38100" dist="38100" dir="2700000" algn="tl">
                    <a:srgbClr val="DDDDDD"/>
                  </a:outerShdw>
                </a:effectLst>
                <a:latin typeface="Times New Roman" pitchFamily="-65" charset="0"/>
                <a:ea typeface="ＭＳ Ｐゴシック" pitchFamily="-109" charset="-128"/>
                <a:cs typeface="ＭＳ Ｐゴシック" pitchFamily="-109" charset="-128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CC"/>
                </a:solidFill>
                <a:effectLst>
                  <a:outerShdw blurRad="38100" dist="38100" dir="2700000" algn="tl">
                    <a:srgbClr val="DDDDDD"/>
                  </a:outerShdw>
                </a:effectLst>
                <a:latin typeface="Times New Roman" pitchFamily="-65" charset="0"/>
                <a:ea typeface="ＭＳ Ｐゴシック" pitchFamily="-109" charset="-128"/>
                <a:cs typeface="ＭＳ Ｐゴシック" pitchFamily="-109" charset="-128"/>
              </a:defRPr>
            </a:lvl5pPr>
            <a:lvl6pPr marL="457200" algn="ctr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CC"/>
                </a:solidFill>
                <a:effectLst>
                  <a:outerShdw blurRad="38100" dist="38100" dir="2700000" algn="tl">
                    <a:srgbClr val="DDDDDD"/>
                  </a:outerShdw>
                </a:effectLst>
                <a:latin typeface="Times New Roman" pitchFamily="-65" charset="0"/>
              </a:defRPr>
            </a:lvl6pPr>
            <a:lvl7pPr marL="914400" algn="ctr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CC"/>
                </a:solidFill>
                <a:effectLst>
                  <a:outerShdw blurRad="38100" dist="38100" dir="2700000" algn="tl">
                    <a:srgbClr val="DDDDDD"/>
                  </a:outerShdw>
                </a:effectLst>
                <a:latin typeface="Times New Roman" pitchFamily="-65" charset="0"/>
              </a:defRPr>
            </a:lvl7pPr>
            <a:lvl8pPr marL="1371600" algn="ctr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CC"/>
                </a:solidFill>
                <a:effectLst>
                  <a:outerShdw blurRad="38100" dist="38100" dir="2700000" algn="tl">
                    <a:srgbClr val="DDDDDD"/>
                  </a:outerShdw>
                </a:effectLst>
                <a:latin typeface="Times New Roman" pitchFamily="-65" charset="0"/>
              </a:defRPr>
            </a:lvl8pPr>
            <a:lvl9pPr marL="1828800" algn="ctr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CC"/>
                </a:solidFill>
                <a:effectLst>
                  <a:outerShdw blurRad="38100" dist="38100" dir="2700000" algn="tl">
                    <a:srgbClr val="DDDDDD"/>
                  </a:outerShdw>
                </a:effectLst>
                <a:latin typeface="Times New Roman" pitchFamily="-65" charset="0"/>
              </a:defRPr>
            </a:lvl9pPr>
          </a:lstStyle>
          <a:p>
            <a:r>
              <a:rPr lang="en-US" sz="2400" b="0" i="0" kern="0" cap="small" baseline="0" dirty="0">
                <a:solidFill>
                  <a:schemeClr val="tx1"/>
                </a:solidFill>
                <a:latin typeface="+mn-lt"/>
              </a:rPr>
              <a:t>Harrison B. prosper</a:t>
            </a:r>
          </a:p>
          <a:p>
            <a:endParaRPr lang="en-US" sz="2400" b="0" i="0" kern="0" cap="small" baseline="0" dirty="0">
              <a:solidFill>
                <a:schemeClr val="tx1"/>
              </a:solidFill>
              <a:latin typeface="+mn-lt"/>
            </a:endParaRPr>
          </a:p>
          <a:p>
            <a:r>
              <a:rPr lang="en-US" sz="2400" b="0" i="0" kern="0" cap="small" baseline="0" dirty="0">
                <a:solidFill>
                  <a:schemeClr val="tx1"/>
                </a:solidFill>
                <a:latin typeface="+mn-lt"/>
              </a:rPr>
              <a:t>PHY6937 / PHY4936</a:t>
            </a:r>
            <a:endParaRPr lang="en-US" sz="2800" b="0" i="0" kern="0" cap="small" baseline="0" dirty="0">
              <a:solidFill>
                <a:schemeClr val="tx1"/>
              </a:solidFill>
              <a:latin typeface="+mn-lt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5EC9E5B-8A28-1B6B-D3E7-3E9521354FBE}"/>
              </a:ext>
            </a:extLst>
          </p:cNvPr>
          <p:cNvSpPr/>
          <p:nvPr userDrawn="1"/>
        </p:nvSpPr>
        <p:spPr bwMode="auto">
          <a:xfrm>
            <a:off x="762000" y="3511296"/>
            <a:ext cx="914400" cy="914400"/>
          </a:xfrm>
          <a:prstGeom prst="rect">
            <a:avLst/>
          </a:prstGeom>
          <a:noFill/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itchFamily="-65" charset="0"/>
            </a:endParaRPr>
          </a:p>
        </p:txBody>
      </p:sp>
      <p:sp useBgFill="1">
        <p:nvSpPr>
          <p:cNvPr id="4" name="Rectangle 3">
            <a:extLst>
              <a:ext uri="{FF2B5EF4-FFF2-40B4-BE49-F238E27FC236}">
                <a16:creationId xmlns:a16="http://schemas.microsoft.com/office/drawing/2014/main" id="{DF16E033-80B5-2ADB-62C6-C637CCE38381}"/>
              </a:ext>
            </a:extLst>
          </p:cNvPr>
          <p:cNvSpPr/>
          <p:nvPr userDrawn="1"/>
        </p:nvSpPr>
        <p:spPr bwMode="auto">
          <a:xfrm>
            <a:off x="8449294" y="6458197"/>
            <a:ext cx="685800" cy="381000"/>
          </a:xfrm>
          <a:prstGeom prst="rect">
            <a:avLst/>
          </a:prstGeom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itchFamily="-65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01069620"/>
      </p:ext>
    </p:extLst>
  </p:cSld>
  <p:clrMapOvr>
    <a:masterClrMapping/>
  </p:clrMapOvr>
  <p:transition>
    <p:fade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323850"/>
            <a:ext cx="7772400" cy="83820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Rectangle 8"/>
          <p:cNvSpPr>
            <a:spLocks noGrp="1" noChangeArrowheads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5" name="Rectangle 9"/>
          <p:cNvSpPr>
            <a:spLocks noGrp="1" noChangeArrowheads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6843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685800" y="228600"/>
            <a:ext cx="7772400" cy="838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2075" tIns="46038" rIns="92075" bIns="46038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711200" y="1295400"/>
            <a:ext cx="7772400" cy="48196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2075" tIns="46038" rIns="92075" bIns="46038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DC0F15DE-6B04-7264-D863-843F42C0E0E9}"/>
              </a:ext>
            </a:extLst>
          </p:cNvPr>
          <p:cNvCxnSpPr/>
          <p:nvPr userDrawn="1"/>
        </p:nvCxnSpPr>
        <p:spPr bwMode="auto">
          <a:xfrm>
            <a:off x="0" y="6400800"/>
            <a:ext cx="9144000" cy="0"/>
          </a:xfrm>
          <a:prstGeom prst="line">
            <a:avLst/>
          </a:prstGeom>
          <a:noFill/>
          <a:ln w="12700" cap="flat" cmpd="sng" algn="ctr">
            <a:solidFill>
              <a:srgbClr val="0033CC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82220806-BEE9-EFFE-0921-DFEF6BB8FA1D}"/>
              </a:ext>
            </a:extLst>
          </p:cNvPr>
          <p:cNvSpPr txBox="1"/>
          <p:nvPr userDrawn="1"/>
        </p:nvSpPr>
        <p:spPr>
          <a:xfrm>
            <a:off x="11474" y="6474023"/>
            <a:ext cx="270939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FSU: Machine Learning in Physics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4B4AF15-DD31-995A-6565-3F133A45E1D8}"/>
              </a:ext>
            </a:extLst>
          </p:cNvPr>
          <p:cNvSpPr txBox="1"/>
          <p:nvPr userDrawn="1"/>
        </p:nvSpPr>
        <p:spPr>
          <a:xfrm>
            <a:off x="8642684" y="6443246"/>
            <a:ext cx="42511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79503ECA-0FA0-C844-BE1C-9E0ADD6C9254}" type="slidenum">
              <a:rPr lang="en-US" sz="1600" smtClean="0"/>
              <a:t>‹#›</a:t>
            </a:fld>
            <a:endParaRPr lang="en-US" sz="1600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82" r:id="rId1"/>
    <p:sldLayoutId id="2147483890" r:id="rId2"/>
    <p:sldLayoutId id="2147483889" r:id="rId3"/>
    <p:sldLayoutId id="2147483891" r:id="rId4"/>
    <p:sldLayoutId id="2147483885" r:id="rId5"/>
    <p:sldLayoutId id="2147483886" r:id="rId6"/>
    <p:sldLayoutId id="2147483892" r:id="rId7"/>
    <p:sldLayoutId id="2147483893" r:id="rId8"/>
  </p:sldLayoutIdLst>
  <p:hf hdr="0" dt="0"/>
  <p:txStyles>
    <p:titleStyle>
      <a:lvl1pPr algn="ctr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000CC"/>
          </a:solidFill>
          <a:effectLst>
            <a:outerShdw blurRad="38100" dist="38100" dir="2700000" algn="tl">
              <a:srgbClr val="DDDDDD"/>
            </a:outerShdw>
          </a:effectLst>
          <a:latin typeface="Times New Roman"/>
          <a:ea typeface="ＭＳ Ｐゴシック" pitchFamily="-109" charset="-128"/>
          <a:cs typeface="Times New Roman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000CC"/>
          </a:solidFill>
          <a:effectLst>
            <a:outerShdw blurRad="38100" dist="38100" dir="2700000" algn="tl">
              <a:srgbClr val="DDDDDD"/>
            </a:outerShdw>
          </a:effectLst>
          <a:latin typeface="Times New Roman" pitchFamily="-65" charset="0"/>
          <a:ea typeface="ＭＳ Ｐゴシック" pitchFamily="-109" charset="-128"/>
          <a:cs typeface="ＭＳ Ｐゴシック" pitchFamily="-109" charset="-128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000CC"/>
          </a:solidFill>
          <a:effectLst>
            <a:outerShdw blurRad="38100" dist="38100" dir="2700000" algn="tl">
              <a:srgbClr val="DDDDDD"/>
            </a:outerShdw>
          </a:effectLst>
          <a:latin typeface="Times New Roman" pitchFamily="-65" charset="0"/>
          <a:ea typeface="ＭＳ Ｐゴシック" pitchFamily="-109" charset="-128"/>
          <a:cs typeface="ＭＳ Ｐゴシック" pitchFamily="-109" charset="-128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000CC"/>
          </a:solidFill>
          <a:effectLst>
            <a:outerShdw blurRad="38100" dist="38100" dir="2700000" algn="tl">
              <a:srgbClr val="DDDDDD"/>
            </a:outerShdw>
          </a:effectLst>
          <a:latin typeface="Times New Roman" pitchFamily="-65" charset="0"/>
          <a:ea typeface="ＭＳ Ｐゴシック" pitchFamily="-109" charset="-128"/>
          <a:cs typeface="ＭＳ Ｐゴシック" pitchFamily="-109" charset="-128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000CC"/>
          </a:solidFill>
          <a:effectLst>
            <a:outerShdw blurRad="38100" dist="38100" dir="2700000" algn="tl">
              <a:srgbClr val="DDDDDD"/>
            </a:outerShdw>
          </a:effectLst>
          <a:latin typeface="Times New Roman" pitchFamily="-65" charset="0"/>
          <a:ea typeface="ＭＳ Ｐゴシック" pitchFamily="-109" charset="-128"/>
          <a:cs typeface="ＭＳ Ｐゴシック" pitchFamily="-109" charset="-128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000CC"/>
          </a:solidFill>
          <a:effectLst>
            <a:outerShdw blurRad="38100" dist="38100" dir="2700000" algn="tl">
              <a:srgbClr val="DDDDDD"/>
            </a:outerShdw>
          </a:effectLst>
          <a:latin typeface="Times New Roman" pitchFamily="-65" charset="0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000CC"/>
          </a:solidFill>
          <a:effectLst>
            <a:outerShdw blurRad="38100" dist="38100" dir="2700000" algn="tl">
              <a:srgbClr val="DDDDDD"/>
            </a:outerShdw>
          </a:effectLst>
          <a:latin typeface="Times New Roman" pitchFamily="-65" charset="0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000CC"/>
          </a:solidFill>
          <a:effectLst>
            <a:outerShdw blurRad="38100" dist="38100" dir="2700000" algn="tl">
              <a:srgbClr val="DDDDDD"/>
            </a:outerShdw>
          </a:effectLst>
          <a:latin typeface="Times New Roman" pitchFamily="-65" charset="0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000CC"/>
          </a:solidFill>
          <a:effectLst>
            <a:outerShdw blurRad="38100" dist="38100" dir="2700000" algn="tl">
              <a:srgbClr val="DDDDDD"/>
            </a:outerShdw>
          </a:effectLst>
          <a:latin typeface="Times New Roman" pitchFamily="-65" charset="0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Clr>
          <a:srgbClr val="CC0000"/>
        </a:buClr>
        <a:buFont typeface="Wingdings" pitchFamily="2" charset="2"/>
        <a:buChar char="Ø"/>
        <a:defRPr sz="2400">
          <a:solidFill>
            <a:schemeClr val="tx1"/>
          </a:solidFill>
          <a:latin typeface="Times New Roman"/>
          <a:ea typeface="ＭＳ Ｐゴシック" pitchFamily="-109" charset="-128"/>
          <a:cs typeface="Times New Roman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Clr>
          <a:srgbClr val="009900"/>
        </a:buClr>
        <a:buFont typeface="Wingdings" pitchFamily="2" charset="2"/>
        <a:buChar char="Ø"/>
        <a:defRPr sz="2400">
          <a:solidFill>
            <a:schemeClr val="tx1"/>
          </a:solidFill>
          <a:latin typeface="Times New Roman"/>
          <a:ea typeface="ＭＳ Ｐゴシック" pitchFamily="-65" charset="-128"/>
          <a:cs typeface="Times New Roman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Clr>
          <a:srgbClr val="0000CC"/>
        </a:buClr>
        <a:buFont typeface="Wingdings" pitchFamily="2" charset="2"/>
        <a:buChar char="Ø"/>
        <a:defRPr sz="2400">
          <a:solidFill>
            <a:schemeClr val="tx1"/>
          </a:solidFill>
          <a:latin typeface="Times New Roman"/>
          <a:ea typeface="ＭＳ Ｐゴシック" pitchFamily="-65" charset="-128"/>
          <a:cs typeface="Times New Roman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Font typeface="Wingdings" pitchFamily="2" charset="2"/>
        <a:buChar char="Ø"/>
        <a:defRPr sz="2000">
          <a:solidFill>
            <a:schemeClr val="tx1"/>
          </a:solidFill>
          <a:latin typeface="Times New Roman"/>
          <a:ea typeface="ＭＳ Ｐゴシック" pitchFamily="-65" charset="-128"/>
          <a:cs typeface="Times New Roman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Font typeface="Wingdings" pitchFamily="2" charset="2"/>
        <a:buChar char="Ø"/>
        <a:defRPr sz="2000">
          <a:solidFill>
            <a:schemeClr val="tx1"/>
          </a:solidFill>
          <a:latin typeface="Times New Roman"/>
          <a:ea typeface="ＭＳ Ｐゴシック" pitchFamily="-65" charset="-128"/>
          <a:cs typeface="Times New Roman"/>
        </a:defRPr>
      </a:lvl5pPr>
      <a:lvl6pPr marL="2514600" indent="-228600" algn="l" rtl="0" eaLnBrk="1" fontAlgn="base" hangingPunct="1">
        <a:spcBef>
          <a:spcPct val="20000"/>
        </a:spcBef>
        <a:spcAft>
          <a:spcPct val="0"/>
        </a:spcAft>
        <a:buChar char="•"/>
        <a:defRPr sz="2000">
          <a:solidFill>
            <a:schemeClr val="tx1"/>
          </a:solidFill>
          <a:latin typeface="+mn-lt"/>
          <a:ea typeface="ＭＳ Ｐゴシック" pitchFamily="-65" charset="-128"/>
        </a:defRPr>
      </a:lvl6pPr>
      <a:lvl7pPr marL="2971800" indent="-228600" algn="l" rtl="0" eaLnBrk="1" fontAlgn="base" hangingPunct="1">
        <a:spcBef>
          <a:spcPct val="20000"/>
        </a:spcBef>
        <a:spcAft>
          <a:spcPct val="0"/>
        </a:spcAft>
        <a:buChar char="•"/>
        <a:defRPr sz="2000">
          <a:solidFill>
            <a:schemeClr val="tx1"/>
          </a:solidFill>
          <a:latin typeface="+mn-lt"/>
          <a:ea typeface="ＭＳ Ｐゴシック" pitchFamily="-65" charset="-128"/>
        </a:defRPr>
      </a:lvl7pPr>
      <a:lvl8pPr marL="3429000" indent="-228600" algn="l" rtl="0" eaLnBrk="1" fontAlgn="base" hangingPunct="1">
        <a:spcBef>
          <a:spcPct val="20000"/>
        </a:spcBef>
        <a:spcAft>
          <a:spcPct val="0"/>
        </a:spcAft>
        <a:buChar char="•"/>
        <a:defRPr sz="2000">
          <a:solidFill>
            <a:schemeClr val="tx1"/>
          </a:solidFill>
          <a:latin typeface="+mn-lt"/>
          <a:ea typeface="ＭＳ Ｐゴシック" pitchFamily="-65" charset="-128"/>
        </a:defRPr>
      </a:lvl8pPr>
      <a:lvl9pPr marL="3886200" indent="-228600" algn="l" rtl="0" eaLnBrk="1" fontAlgn="base" hangingPunct="1">
        <a:spcBef>
          <a:spcPct val="20000"/>
        </a:spcBef>
        <a:spcAft>
          <a:spcPct val="0"/>
        </a:spcAft>
        <a:buChar char="•"/>
        <a:defRPr sz="2000">
          <a:solidFill>
            <a:schemeClr val="tx1"/>
          </a:solidFill>
          <a:latin typeface="+mn-lt"/>
          <a:ea typeface="ＭＳ Ｐゴシック" pitchFamily="-65" charset="-128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3" Type="http://schemas.openxmlformats.org/officeDocument/2006/relationships/image" Target="../media/image6.png"/><Relationship Id="rId18" Type="http://schemas.openxmlformats.org/officeDocument/2006/relationships/customXml" Target="../ink/ink9.xml"/><Relationship Id="rId26" Type="http://schemas.openxmlformats.org/officeDocument/2006/relationships/customXml" Target="../ink/ink15.xml"/><Relationship Id="rId39" Type="http://schemas.openxmlformats.org/officeDocument/2006/relationships/customXml" Target="../ink/ink28.xml"/><Relationship Id="rId21" Type="http://schemas.openxmlformats.org/officeDocument/2006/relationships/image" Target="../media/image10.png"/><Relationship Id="rId34" Type="http://schemas.openxmlformats.org/officeDocument/2006/relationships/customXml" Target="../ink/ink23.xml"/><Relationship Id="rId42" Type="http://schemas.openxmlformats.org/officeDocument/2006/relationships/image" Target="../media/image11.png"/><Relationship Id="rId7" Type="http://schemas.openxmlformats.org/officeDocument/2006/relationships/image" Target="../media/image3.png"/><Relationship Id="rId2" Type="http://schemas.openxmlformats.org/officeDocument/2006/relationships/customXml" Target="../ink/ink1.xml"/><Relationship Id="rId16" Type="http://schemas.openxmlformats.org/officeDocument/2006/relationships/customXml" Target="../ink/ink8.xml"/><Relationship Id="rId20" Type="http://schemas.openxmlformats.org/officeDocument/2006/relationships/customXml" Target="../ink/ink10.xml"/><Relationship Id="rId29" Type="http://schemas.openxmlformats.org/officeDocument/2006/relationships/customXml" Target="../ink/ink18.xml"/><Relationship Id="rId41" Type="http://schemas.openxmlformats.org/officeDocument/2006/relationships/customXml" Target="../ink/ink30.xml"/><Relationship Id="rId1" Type="http://schemas.openxmlformats.org/officeDocument/2006/relationships/slideLayout" Target="../slideLayouts/slideLayout1.xml"/><Relationship Id="rId6" Type="http://schemas.openxmlformats.org/officeDocument/2006/relationships/customXml" Target="../ink/ink3.xml"/><Relationship Id="rId11" Type="http://schemas.openxmlformats.org/officeDocument/2006/relationships/image" Target="../media/image5.png"/><Relationship Id="rId24" Type="http://schemas.openxmlformats.org/officeDocument/2006/relationships/customXml" Target="../ink/ink13.xml"/><Relationship Id="rId32" Type="http://schemas.openxmlformats.org/officeDocument/2006/relationships/customXml" Target="../ink/ink21.xml"/><Relationship Id="rId37" Type="http://schemas.openxmlformats.org/officeDocument/2006/relationships/customXml" Target="../ink/ink26.xml"/><Relationship Id="rId40" Type="http://schemas.openxmlformats.org/officeDocument/2006/relationships/customXml" Target="../ink/ink29.xml"/><Relationship Id="rId5" Type="http://schemas.openxmlformats.org/officeDocument/2006/relationships/image" Target="../media/image2.png"/><Relationship Id="rId15" Type="http://schemas.openxmlformats.org/officeDocument/2006/relationships/image" Target="../media/image7.png"/><Relationship Id="rId23" Type="http://schemas.openxmlformats.org/officeDocument/2006/relationships/customXml" Target="../ink/ink12.xml"/><Relationship Id="rId28" Type="http://schemas.openxmlformats.org/officeDocument/2006/relationships/customXml" Target="../ink/ink17.xml"/><Relationship Id="rId36" Type="http://schemas.openxmlformats.org/officeDocument/2006/relationships/customXml" Target="../ink/ink25.xml"/><Relationship Id="rId10" Type="http://schemas.openxmlformats.org/officeDocument/2006/relationships/customXml" Target="../ink/ink5.xml"/><Relationship Id="rId19" Type="http://schemas.openxmlformats.org/officeDocument/2006/relationships/image" Target="../media/image9.png"/><Relationship Id="rId31" Type="http://schemas.openxmlformats.org/officeDocument/2006/relationships/customXml" Target="../ink/ink20.xml"/><Relationship Id="rId4" Type="http://schemas.openxmlformats.org/officeDocument/2006/relationships/customXml" Target="../ink/ink2.xml"/><Relationship Id="rId9" Type="http://schemas.openxmlformats.org/officeDocument/2006/relationships/image" Target="../media/image4.png"/><Relationship Id="rId14" Type="http://schemas.openxmlformats.org/officeDocument/2006/relationships/customXml" Target="../ink/ink7.xml"/><Relationship Id="rId22" Type="http://schemas.openxmlformats.org/officeDocument/2006/relationships/customXml" Target="../ink/ink11.xml"/><Relationship Id="rId27" Type="http://schemas.openxmlformats.org/officeDocument/2006/relationships/customXml" Target="../ink/ink16.xml"/><Relationship Id="rId30" Type="http://schemas.openxmlformats.org/officeDocument/2006/relationships/customXml" Target="../ink/ink19.xml"/><Relationship Id="rId35" Type="http://schemas.openxmlformats.org/officeDocument/2006/relationships/customXml" Target="../ink/ink24.xml"/><Relationship Id="rId8" Type="http://schemas.openxmlformats.org/officeDocument/2006/relationships/customXml" Target="../ink/ink4.xml"/><Relationship Id="rId3" Type="http://schemas.openxmlformats.org/officeDocument/2006/relationships/image" Target="../media/image1.png"/><Relationship Id="rId12" Type="http://schemas.openxmlformats.org/officeDocument/2006/relationships/customXml" Target="../ink/ink6.xml"/><Relationship Id="rId17" Type="http://schemas.openxmlformats.org/officeDocument/2006/relationships/image" Target="../media/image8.png"/><Relationship Id="rId25" Type="http://schemas.openxmlformats.org/officeDocument/2006/relationships/customXml" Target="../ink/ink14.xml"/><Relationship Id="rId33" Type="http://schemas.openxmlformats.org/officeDocument/2006/relationships/customXml" Target="../ink/ink22.xml"/><Relationship Id="rId38" Type="http://schemas.openxmlformats.org/officeDocument/2006/relationships/customXml" Target="../ink/ink27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customXml" Target="../ink/ink34.xml"/><Relationship Id="rId13" Type="http://schemas.openxmlformats.org/officeDocument/2006/relationships/image" Target="../media/image6.png"/><Relationship Id="rId18" Type="http://schemas.openxmlformats.org/officeDocument/2006/relationships/customXml" Target="../ink/ink39.xml"/><Relationship Id="rId3" Type="http://schemas.openxmlformats.org/officeDocument/2006/relationships/image" Target="../media/image1.png"/><Relationship Id="rId42" Type="http://schemas.openxmlformats.org/officeDocument/2006/relationships/image" Target="../media/image11.png"/><Relationship Id="rId7" Type="http://schemas.openxmlformats.org/officeDocument/2006/relationships/image" Target="../media/image3.png"/><Relationship Id="rId12" Type="http://schemas.openxmlformats.org/officeDocument/2006/relationships/customXml" Target="../ink/ink36.xml"/><Relationship Id="rId17" Type="http://schemas.openxmlformats.org/officeDocument/2006/relationships/image" Target="../media/image8.png"/><Relationship Id="rId46" Type="http://schemas.openxmlformats.org/officeDocument/2006/relationships/image" Target="../media/image15.png"/><Relationship Id="rId2" Type="http://schemas.openxmlformats.org/officeDocument/2006/relationships/customXml" Target="../ink/ink31.xml"/><Relationship Id="rId16" Type="http://schemas.openxmlformats.org/officeDocument/2006/relationships/customXml" Target="../ink/ink38.xml"/><Relationship Id="rId20" Type="http://schemas.openxmlformats.org/officeDocument/2006/relationships/customXml" Target="../ink/ink40.xml"/><Relationship Id="rId1" Type="http://schemas.openxmlformats.org/officeDocument/2006/relationships/slideLayout" Target="../slideLayouts/slideLayout1.xml"/><Relationship Id="rId6" Type="http://schemas.openxmlformats.org/officeDocument/2006/relationships/customXml" Target="../ink/ink33.xml"/><Relationship Id="rId11" Type="http://schemas.openxmlformats.org/officeDocument/2006/relationships/image" Target="../media/image5.png"/><Relationship Id="rId45" Type="http://schemas.openxmlformats.org/officeDocument/2006/relationships/image" Target="../media/image14.png"/><Relationship Id="rId5" Type="http://schemas.openxmlformats.org/officeDocument/2006/relationships/image" Target="../media/image2.png"/><Relationship Id="rId15" Type="http://schemas.openxmlformats.org/officeDocument/2006/relationships/image" Target="../media/image7.png"/><Relationship Id="rId10" Type="http://schemas.openxmlformats.org/officeDocument/2006/relationships/customXml" Target="../ink/ink35.xml"/><Relationship Id="rId19" Type="http://schemas.openxmlformats.org/officeDocument/2006/relationships/image" Target="../media/image9.png"/><Relationship Id="rId44" Type="http://schemas.openxmlformats.org/officeDocument/2006/relationships/image" Target="../media/image13.png"/><Relationship Id="rId4" Type="http://schemas.openxmlformats.org/officeDocument/2006/relationships/customXml" Target="../ink/ink32.xml"/><Relationship Id="rId9" Type="http://schemas.openxmlformats.org/officeDocument/2006/relationships/image" Target="../media/image4.png"/><Relationship Id="rId14" Type="http://schemas.openxmlformats.org/officeDocument/2006/relationships/customXml" Target="../ink/ink37.xml"/><Relationship Id="rId43" Type="http://schemas.openxmlformats.org/officeDocument/2006/relationships/image" Target="../media/image1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customXml" Target="../ink/ink41.xml"/><Relationship Id="rId1" Type="http://schemas.openxmlformats.org/officeDocument/2006/relationships/slideLayout" Target="../slideLayouts/slideLayout6.xml"/><Relationship Id="rId6" Type="http://schemas.openxmlformats.org/officeDocument/2006/relationships/customXml" Target="../ink/ink44.xml"/><Relationship Id="rId5" Type="http://schemas.openxmlformats.org/officeDocument/2006/relationships/customXml" Target="../ink/ink43.xml"/><Relationship Id="rId4" Type="http://schemas.openxmlformats.org/officeDocument/2006/relationships/customXml" Target="../ink/ink42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png"/><Relationship Id="rId13" Type="http://schemas.openxmlformats.org/officeDocument/2006/relationships/customXml" Target="../ink/ink50.xml"/><Relationship Id="rId18" Type="http://schemas.openxmlformats.org/officeDocument/2006/relationships/image" Target="../media/image36.png"/><Relationship Id="rId3" Type="http://schemas.openxmlformats.org/officeDocument/2006/relationships/customXml" Target="../ink/ink45.xml"/><Relationship Id="rId21" Type="http://schemas.openxmlformats.org/officeDocument/2006/relationships/customXml" Target="../ink/ink54.xml"/><Relationship Id="rId7" Type="http://schemas.openxmlformats.org/officeDocument/2006/relationships/customXml" Target="../ink/ink47.xml"/><Relationship Id="rId12" Type="http://schemas.openxmlformats.org/officeDocument/2006/relationships/image" Target="../media/image33.png"/><Relationship Id="rId17" Type="http://schemas.openxmlformats.org/officeDocument/2006/relationships/customXml" Target="../ink/ink52.xml"/><Relationship Id="rId2" Type="http://schemas.openxmlformats.org/officeDocument/2006/relationships/image" Target="../media/image16.png"/><Relationship Id="rId16" Type="http://schemas.openxmlformats.org/officeDocument/2006/relationships/image" Target="../media/image35.png"/><Relationship Id="rId20" Type="http://schemas.openxmlformats.org/officeDocument/2006/relationships/image" Target="../media/image37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0.png"/><Relationship Id="rId11" Type="http://schemas.openxmlformats.org/officeDocument/2006/relationships/customXml" Target="../ink/ink49.xml"/><Relationship Id="rId5" Type="http://schemas.openxmlformats.org/officeDocument/2006/relationships/customXml" Target="../ink/ink46.xml"/><Relationship Id="rId15" Type="http://schemas.openxmlformats.org/officeDocument/2006/relationships/customXml" Target="../ink/ink51.xml"/><Relationship Id="rId10" Type="http://schemas.openxmlformats.org/officeDocument/2006/relationships/image" Target="../media/image32.png"/><Relationship Id="rId19" Type="http://schemas.openxmlformats.org/officeDocument/2006/relationships/customXml" Target="../ink/ink53.xml"/><Relationship Id="rId4" Type="http://schemas.openxmlformats.org/officeDocument/2006/relationships/image" Target="../media/image29.png"/><Relationship Id="rId9" Type="http://schemas.openxmlformats.org/officeDocument/2006/relationships/customXml" Target="../ink/ink48.xml"/><Relationship Id="rId14" Type="http://schemas.openxmlformats.org/officeDocument/2006/relationships/image" Target="../media/image34.png"/><Relationship Id="rId22" Type="http://schemas.openxmlformats.org/officeDocument/2006/relationships/image" Target="../media/image38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png"/><Relationship Id="rId13" Type="http://schemas.openxmlformats.org/officeDocument/2006/relationships/customXml" Target="../ink/ink60.xml"/><Relationship Id="rId18" Type="http://schemas.openxmlformats.org/officeDocument/2006/relationships/image" Target="../media/image36.png"/><Relationship Id="rId3" Type="http://schemas.openxmlformats.org/officeDocument/2006/relationships/customXml" Target="../ink/ink55.xml"/><Relationship Id="rId21" Type="http://schemas.openxmlformats.org/officeDocument/2006/relationships/customXml" Target="../ink/ink64.xml"/><Relationship Id="rId7" Type="http://schemas.openxmlformats.org/officeDocument/2006/relationships/customXml" Target="../ink/ink57.xml"/><Relationship Id="rId12" Type="http://schemas.openxmlformats.org/officeDocument/2006/relationships/image" Target="../media/image33.png"/><Relationship Id="rId17" Type="http://schemas.openxmlformats.org/officeDocument/2006/relationships/customXml" Target="../ink/ink62.xml"/><Relationship Id="rId2" Type="http://schemas.openxmlformats.org/officeDocument/2006/relationships/image" Target="../media/image17.png"/><Relationship Id="rId16" Type="http://schemas.openxmlformats.org/officeDocument/2006/relationships/image" Target="../media/image35.png"/><Relationship Id="rId20" Type="http://schemas.openxmlformats.org/officeDocument/2006/relationships/image" Target="../media/image37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0.png"/><Relationship Id="rId11" Type="http://schemas.openxmlformats.org/officeDocument/2006/relationships/customXml" Target="../ink/ink59.xml"/><Relationship Id="rId5" Type="http://schemas.openxmlformats.org/officeDocument/2006/relationships/customXml" Target="../ink/ink56.xml"/><Relationship Id="rId15" Type="http://schemas.openxmlformats.org/officeDocument/2006/relationships/customXml" Target="../ink/ink61.xml"/><Relationship Id="rId10" Type="http://schemas.openxmlformats.org/officeDocument/2006/relationships/image" Target="../media/image32.png"/><Relationship Id="rId19" Type="http://schemas.openxmlformats.org/officeDocument/2006/relationships/customXml" Target="../ink/ink63.xml"/><Relationship Id="rId4" Type="http://schemas.openxmlformats.org/officeDocument/2006/relationships/image" Target="../media/image29.png"/><Relationship Id="rId9" Type="http://schemas.openxmlformats.org/officeDocument/2006/relationships/customXml" Target="../ink/ink58.xml"/><Relationship Id="rId14" Type="http://schemas.openxmlformats.org/officeDocument/2006/relationships/image" Target="../media/image34.png"/><Relationship Id="rId22" Type="http://schemas.openxmlformats.org/officeDocument/2006/relationships/image" Target="../media/image38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45.png"/><Relationship Id="rId3" Type="http://schemas.openxmlformats.org/officeDocument/2006/relationships/image" Target="../media/image18.png"/><Relationship Id="rId7" Type="http://schemas.openxmlformats.org/officeDocument/2006/relationships/image" Target="../media/image44.png"/><Relationship Id="rId12" Type="http://schemas.openxmlformats.org/officeDocument/2006/relationships/image" Target="../media/image1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11" Type="http://schemas.openxmlformats.org/officeDocument/2006/relationships/image" Target="../media/image48.png"/><Relationship Id="rId6" Type="http://schemas.openxmlformats.org/officeDocument/2006/relationships/image" Target="../media/image43.png"/><Relationship Id="rId5" Type="http://schemas.openxmlformats.org/officeDocument/2006/relationships/image" Target="../media/image42.png"/><Relationship Id="rId10" Type="http://schemas.openxmlformats.org/officeDocument/2006/relationships/image" Target="../media/image47.png"/><Relationship Id="rId9" Type="http://schemas.openxmlformats.org/officeDocument/2006/relationships/image" Target="../media/image4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customXml" Target="../ink/ink65.xml"/><Relationship Id="rId1" Type="http://schemas.openxmlformats.org/officeDocument/2006/relationships/slideLayout" Target="../slideLayouts/slideLayout6.xml"/><Relationship Id="rId6" Type="http://schemas.openxmlformats.org/officeDocument/2006/relationships/customXml" Target="../ink/ink68.xml"/><Relationship Id="rId5" Type="http://schemas.openxmlformats.org/officeDocument/2006/relationships/customXml" Target="../ink/ink67.xml"/><Relationship Id="rId4" Type="http://schemas.openxmlformats.org/officeDocument/2006/relationships/customXml" Target="../ink/ink66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8.png"/><Relationship Id="rId5" Type="http://schemas.openxmlformats.org/officeDocument/2006/relationships/image" Target="../media/image47.png"/><Relationship Id="rId4" Type="http://schemas.openxmlformats.org/officeDocument/2006/relationships/image" Target="../media/image46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customXml" Target="../ink/ink70.xml"/><Relationship Id="rId13" Type="http://schemas.openxmlformats.org/officeDocument/2006/relationships/image" Target="../media/image32.png"/><Relationship Id="rId18" Type="http://schemas.openxmlformats.org/officeDocument/2006/relationships/customXml" Target="../ink/ink75.xml"/><Relationship Id="rId26" Type="http://schemas.openxmlformats.org/officeDocument/2006/relationships/image" Target="../media/image130.png"/><Relationship Id="rId3" Type="http://schemas.openxmlformats.org/officeDocument/2006/relationships/image" Target="../media/image46.png"/><Relationship Id="rId21" Type="http://schemas.openxmlformats.org/officeDocument/2006/relationships/image" Target="../media/image36.png"/><Relationship Id="rId7" Type="http://schemas.openxmlformats.org/officeDocument/2006/relationships/image" Target="../media/image29.png"/><Relationship Id="rId12" Type="http://schemas.openxmlformats.org/officeDocument/2006/relationships/customXml" Target="../ink/ink72.xml"/><Relationship Id="rId17" Type="http://schemas.openxmlformats.org/officeDocument/2006/relationships/image" Target="../media/image34.png"/><Relationship Id="rId25" Type="http://schemas.openxmlformats.org/officeDocument/2006/relationships/image" Target="../media/image38.png"/><Relationship Id="rId2" Type="http://schemas.openxmlformats.org/officeDocument/2006/relationships/notesSlide" Target="../notesSlides/notesSlide4.xml"/><Relationship Id="rId16" Type="http://schemas.openxmlformats.org/officeDocument/2006/relationships/customXml" Target="../ink/ink74.xml"/><Relationship Id="rId20" Type="http://schemas.openxmlformats.org/officeDocument/2006/relationships/customXml" Target="../ink/ink76.xml"/><Relationship Id="rId1" Type="http://schemas.openxmlformats.org/officeDocument/2006/relationships/slideLayout" Target="../slideLayouts/slideLayout1.xml"/><Relationship Id="rId6" Type="http://schemas.openxmlformats.org/officeDocument/2006/relationships/customXml" Target="../ink/ink69.xml"/><Relationship Id="rId11" Type="http://schemas.openxmlformats.org/officeDocument/2006/relationships/image" Target="../media/image31.png"/><Relationship Id="rId24" Type="http://schemas.openxmlformats.org/officeDocument/2006/relationships/customXml" Target="../ink/ink78.xml"/><Relationship Id="rId5" Type="http://schemas.openxmlformats.org/officeDocument/2006/relationships/image" Target="../media/image48.png"/><Relationship Id="rId15" Type="http://schemas.openxmlformats.org/officeDocument/2006/relationships/image" Target="../media/image33.png"/><Relationship Id="rId23" Type="http://schemas.openxmlformats.org/officeDocument/2006/relationships/image" Target="../media/image37.png"/><Relationship Id="rId28" Type="http://schemas.openxmlformats.org/officeDocument/2006/relationships/image" Target="../media/image51.png"/><Relationship Id="rId10" Type="http://schemas.openxmlformats.org/officeDocument/2006/relationships/customXml" Target="../ink/ink71.xml"/><Relationship Id="rId19" Type="http://schemas.openxmlformats.org/officeDocument/2006/relationships/image" Target="../media/image35.png"/><Relationship Id="rId4" Type="http://schemas.openxmlformats.org/officeDocument/2006/relationships/image" Target="../media/image47.png"/><Relationship Id="rId9" Type="http://schemas.openxmlformats.org/officeDocument/2006/relationships/image" Target="../media/image30.png"/><Relationship Id="rId14" Type="http://schemas.openxmlformats.org/officeDocument/2006/relationships/customXml" Target="../ink/ink73.xml"/><Relationship Id="rId22" Type="http://schemas.openxmlformats.org/officeDocument/2006/relationships/customXml" Target="../ink/ink77.xml"/><Relationship Id="rId27" Type="http://schemas.openxmlformats.org/officeDocument/2006/relationships/image" Target="../media/image22.png"/></Relationships>
</file>

<file path=ppt/slides/_rels/slide12.xml.rels><?xml version="1.0" encoding="UTF-8" standalone="yes"?>
<Relationships xmlns="http://schemas.openxmlformats.org/package/2006/relationships"><Relationship Id="rId13" Type="http://schemas.openxmlformats.org/officeDocument/2006/relationships/customXml" Target="../ink/ink82.xml"/><Relationship Id="rId18" Type="http://schemas.openxmlformats.org/officeDocument/2006/relationships/image" Target="../media/image190.png"/><Relationship Id="rId26" Type="http://schemas.openxmlformats.org/officeDocument/2006/relationships/customXml" Target="../ink/ink89.xml"/><Relationship Id="rId39" Type="http://schemas.openxmlformats.org/officeDocument/2006/relationships/customXml" Target="../ink/ink96.xml"/><Relationship Id="rId21" Type="http://schemas.openxmlformats.org/officeDocument/2006/relationships/customXml" Target="../ink/ink86.xml"/><Relationship Id="rId34" Type="http://schemas.openxmlformats.org/officeDocument/2006/relationships/image" Target="../media/image26.png"/><Relationship Id="rId42" Type="http://schemas.openxmlformats.org/officeDocument/2006/relationships/image" Target="../media/image40.png"/><Relationship Id="rId2" Type="http://schemas.openxmlformats.org/officeDocument/2006/relationships/notesSlide" Target="../notesSlides/notesSlide5.xml"/><Relationship Id="rId16" Type="http://schemas.openxmlformats.org/officeDocument/2006/relationships/image" Target="../media/image140.png"/><Relationship Id="rId20" Type="http://schemas.openxmlformats.org/officeDocument/2006/relationships/image" Target="../media/image200.png"/><Relationship Id="rId29" Type="http://schemas.openxmlformats.org/officeDocument/2006/relationships/image" Target="../media/image24.png"/><Relationship Id="rId41" Type="http://schemas.openxmlformats.org/officeDocument/2006/relationships/image" Target="../media/image39.png"/><Relationship Id="rId1" Type="http://schemas.openxmlformats.org/officeDocument/2006/relationships/slideLayout" Target="../slideLayouts/slideLayout1.xml"/><Relationship Id="rId11" Type="http://schemas.openxmlformats.org/officeDocument/2006/relationships/customXml" Target="../ink/ink81.xml"/><Relationship Id="rId24" Type="http://schemas.openxmlformats.org/officeDocument/2006/relationships/customXml" Target="../ink/ink88.xml"/><Relationship Id="rId32" Type="http://schemas.openxmlformats.org/officeDocument/2006/relationships/image" Target="../media/image25.png"/><Relationship Id="rId37" Type="http://schemas.openxmlformats.org/officeDocument/2006/relationships/customXml" Target="../ink/ink95.xml"/><Relationship Id="rId40" Type="http://schemas.openxmlformats.org/officeDocument/2006/relationships/image" Target="../media/image290.png"/><Relationship Id="rId45" Type="http://schemas.openxmlformats.org/officeDocument/2006/relationships/image" Target="../media/image50.png"/><Relationship Id="rId15" Type="http://schemas.openxmlformats.org/officeDocument/2006/relationships/customXml" Target="../ink/ink83.xml"/><Relationship Id="rId23" Type="http://schemas.openxmlformats.org/officeDocument/2006/relationships/image" Target="../media/image210.png"/><Relationship Id="rId28" Type="http://schemas.openxmlformats.org/officeDocument/2006/relationships/customXml" Target="../ink/ink90.xml"/><Relationship Id="rId36" Type="http://schemas.openxmlformats.org/officeDocument/2006/relationships/image" Target="../media/image270.png"/><Relationship Id="rId10" Type="http://schemas.openxmlformats.org/officeDocument/2006/relationships/image" Target="../media/image160.png"/><Relationship Id="rId19" Type="http://schemas.openxmlformats.org/officeDocument/2006/relationships/customXml" Target="../ink/ink85.xml"/><Relationship Id="rId31" Type="http://schemas.openxmlformats.org/officeDocument/2006/relationships/customXml" Target="../ink/ink92.xml"/><Relationship Id="rId44" Type="http://schemas.openxmlformats.org/officeDocument/2006/relationships/image" Target="../media/image49.png"/><Relationship Id="rId9" Type="http://schemas.openxmlformats.org/officeDocument/2006/relationships/customXml" Target="../ink/ink80.xml"/><Relationship Id="rId14" Type="http://schemas.openxmlformats.org/officeDocument/2006/relationships/image" Target="../media/image180.png"/><Relationship Id="rId22" Type="http://schemas.openxmlformats.org/officeDocument/2006/relationships/customXml" Target="../ink/ink87.xml"/><Relationship Id="rId27" Type="http://schemas.openxmlformats.org/officeDocument/2006/relationships/image" Target="../media/image23.png"/><Relationship Id="rId30" Type="http://schemas.openxmlformats.org/officeDocument/2006/relationships/customXml" Target="../ink/ink91.xml"/><Relationship Id="rId35" Type="http://schemas.openxmlformats.org/officeDocument/2006/relationships/customXml" Target="../ink/ink94.xml"/><Relationship Id="rId43" Type="http://schemas.openxmlformats.org/officeDocument/2006/relationships/image" Target="../media/image41.png"/><Relationship Id="rId8" Type="http://schemas.openxmlformats.org/officeDocument/2006/relationships/image" Target="../media/image150.png"/><Relationship Id="rId3" Type="http://schemas.openxmlformats.org/officeDocument/2006/relationships/customXml" Target="../ink/ink79.xml"/><Relationship Id="rId12" Type="http://schemas.openxmlformats.org/officeDocument/2006/relationships/image" Target="../media/image170.png"/><Relationship Id="rId17" Type="http://schemas.openxmlformats.org/officeDocument/2006/relationships/customXml" Target="../ink/ink84.xml"/><Relationship Id="rId25" Type="http://schemas.openxmlformats.org/officeDocument/2006/relationships/image" Target="../media/image220.png"/><Relationship Id="rId33" Type="http://schemas.openxmlformats.org/officeDocument/2006/relationships/customXml" Target="../ink/ink93.xml"/><Relationship Id="rId38" Type="http://schemas.openxmlformats.org/officeDocument/2006/relationships/image" Target="../media/image28.png"/></Relationships>
</file>

<file path=ppt/slides/_rels/slide13.xml.rels><?xml version="1.0" encoding="UTF-8" standalone="yes"?>
<Relationships xmlns="http://schemas.openxmlformats.org/package/2006/relationships"><Relationship Id="rId13" Type="http://schemas.openxmlformats.org/officeDocument/2006/relationships/image" Target="../media/image58.png"/><Relationship Id="rId18" Type="http://schemas.openxmlformats.org/officeDocument/2006/relationships/customXml" Target="../ink/ink103.xml"/><Relationship Id="rId26" Type="http://schemas.openxmlformats.org/officeDocument/2006/relationships/image" Target="../media/image64.png"/><Relationship Id="rId39" Type="http://schemas.openxmlformats.org/officeDocument/2006/relationships/image" Target="../media/image70.png"/><Relationship Id="rId21" Type="http://schemas.openxmlformats.org/officeDocument/2006/relationships/customXml" Target="../ink/ink105.xml"/><Relationship Id="rId34" Type="http://schemas.openxmlformats.org/officeDocument/2006/relationships/customXml" Target="../ink/ink112.xml"/><Relationship Id="rId7" Type="http://schemas.openxmlformats.org/officeDocument/2006/relationships/image" Target="../media/image55.png"/><Relationship Id="rId2" Type="http://schemas.openxmlformats.org/officeDocument/2006/relationships/notesSlide" Target="../notesSlides/notesSlide6.xml"/><Relationship Id="rId16" Type="http://schemas.openxmlformats.org/officeDocument/2006/relationships/customXml" Target="../ink/ink102.xml"/><Relationship Id="rId20" Type="http://schemas.openxmlformats.org/officeDocument/2006/relationships/customXml" Target="../ink/ink104.xml"/><Relationship Id="rId29" Type="http://schemas.openxmlformats.org/officeDocument/2006/relationships/customXml" Target="../ink/ink109.xml"/><Relationship Id="rId41" Type="http://schemas.openxmlformats.org/officeDocument/2006/relationships/image" Target="../media/image72.png"/><Relationship Id="rId1" Type="http://schemas.openxmlformats.org/officeDocument/2006/relationships/slideLayout" Target="../slideLayouts/slideLayout1.xml"/><Relationship Id="rId6" Type="http://schemas.openxmlformats.org/officeDocument/2006/relationships/customXml" Target="../ink/ink97.xml"/><Relationship Id="rId11" Type="http://schemas.openxmlformats.org/officeDocument/2006/relationships/image" Target="../media/image57.png"/><Relationship Id="rId24" Type="http://schemas.openxmlformats.org/officeDocument/2006/relationships/image" Target="../media/image63.png"/><Relationship Id="rId32" Type="http://schemas.openxmlformats.org/officeDocument/2006/relationships/customXml" Target="../ink/ink111.xml"/><Relationship Id="rId37" Type="http://schemas.openxmlformats.org/officeDocument/2006/relationships/image" Target="../media/image69.png"/><Relationship Id="rId40" Type="http://schemas.openxmlformats.org/officeDocument/2006/relationships/image" Target="../media/image71.png"/><Relationship Id="rId5" Type="http://schemas.openxmlformats.org/officeDocument/2006/relationships/image" Target="../media/image54.png"/><Relationship Id="rId15" Type="http://schemas.openxmlformats.org/officeDocument/2006/relationships/image" Target="../media/image59.png"/><Relationship Id="rId23" Type="http://schemas.openxmlformats.org/officeDocument/2006/relationships/customXml" Target="../ink/ink106.xml"/><Relationship Id="rId28" Type="http://schemas.openxmlformats.org/officeDocument/2006/relationships/image" Target="../media/image65.png"/><Relationship Id="rId36" Type="http://schemas.openxmlformats.org/officeDocument/2006/relationships/customXml" Target="../ink/ink113.xml"/><Relationship Id="rId10" Type="http://schemas.openxmlformats.org/officeDocument/2006/relationships/customXml" Target="../ink/ink99.xml"/><Relationship Id="rId19" Type="http://schemas.openxmlformats.org/officeDocument/2006/relationships/image" Target="../media/image61.png"/><Relationship Id="rId31" Type="http://schemas.openxmlformats.org/officeDocument/2006/relationships/image" Target="../media/image66.png"/><Relationship Id="rId4" Type="http://schemas.openxmlformats.org/officeDocument/2006/relationships/image" Target="../media/image53.png"/><Relationship Id="rId9" Type="http://schemas.openxmlformats.org/officeDocument/2006/relationships/image" Target="../media/image56.png"/><Relationship Id="rId14" Type="http://schemas.openxmlformats.org/officeDocument/2006/relationships/customXml" Target="../ink/ink101.xml"/><Relationship Id="rId22" Type="http://schemas.openxmlformats.org/officeDocument/2006/relationships/image" Target="../media/image62.png"/><Relationship Id="rId27" Type="http://schemas.openxmlformats.org/officeDocument/2006/relationships/customXml" Target="../ink/ink108.xml"/><Relationship Id="rId30" Type="http://schemas.openxmlformats.org/officeDocument/2006/relationships/customXml" Target="../ink/ink110.xml"/><Relationship Id="rId35" Type="http://schemas.openxmlformats.org/officeDocument/2006/relationships/image" Target="../media/image68.png"/><Relationship Id="rId8" Type="http://schemas.openxmlformats.org/officeDocument/2006/relationships/customXml" Target="../ink/ink98.xml"/><Relationship Id="rId3" Type="http://schemas.openxmlformats.org/officeDocument/2006/relationships/image" Target="../media/image52.png"/><Relationship Id="rId12" Type="http://schemas.openxmlformats.org/officeDocument/2006/relationships/customXml" Target="../ink/ink100.xml"/><Relationship Id="rId17" Type="http://schemas.openxmlformats.org/officeDocument/2006/relationships/image" Target="../media/image60.png"/><Relationship Id="rId25" Type="http://schemas.openxmlformats.org/officeDocument/2006/relationships/customXml" Target="../ink/ink107.xml"/><Relationship Id="rId33" Type="http://schemas.openxmlformats.org/officeDocument/2006/relationships/image" Target="../media/image67.png"/><Relationship Id="rId38" Type="http://schemas.openxmlformats.org/officeDocument/2006/relationships/customXml" Target="../ink/ink114.xm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8.png"/><Relationship Id="rId3" Type="http://schemas.openxmlformats.org/officeDocument/2006/relationships/image" Target="../media/image73.png"/><Relationship Id="rId7" Type="http://schemas.openxmlformats.org/officeDocument/2006/relationships/image" Target="../media/image7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76.png"/><Relationship Id="rId5" Type="http://schemas.openxmlformats.org/officeDocument/2006/relationships/image" Target="../media/image75.png"/><Relationship Id="rId10" Type="http://schemas.openxmlformats.org/officeDocument/2006/relationships/image" Target="../media/image80.png"/><Relationship Id="rId4" Type="http://schemas.openxmlformats.org/officeDocument/2006/relationships/image" Target="../media/image74.png"/><Relationship Id="rId9" Type="http://schemas.openxmlformats.org/officeDocument/2006/relationships/image" Target="../media/image79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77.png"/><Relationship Id="rId3" Type="http://schemas.openxmlformats.org/officeDocument/2006/relationships/image" Target="../media/image81.png"/><Relationship Id="rId7" Type="http://schemas.openxmlformats.org/officeDocument/2006/relationships/image" Target="../media/image7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75.png"/><Relationship Id="rId11" Type="http://schemas.openxmlformats.org/officeDocument/2006/relationships/image" Target="../media/image80.png"/><Relationship Id="rId5" Type="http://schemas.openxmlformats.org/officeDocument/2006/relationships/image" Target="../media/image74.png"/><Relationship Id="rId10" Type="http://schemas.openxmlformats.org/officeDocument/2006/relationships/image" Target="../media/image82.png"/><Relationship Id="rId4" Type="http://schemas.openxmlformats.org/officeDocument/2006/relationships/image" Target="../media/image73.png"/><Relationship Id="rId9" Type="http://schemas.openxmlformats.org/officeDocument/2006/relationships/image" Target="../media/image78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8" Type="http://schemas.openxmlformats.org/officeDocument/2006/relationships/customXml" Target="../ink/ink117.xml"/><Relationship Id="rId3" Type="http://schemas.openxmlformats.org/officeDocument/2006/relationships/image" Target="../media/image84.png"/><Relationship Id="rId12" Type="http://schemas.openxmlformats.org/officeDocument/2006/relationships/customXml" Target="../ink/ink116.xml"/><Relationship Id="rId17" Type="http://schemas.openxmlformats.org/officeDocument/2006/relationships/image" Target="../media/image34.png"/><Relationship Id="rId25" Type="http://schemas.openxmlformats.org/officeDocument/2006/relationships/image" Target="../media/image85.png"/><Relationship Id="rId2" Type="http://schemas.openxmlformats.org/officeDocument/2006/relationships/notesSlide" Target="../notesSlides/notesSlide10.xml"/><Relationship Id="rId20" Type="http://schemas.openxmlformats.org/officeDocument/2006/relationships/customXml" Target="../ink/ink118.xml"/><Relationship Id="rId1" Type="http://schemas.openxmlformats.org/officeDocument/2006/relationships/slideLayout" Target="../slideLayouts/slideLayout1.xml"/><Relationship Id="rId11" Type="http://schemas.openxmlformats.org/officeDocument/2006/relationships/image" Target="../media/image31.png"/><Relationship Id="rId24" Type="http://schemas.openxmlformats.org/officeDocument/2006/relationships/customXml" Target="../ink/ink119.xml"/><Relationship Id="rId23" Type="http://schemas.openxmlformats.org/officeDocument/2006/relationships/image" Target="../media/image37.png"/><Relationship Id="rId19" Type="http://schemas.openxmlformats.org/officeDocument/2006/relationships/image" Target="../media/image35.png"/><Relationship Id="rId4" Type="http://schemas.openxmlformats.org/officeDocument/2006/relationships/customXml" Target="../ink/ink115.xml"/></Relationships>
</file>

<file path=ppt/slides/_rels/slide18.xml.rels><?xml version="1.0" encoding="UTF-8" standalone="yes"?>
<Relationships xmlns="http://schemas.openxmlformats.org/package/2006/relationships"><Relationship Id="rId18" Type="http://schemas.openxmlformats.org/officeDocument/2006/relationships/customXml" Target="../ink/ink122.xml"/><Relationship Id="rId3" Type="http://schemas.openxmlformats.org/officeDocument/2006/relationships/image" Target="../media/image86.png"/><Relationship Id="rId12" Type="http://schemas.openxmlformats.org/officeDocument/2006/relationships/customXml" Target="../ink/ink121.xml"/><Relationship Id="rId17" Type="http://schemas.openxmlformats.org/officeDocument/2006/relationships/image" Target="../media/image34.png"/><Relationship Id="rId25" Type="http://schemas.openxmlformats.org/officeDocument/2006/relationships/image" Target="../media/image85.png"/><Relationship Id="rId2" Type="http://schemas.openxmlformats.org/officeDocument/2006/relationships/notesSlide" Target="../notesSlides/notesSlide11.xml"/><Relationship Id="rId20" Type="http://schemas.openxmlformats.org/officeDocument/2006/relationships/customXml" Target="../ink/ink123.xml"/><Relationship Id="rId1" Type="http://schemas.openxmlformats.org/officeDocument/2006/relationships/slideLayout" Target="../slideLayouts/slideLayout1.xml"/><Relationship Id="rId11" Type="http://schemas.openxmlformats.org/officeDocument/2006/relationships/image" Target="../media/image31.png"/><Relationship Id="rId24" Type="http://schemas.openxmlformats.org/officeDocument/2006/relationships/customXml" Target="../ink/ink124.xml"/><Relationship Id="rId23" Type="http://schemas.openxmlformats.org/officeDocument/2006/relationships/image" Target="../media/image37.png"/><Relationship Id="rId19" Type="http://schemas.openxmlformats.org/officeDocument/2006/relationships/image" Target="../media/image35.png"/><Relationship Id="rId4" Type="http://schemas.openxmlformats.org/officeDocument/2006/relationships/customXml" Target="../ink/ink1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5CE62D3-361F-979A-E90A-C0459C362E5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Machine learning in Physics</a:t>
            </a:r>
            <a:br>
              <a:rPr lang="en-US" dirty="0"/>
            </a:br>
            <a:r>
              <a:rPr lang="en-US" dirty="0">
                <a:solidFill>
                  <a:schemeClr val="accent1"/>
                </a:solidFill>
              </a:rPr>
              <a:t>Graph autoencoders</a:t>
            </a:r>
            <a:br>
              <a:rPr lang="en-US" dirty="0">
                <a:solidFill>
                  <a:schemeClr val="accent1"/>
                </a:solidFill>
              </a:rPr>
            </a:br>
            <a:r>
              <a:rPr lang="en-US" dirty="0">
                <a:solidFill>
                  <a:schemeClr val="accent1"/>
                </a:solidFill>
              </a:rPr>
              <a:t>Part 2</a:t>
            </a:r>
          </a:p>
        </p:txBody>
      </p:sp>
    </p:spTree>
    <p:extLst>
      <p:ext uri="{BB962C8B-B14F-4D97-AF65-F5344CB8AC3E}">
        <p14:creationId xmlns:p14="http://schemas.microsoft.com/office/powerpoint/2010/main" val="1456856671"/>
      </p:ext>
    </p:extLst>
  </p:cSld>
  <p:clrMapOvr>
    <a:masterClrMapping/>
  </p:clrMapOvr>
  <p:transition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C1AB41-358A-A152-53C9-BD8D356C28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5A14254-53A4-3773-E9C8-CD37D298E1C8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>
                <a:latin typeface="Times New Roman" pitchFamily="35" charset="0"/>
                <a:ea typeface="ＭＳ Ｐゴシック" pitchFamily="35" charset="-128"/>
                <a:cs typeface="ＭＳ Ｐゴシック" pitchFamily="35" charset="-128"/>
              </a:rPr>
              <a:t>Recap</a:t>
            </a:r>
          </a:p>
          <a:p>
            <a:endParaRPr lang="en-US" dirty="0">
              <a:latin typeface="Times New Roman" pitchFamily="35" charset="0"/>
              <a:ea typeface="ＭＳ Ｐゴシック" pitchFamily="35" charset="-128"/>
              <a:cs typeface="ＭＳ Ｐゴシック" pitchFamily="35" charset="-128"/>
            </a:endParaRPr>
          </a:p>
          <a:p>
            <a:r>
              <a:rPr lang="en-US" dirty="0">
                <a:latin typeface="Times New Roman" pitchFamily="35" charset="0"/>
                <a:ea typeface="ＭＳ Ｐゴシック" pitchFamily="35" charset="-128"/>
                <a:cs typeface="ＭＳ Ｐゴシック" pitchFamily="35" charset="-128"/>
              </a:rPr>
              <a:t>Graph Autoencoder – Part 2</a:t>
            </a:r>
            <a:br>
              <a:rPr lang="en-US" dirty="0">
                <a:latin typeface="Times New Roman" pitchFamily="35" charset="0"/>
                <a:ea typeface="ＭＳ Ｐゴシック" pitchFamily="35" charset="-128"/>
                <a:cs typeface="ＭＳ Ｐゴシック" pitchFamily="35" charset="-128"/>
              </a:rPr>
            </a:br>
            <a:endParaRPr lang="en-US" dirty="0">
              <a:latin typeface="Times New Roman" pitchFamily="35" charset="0"/>
              <a:ea typeface="ＭＳ Ｐゴシック" pitchFamily="35" charset="-128"/>
              <a:cs typeface="ＭＳ Ｐゴシック" pitchFamily="35" charset="-128"/>
            </a:endParaRPr>
          </a:p>
          <a:p>
            <a:r>
              <a:rPr lang="en-US" dirty="0" err="1">
                <a:latin typeface="Times New Roman" pitchFamily="35" charset="0"/>
                <a:ea typeface="ＭＳ Ｐゴシック" pitchFamily="35" charset="-128"/>
                <a:cs typeface="ＭＳ Ｐゴシック" pitchFamily="35" charset="-128"/>
              </a:rPr>
              <a:t>PyTorch</a:t>
            </a:r>
            <a:r>
              <a:rPr lang="en-US" dirty="0">
                <a:latin typeface="Times New Roman" pitchFamily="35" charset="0"/>
                <a:ea typeface="ＭＳ Ｐゴシック" pitchFamily="35" charset="-128"/>
                <a:cs typeface="ＭＳ Ｐゴシック" pitchFamily="35" charset="-128"/>
              </a:rPr>
              <a:t> Geometric</a:t>
            </a:r>
          </a:p>
          <a:p>
            <a:endParaRPr lang="en-US" dirty="0">
              <a:latin typeface="Times New Roman" pitchFamily="35" charset="0"/>
              <a:ea typeface="ＭＳ Ｐゴシック" pitchFamily="35" charset="-128"/>
              <a:cs typeface="ＭＳ Ｐゴシック" pitchFamily="35" charset="-128"/>
            </a:endParaRPr>
          </a:p>
          <a:p>
            <a:r>
              <a:rPr lang="en-US" dirty="0">
                <a:latin typeface="Times New Roman" pitchFamily="35" charset="0"/>
                <a:ea typeface="ＭＳ Ｐゴシック" pitchFamily="35" charset="-128"/>
                <a:cs typeface="ＭＳ Ｐゴシック" pitchFamily="35" charset="-128"/>
              </a:rPr>
              <a:t>Summary</a:t>
            </a:r>
          </a:p>
          <a:p>
            <a:pPr marL="457200" lvl="1" indent="0">
              <a:buNone/>
            </a:pPr>
            <a:endParaRPr lang="en-US" dirty="0">
              <a:latin typeface="Times New Roman" pitchFamily="35" charset="0"/>
              <a:ea typeface="ＭＳ Ｐゴシック" pitchFamily="35" charset="-128"/>
              <a:cs typeface="ＭＳ Ｐゴシック" pitchFamily="35" charset="-128"/>
            </a:endParaRPr>
          </a:p>
          <a:p>
            <a:pPr marL="57150" indent="0">
              <a:buNone/>
            </a:pPr>
            <a:r>
              <a:rPr lang="en-US" sz="2000" dirty="0">
                <a:latin typeface="Times New Roman" pitchFamily="35" charset="0"/>
                <a:ea typeface="ＭＳ Ｐゴシック" pitchFamily="35" charset="-128"/>
                <a:cs typeface="ＭＳ Ｐゴシック" pitchFamily="35" charset="-128"/>
              </a:rPr>
              <a:t>Lecture based on notes by Dr. Claire David</a:t>
            </a:r>
          </a:p>
          <a:p>
            <a:pPr marL="57150" indent="0">
              <a:buNone/>
            </a:pPr>
            <a:r>
              <a:rPr lang="en-US" sz="2000" dirty="0">
                <a:latin typeface="Times New Roman" pitchFamily="35" charset="0"/>
                <a:ea typeface="ＭＳ Ｐゴシック" pitchFamily="35" charset="-128"/>
                <a:cs typeface="ＭＳ Ｐゴシック" pitchFamily="35" charset="-128"/>
              </a:rPr>
              <a:t>African Institute of Mathematical Sciences, Cape Town, South Africa.</a:t>
            </a:r>
          </a:p>
        </p:txBody>
      </p:sp>
      <p:sp>
        <p:nvSpPr>
          <p:cNvPr id="655362" name="Rectangle 2">
            <a:extLst>
              <a:ext uri="{FF2B5EF4-FFF2-40B4-BE49-F238E27FC236}">
                <a16:creationId xmlns:a16="http://schemas.microsoft.com/office/drawing/2014/main" id="{0259532A-1DCE-93FF-36CC-7CDC01DD8349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Outline</a:t>
            </a:r>
          </a:p>
        </p:txBody>
      </p:sp>
    </p:spTree>
    <p:extLst>
      <p:ext uri="{BB962C8B-B14F-4D97-AF65-F5344CB8AC3E}">
        <p14:creationId xmlns:p14="http://schemas.microsoft.com/office/powerpoint/2010/main" val="312452601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A37ADB-845B-6879-DE22-3B0BC6BE9F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4DDD0A48-ACAE-4C5E-CE0A-305701317289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A graph is a data structure that comprises nodes (or vertices) and edges: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Our goal is to create a function (a GAE) that takes a graph as input, encodes it, and decodes it back to the same graph.</a:t>
            </a:r>
          </a:p>
          <a:p>
            <a:endParaRPr lang="en-US" dirty="0"/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i="1" dirty="0">
              <a:solidFill>
                <a:srgbClr val="0033CC"/>
              </a:solidFill>
              <a:latin typeface="Cambria Math" panose="02040503050406030204" pitchFamily="18" charset="0"/>
            </a:endParaRPr>
          </a:p>
          <a:p>
            <a:pPr marL="0" indent="0">
              <a:buNone/>
            </a:pPr>
            <a:r>
              <a:rPr lang="en-US" i="1" dirty="0">
                <a:solidFill>
                  <a:srgbClr val="0033CC"/>
                </a:solidFill>
                <a:latin typeface="Cambria Math" panose="02040503050406030204" pitchFamily="18" charset="0"/>
              </a:rPr>
              <a:t>	</a:t>
            </a:r>
            <a:endParaRPr lang="en-US" sz="2800" dirty="0"/>
          </a:p>
          <a:p>
            <a:pPr marL="0" indent="0">
              <a:buNone/>
            </a:pPr>
            <a:endParaRPr lang="en-US" sz="2800" dirty="0"/>
          </a:p>
          <a:p>
            <a:pPr marL="0" indent="0">
              <a:buNone/>
            </a:pPr>
            <a:endParaRPr lang="en-US" sz="2800" dirty="0"/>
          </a:p>
          <a:p>
            <a:pPr marL="0" indent="0">
              <a:buNone/>
            </a:pPr>
            <a:r>
              <a:rPr lang="en-US" sz="2800" dirty="0"/>
              <a:t>    </a:t>
            </a:r>
          </a:p>
          <a:p>
            <a:pPr marL="0" indent="0">
              <a:buNone/>
            </a:pPr>
            <a:endParaRPr lang="en-US" sz="2800" dirty="0"/>
          </a:p>
          <a:p>
            <a:pPr marL="0" indent="0">
              <a:buNone/>
            </a:pPr>
            <a:endParaRPr lang="en-US" sz="2000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935633B1-E622-7DC1-C9B6-A50177003A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Recap (1)</a:t>
            </a:r>
            <a:endParaRPr lang="en-US" dirty="0">
              <a:solidFill>
                <a:schemeClr val="accent1"/>
              </a:solidFill>
            </a:endParaRPr>
          </a:p>
        </p:txBody>
      </p:sp>
      <p:grpSp>
        <p:nvGrpSpPr>
          <p:cNvPr id="70" name="Group 69">
            <a:extLst>
              <a:ext uri="{FF2B5EF4-FFF2-40B4-BE49-F238E27FC236}">
                <a16:creationId xmlns:a16="http://schemas.microsoft.com/office/drawing/2014/main" id="{7429394C-A1F4-C3A7-6254-46F77E026D8A}"/>
              </a:ext>
            </a:extLst>
          </p:cNvPr>
          <p:cNvGrpSpPr/>
          <p:nvPr/>
        </p:nvGrpSpPr>
        <p:grpSpPr>
          <a:xfrm>
            <a:off x="381000" y="4788353"/>
            <a:ext cx="8615859" cy="1383847"/>
            <a:chOff x="381000" y="3340554"/>
            <a:chExt cx="8615859" cy="1383847"/>
          </a:xfrm>
        </p:grpSpPr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49787C54-2C0D-50F9-3CBA-F46B166E437B}"/>
                </a:ext>
              </a:extLst>
            </p:cNvPr>
            <p:cNvGrpSpPr/>
            <p:nvPr/>
          </p:nvGrpSpPr>
          <p:grpSpPr>
            <a:xfrm>
              <a:off x="381000" y="3429001"/>
              <a:ext cx="2470597" cy="1295400"/>
              <a:chOff x="2667000" y="3062835"/>
              <a:chExt cx="4572000" cy="3777930"/>
            </a:xfrm>
          </p:grpSpPr>
          <p:grpSp>
            <p:nvGrpSpPr>
              <p:cNvPr id="4" name="Group 3">
                <a:extLst>
                  <a:ext uri="{FF2B5EF4-FFF2-40B4-BE49-F238E27FC236}">
                    <a16:creationId xmlns:a16="http://schemas.microsoft.com/office/drawing/2014/main" id="{2467BD5C-09A1-8773-8D43-E1A1671E7B62}"/>
                  </a:ext>
                </a:extLst>
              </p:cNvPr>
              <p:cNvGrpSpPr/>
              <p:nvPr/>
            </p:nvGrpSpPr>
            <p:grpSpPr>
              <a:xfrm>
                <a:off x="2667000" y="3062835"/>
                <a:ext cx="4572000" cy="3777930"/>
                <a:chOff x="5005395" y="3351195"/>
                <a:chExt cx="4171320" cy="3410900"/>
              </a:xfrm>
            </p:grpSpPr>
            <p:grpSp>
              <p:nvGrpSpPr>
                <p:cNvPr id="6" name="Group 5">
                  <a:extLst>
                    <a:ext uri="{FF2B5EF4-FFF2-40B4-BE49-F238E27FC236}">
                      <a16:creationId xmlns:a16="http://schemas.microsoft.com/office/drawing/2014/main" id="{00D0F3B3-8485-A5A4-0395-3B7DAC86AA24}"/>
                    </a:ext>
                  </a:extLst>
                </p:cNvPr>
                <p:cNvGrpSpPr/>
                <p:nvPr/>
              </p:nvGrpSpPr>
              <p:grpSpPr>
                <a:xfrm>
                  <a:off x="5091709" y="3395115"/>
                  <a:ext cx="3747491" cy="3366980"/>
                  <a:chOff x="5091709" y="3395115"/>
                  <a:chExt cx="3747491" cy="3366980"/>
                </a:xfrm>
              </p:grpSpPr>
              <p:grpSp>
                <p:nvGrpSpPr>
                  <p:cNvPr id="12" name="Group 11">
                    <a:extLst>
                      <a:ext uri="{FF2B5EF4-FFF2-40B4-BE49-F238E27FC236}">
                        <a16:creationId xmlns:a16="http://schemas.microsoft.com/office/drawing/2014/main" id="{6F1AD909-74D0-95F8-D894-394E9FCA376C}"/>
                      </a:ext>
                    </a:extLst>
                  </p:cNvPr>
                  <p:cNvGrpSpPr/>
                  <p:nvPr/>
                </p:nvGrpSpPr>
                <p:grpSpPr>
                  <a:xfrm>
                    <a:off x="5091709" y="3660875"/>
                    <a:ext cx="3747491" cy="3101220"/>
                    <a:chOff x="5091709" y="3660875"/>
                    <a:chExt cx="3747491" cy="3101220"/>
                  </a:xfrm>
                </p:grpSpPr>
                <p:sp>
                  <p:nvSpPr>
                    <p:cNvPr id="19" name="Oval 18">
                      <a:extLst>
                        <a:ext uri="{FF2B5EF4-FFF2-40B4-BE49-F238E27FC236}">
                          <a16:creationId xmlns:a16="http://schemas.microsoft.com/office/drawing/2014/main" id="{F2A15DCF-1504-FD5C-59DA-7F77E9C313BC}"/>
                        </a:ext>
                      </a:extLst>
                    </p:cNvPr>
                    <p:cNvSpPr/>
                    <p:nvPr/>
                  </p:nvSpPr>
                  <p:spPr bwMode="auto">
                    <a:xfrm>
                      <a:off x="8215312" y="3660875"/>
                      <a:ext cx="623888" cy="1162882"/>
                    </a:xfrm>
                    <a:prstGeom prst="ellipse">
                      <a:avLst/>
                    </a:prstGeom>
                    <a:gradFill flip="none" rotWithShape="1">
                      <a:gsLst>
                        <a:gs pos="0">
                          <a:srgbClr val="98CA00">
                            <a:shade val="30000"/>
                            <a:satMod val="115000"/>
                          </a:srgbClr>
                        </a:gs>
                        <a:gs pos="50000">
                          <a:srgbClr val="98CA00">
                            <a:shade val="67500"/>
                            <a:satMod val="115000"/>
                          </a:srgbClr>
                        </a:gs>
                        <a:gs pos="100000">
                          <a:srgbClr val="98CA00">
                            <a:shade val="100000"/>
                            <a:satMod val="115000"/>
                          </a:srgbClr>
                        </a:gs>
                      </a:gsLst>
                      <a:lin ang="10800000" scaled="1"/>
                      <a:tileRect/>
                    </a:gradFill>
                    <a:ln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>
                    <a:effectLst/>
                  </p:spPr>
                  <p:txBody>
                    <a:bodyPr vert="horz" wrap="square" lIns="91440" tIns="45720" rIns="91440" bIns="45720" numCol="1" rtlCol="0" anchor="t" anchorCtr="0" compatLnSpc="1">
                      <a:prstTxWarp prst="textNoShape">
                        <a:avLst/>
                      </a:prstTxWarp>
                      <a:spAutoFit/>
                    </a:bodyPr>
                    <a:lstStyle/>
                    <a:p>
                      <a:pPr marL="0" marR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US" sz="2000" b="1" dirty="0">
                          <a:latin typeface="Times New Roman" pitchFamily="-65" charset="0"/>
                        </a:rPr>
                        <a:t>0</a:t>
                      </a:r>
                      <a:endParaRPr kumimoji="0" lang="en-US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-65" charset="0"/>
                      </a:endParaRPr>
                    </a:p>
                  </p:txBody>
                </p:sp>
                <p:sp>
                  <p:nvSpPr>
                    <p:cNvPr id="20" name="Oval 19">
                      <a:extLst>
                        <a:ext uri="{FF2B5EF4-FFF2-40B4-BE49-F238E27FC236}">
                          <a16:creationId xmlns:a16="http://schemas.microsoft.com/office/drawing/2014/main" id="{6C82A757-14C4-9BA5-969B-3B20DBB0F256}"/>
                        </a:ext>
                      </a:extLst>
                    </p:cNvPr>
                    <p:cNvSpPr/>
                    <p:nvPr/>
                  </p:nvSpPr>
                  <p:spPr bwMode="auto">
                    <a:xfrm>
                      <a:off x="5091709" y="3779193"/>
                      <a:ext cx="604042" cy="1162882"/>
                    </a:xfrm>
                    <a:prstGeom prst="ellipse">
                      <a:avLst/>
                    </a:prstGeom>
                    <a:gradFill flip="none" rotWithShape="1">
                      <a:gsLst>
                        <a:gs pos="0">
                          <a:srgbClr val="98CA00">
                            <a:shade val="30000"/>
                            <a:satMod val="115000"/>
                          </a:srgbClr>
                        </a:gs>
                        <a:gs pos="50000">
                          <a:srgbClr val="98CA00">
                            <a:shade val="67500"/>
                            <a:satMod val="115000"/>
                          </a:srgbClr>
                        </a:gs>
                        <a:gs pos="100000">
                          <a:srgbClr val="98CA00">
                            <a:shade val="100000"/>
                            <a:satMod val="115000"/>
                          </a:srgbClr>
                        </a:gs>
                      </a:gsLst>
                      <a:lin ang="10800000" scaled="1"/>
                      <a:tileRect/>
                    </a:gradFill>
                    <a:ln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>
                    <a:effectLst/>
                  </p:spPr>
                  <p:txBody>
                    <a:bodyPr vert="horz" wrap="square" lIns="91440" tIns="45720" rIns="91440" bIns="45720" numCol="1" rtlCol="0" anchor="t" anchorCtr="0" compatLnSpc="1">
                      <a:prstTxWarp prst="textNoShape">
                        <a:avLst/>
                      </a:prstTxWarp>
                      <a:spAutoFit/>
                    </a:bodyPr>
                    <a:lstStyle/>
                    <a:p>
                      <a:pPr marL="0" marR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-65" charset="0"/>
                        </a:rPr>
                        <a:t>1</a:t>
                      </a:r>
                    </a:p>
                  </p:txBody>
                </p:sp>
                <p:sp>
                  <p:nvSpPr>
                    <p:cNvPr id="21" name="Oval 20">
                      <a:extLst>
                        <a:ext uri="{FF2B5EF4-FFF2-40B4-BE49-F238E27FC236}">
                          <a16:creationId xmlns:a16="http://schemas.microsoft.com/office/drawing/2014/main" id="{6222310F-8883-95DE-114B-F72ED128814C}"/>
                        </a:ext>
                      </a:extLst>
                    </p:cNvPr>
                    <p:cNvSpPr/>
                    <p:nvPr/>
                  </p:nvSpPr>
                  <p:spPr bwMode="auto">
                    <a:xfrm>
                      <a:off x="6707184" y="5599213"/>
                      <a:ext cx="623888" cy="1162882"/>
                    </a:xfrm>
                    <a:prstGeom prst="ellipse">
                      <a:avLst/>
                    </a:prstGeom>
                    <a:gradFill flip="none" rotWithShape="1">
                      <a:gsLst>
                        <a:gs pos="0">
                          <a:srgbClr val="98CA00">
                            <a:shade val="30000"/>
                            <a:satMod val="115000"/>
                          </a:srgbClr>
                        </a:gs>
                        <a:gs pos="50000">
                          <a:srgbClr val="98CA00">
                            <a:shade val="67500"/>
                            <a:satMod val="115000"/>
                          </a:srgbClr>
                        </a:gs>
                        <a:gs pos="100000">
                          <a:srgbClr val="98CA00">
                            <a:shade val="100000"/>
                            <a:satMod val="115000"/>
                          </a:srgbClr>
                        </a:gs>
                      </a:gsLst>
                      <a:lin ang="10800000" scaled="1"/>
                      <a:tileRect/>
                    </a:gradFill>
                    <a:ln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>
                    <a:effectLst/>
                  </p:spPr>
                  <p:txBody>
                    <a:bodyPr vert="horz" wrap="square" lIns="91440" tIns="45720" rIns="91440" bIns="45720" numCol="1" rtlCol="0" anchor="t" anchorCtr="0" compatLnSpc="1">
                      <a:prstTxWarp prst="textNoShape">
                        <a:avLst/>
                      </a:prstTxWarp>
                      <a:spAutoFit/>
                    </a:bodyPr>
                    <a:lstStyle/>
                    <a:p>
                      <a:pPr marL="0" marR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US" sz="2000" b="1" dirty="0">
                          <a:latin typeface="Times New Roman" pitchFamily="-65" charset="0"/>
                        </a:rPr>
                        <a:t>3</a:t>
                      </a:r>
                      <a:endParaRPr kumimoji="0" lang="en-US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-65" charset="0"/>
                      </a:endParaRPr>
                    </a:p>
                  </p:txBody>
                </p:sp>
                <p:sp>
                  <p:nvSpPr>
                    <p:cNvPr id="22" name="Oval 21">
                      <a:extLst>
                        <a:ext uri="{FF2B5EF4-FFF2-40B4-BE49-F238E27FC236}">
                          <a16:creationId xmlns:a16="http://schemas.microsoft.com/office/drawing/2014/main" id="{EA018F5B-A828-E002-9381-303CD88B99C2}"/>
                        </a:ext>
                      </a:extLst>
                    </p:cNvPr>
                    <p:cNvSpPr/>
                    <p:nvPr/>
                  </p:nvSpPr>
                  <p:spPr bwMode="auto">
                    <a:xfrm>
                      <a:off x="6554389" y="4066432"/>
                      <a:ext cx="623888" cy="1162882"/>
                    </a:xfrm>
                    <a:prstGeom prst="ellipse">
                      <a:avLst/>
                    </a:prstGeom>
                    <a:gradFill flip="none" rotWithShape="1">
                      <a:gsLst>
                        <a:gs pos="0">
                          <a:srgbClr val="98CA00">
                            <a:shade val="30000"/>
                            <a:satMod val="115000"/>
                          </a:srgbClr>
                        </a:gs>
                        <a:gs pos="50000">
                          <a:srgbClr val="98CA00">
                            <a:shade val="67500"/>
                            <a:satMod val="115000"/>
                          </a:srgbClr>
                        </a:gs>
                        <a:gs pos="100000">
                          <a:srgbClr val="98CA00">
                            <a:shade val="100000"/>
                            <a:satMod val="115000"/>
                          </a:srgbClr>
                        </a:gs>
                      </a:gsLst>
                      <a:lin ang="10800000" scaled="1"/>
                      <a:tileRect/>
                    </a:gradFill>
                    <a:ln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>
                    <a:effectLst/>
                  </p:spPr>
                  <p:txBody>
                    <a:bodyPr vert="horz" wrap="square" lIns="91440" tIns="45720" rIns="91440" bIns="45720" numCol="1" rtlCol="0" anchor="t" anchorCtr="0" compatLnSpc="1">
                      <a:prstTxWarp prst="textNoShape">
                        <a:avLst/>
                      </a:prstTxWarp>
                      <a:spAutoFit/>
                    </a:bodyPr>
                    <a:lstStyle/>
                    <a:p>
                      <a:pPr marL="0" marR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-65" charset="0"/>
                        </a:rPr>
                        <a:t>2</a:t>
                      </a:r>
                    </a:p>
                  </p:txBody>
                </p:sp>
              </p:grpSp>
              <mc:AlternateContent xmlns:mc="http://schemas.openxmlformats.org/markup-compatibility/2006" xmlns:p14="http://schemas.microsoft.com/office/powerpoint/2010/main">
                <mc:Choice Requires="p14">
                  <p:contentPart p14:bwMode="auto" r:id="rId2">
                    <p14:nvContentPartPr>
                      <p14:cNvPr id="13" name="Ink 12">
                        <a:extLst>
                          <a:ext uri="{FF2B5EF4-FFF2-40B4-BE49-F238E27FC236}">
                            <a16:creationId xmlns:a16="http://schemas.microsoft.com/office/drawing/2014/main" id="{FED0F6ED-9136-5E99-A838-FE9455511C36}"/>
                          </a:ext>
                        </a:extLst>
                      </p14:cNvPr>
                      <p14:cNvContentPartPr/>
                      <p14:nvPr/>
                    </p14:nvContentPartPr>
                    <p14:xfrm>
                      <a:off x="5713470" y="4158675"/>
                      <a:ext cx="898920" cy="155520"/>
                    </p14:xfrm>
                  </p:contentPart>
                </mc:Choice>
                <mc:Fallback xmlns="">
                  <p:pic>
                    <p:nvPicPr>
                      <p:cNvPr id="13" name="Ink 12">
                        <a:extLst>
                          <a:ext uri="{FF2B5EF4-FFF2-40B4-BE49-F238E27FC236}">
                            <a16:creationId xmlns:a16="http://schemas.microsoft.com/office/drawing/2014/main" id="{FED0F6ED-9136-5E99-A838-FE9455511C3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5698275" y="4135111"/>
                        <a:ext cx="928702" cy="201705"/>
                      </a:xfrm>
                      <a:prstGeom prst="rect">
                        <a:avLst/>
                      </a:prstGeom>
                    </p:spPr>
                  </p:pic>
                </mc:Fallback>
              </mc:AlternateContent>
              <mc:AlternateContent xmlns:mc="http://schemas.openxmlformats.org/markup-compatibility/2006" xmlns:p14="http://schemas.microsoft.com/office/powerpoint/2010/main">
                <mc:Choice Requires="p14">
                  <p:contentPart p14:bwMode="auto" r:id="rId4">
                    <p14:nvContentPartPr>
                      <p14:cNvPr id="14" name="Ink 13">
                        <a:extLst>
                          <a:ext uri="{FF2B5EF4-FFF2-40B4-BE49-F238E27FC236}">
                            <a16:creationId xmlns:a16="http://schemas.microsoft.com/office/drawing/2014/main" id="{DDB341DA-75E8-D5E0-E324-0177606690EE}"/>
                          </a:ext>
                        </a:extLst>
                      </p14:cNvPr>
                      <p14:cNvContentPartPr/>
                      <p14:nvPr/>
                    </p14:nvContentPartPr>
                    <p14:xfrm>
                      <a:off x="7067790" y="4622715"/>
                      <a:ext cx="246600" cy="1087560"/>
                    </p14:xfrm>
                  </p:contentPart>
                </mc:Choice>
                <mc:Fallback xmlns="">
                  <p:pic>
                    <p:nvPicPr>
                      <p:cNvPr id="14" name="Ink 13">
                        <a:extLst>
                          <a:ext uri="{FF2B5EF4-FFF2-40B4-BE49-F238E27FC236}">
                            <a16:creationId xmlns:a16="http://schemas.microsoft.com/office/drawing/2014/main" id="{DDB341DA-75E8-D5E0-E324-0177606690E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7052605" y="4599031"/>
                        <a:ext cx="276362" cy="1133980"/>
                      </a:xfrm>
                      <a:prstGeom prst="rect">
                        <a:avLst/>
                      </a:prstGeom>
                    </p:spPr>
                  </p:pic>
                </mc:Fallback>
              </mc:AlternateContent>
              <mc:AlternateContent xmlns:mc="http://schemas.openxmlformats.org/markup-compatibility/2006" xmlns:p14="http://schemas.microsoft.com/office/powerpoint/2010/main">
                <mc:Choice Requires="p14">
                  <p:contentPart p14:bwMode="auto" r:id="rId6">
                    <p14:nvContentPartPr>
                      <p14:cNvPr id="15" name="Ink 14">
                        <a:extLst>
                          <a:ext uri="{FF2B5EF4-FFF2-40B4-BE49-F238E27FC236}">
                            <a16:creationId xmlns:a16="http://schemas.microsoft.com/office/drawing/2014/main" id="{1D244A9B-2226-D756-DC18-FD7E9C4AE04C}"/>
                          </a:ext>
                        </a:extLst>
                      </p14:cNvPr>
                      <p14:cNvContentPartPr/>
                      <p14:nvPr/>
                    </p14:nvContentPartPr>
                    <p14:xfrm>
                      <a:off x="7136190" y="3925395"/>
                      <a:ext cx="1103760" cy="357480"/>
                    </p14:xfrm>
                  </p:contentPart>
                </mc:Choice>
                <mc:Fallback xmlns="">
                  <p:pic>
                    <p:nvPicPr>
                      <p:cNvPr id="15" name="Ink 14">
                        <a:extLst>
                          <a:ext uri="{FF2B5EF4-FFF2-40B4-BE49-F238E27FC236}">
                            <a16:creationId xmlns:a16="http://schemas.microsoft.com/office/drawing/2014/main" id="{1D244A9B-2226-D756-DC18-FD7E9C4AE04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7"/>
                      <a:stretch>
                        <a:fillRect/>
                      </a:stretch>
                    </p:blipFill>
                    <p:spPr>
                      <a:xfrm>
                        <a:off x="7120995" y="3901752"/>
                        <a:ext cx="1133542" cy="403820"/>
                      </a:xfrm>
                      <a:prstGeom prst="rect">
                        <a:avLst/>
                      </a:prstGeom>
                    </p:spPr>
                  </p:pic>
                </mc:Fallback>
              </mc:AlternateContent>
              <mc:AlternateContent xmlns:mc="http://schemas.openxmlformats.org/markup-compatibility/2006" xmlns:p14="http://schemas.microsoft.com/office/powerpoint/2010/main">
                <mc:Choice Requires="p14">
                  <p:contentPart p14:bwMode="auto" r:id="rId8">
                    <p14:nvContentPartPr>
                      <p14:cNvPr id="16" name="Ink 15">
                        <a:extLst>
                          <a:ext uri="{FF2B5EF4-FFF2-40B4-BE49-F238E27FC236}">
                            <a16:creationId xmlns:a16="http://schemas.microsoft.com/office/drawing/2014/main" id="{3014BA49-055D-CBD9-6916-DCB633E89FFB}"/>
                          </a:ext>
                        </a:extLst>
                      </p14:cNvPr>
                      <p14:cNvContentPartPr/>
                      <p14:nvPr/>
                    </p14:nvContentPartPr>
                    <p14:xfrm>
                      <a:off x="7335630" y="4253355"/>
                      <a:ext cx="1127160" cy="1754280"/>
                    </p14:xfrm>
                  </p:contentPart>
                </mc:Choice>
                <mc:Fallback xmlns="">
                  <p:pic>
                    <p:nvPicPr>
                      <p:cNvPr id="16" name="Ink 15">
                        <a:extLst>
                          <a:ext uri="{FF2B5EF4-FFF2-40B4-BE49-F238E27FC236}">
                            <a16:creationId xmlns:a16="http://schemas.microsoft.com/office/drawing/2014/main" id="{3014BA49-055D-CBD9-6916-DCB633E89FF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7320439" y="4229661"/>
                        <a:ext cx="1156934" cy="1800720"/>
                      </a:xfrm>
                      <a:prstGeom prst="rect">
                        <a:avLst/>
                      </a:prstGeom>
                    </p:spPr>
                  </p:pic>
                </mc:Fallback>
              </mc:AlternateContent>
              <mc:AlternateContent xmlns:mc="http://schemas.openxmlformats.org/markup-compatibility/2006" xmlns:p14="http://schemas.microsoft.com/office/powerpoint/2010/main">
                <mc:Choice Requires="p14">
                  <p:contentPart p14:bwMode="auto" r:id="rId10">
                    <p14:nvContentPartPr>
                      <p14:cNvPr id="17" name="Ink 16">
                        <a:extLst>
                          <a:ext uri="{FF2B5EF4-FFF2-40B4-BE49-F238E27FC236}">
                            <a16:creationId xmlns:a16="http://schemas.microsoft.com/office/drawing/2014/main" id="{66940D5B-8326-22FD-58E0-70A93676654C}"/>
                          </a:ext>
                        </a:extLst>
                      </p14:cNvPr>
                      <p14:cNvContentPartPr/>
                      <p14:nvPr/>
                    </p14:nvContentPartPr>
                    <p14:xfrm>
                      <a:off x="5537790" y="4405635"/>
                      <a:ext cx="1282320" cy="1324800"/>
                    </p14:xfrm>
                  </p:contentPart>
                </mc:Choice>
                <mc:Fallback xmlns="">
                  <p:pic>
                    <p:nvPicPr>
                      <p:cNvPr id="17" name="Ink 16">
                        <a:extLst>
                          <a:ext uri="{FF2B5EF4-FFF2-40B4-BE49-F238E27FC236}">
                            <a16:creationId xmlns:a16="http://schemas.microsoft.com/office/drawing/2014/main" id="{66940D5B-8326-22FD-58E0-70A93676654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1"/>
                      <a:stretch>
                        <a:fillRect/>
                      </a:stretch>
                    </p:blipFill>
                    <p:spPr>
                      <a:xfrm>
                        <a:off x="5522597" y="4381944"/>
                        <a:ext cx="1312099" cy="1371234"/>
                      </a:xfrm>
                      <a:prstGeom prst="rect">
                        <a:avLst/>
                      </a:prstGeom>
                    </p:spPr>
                  </p:pic>
                </mc:Fallback>
              </mc:AlternateContent>
              <mc:AlternateContent xmlns:mc="http://schemas.openxmlformats.org/markup-compatibility/2006" xmlns:p14="http://schemas.microsoft.com/office/powerpoint/2010/main">
                <mc:Choice Requires="p14">
                  <p:contentPart p14:bwMode="auto" r:id="rId12">
                    <p14:nvContentPartPr>
                      <p14:cNvPr id="18" name="Ink 17">
                        <a:extLst>
                          <a:ext uri="{FF2B5EF4-FFF2-40B4-BE49-F238E27FC236}">
                            <a16:creationId xmlns:a16="http://schemas.microsoft.com/office/drawing/2014/main" id="{65BCECC1-8129-C2DB-A29C-E4801FF75DAC}"/>
                          </a:ext>
                        </a:extLst>
                      </p14:cNvPr>
                      <p14:cNvContentPartPr/>
                      <p14:nvPr/>
                    </p14:nvContentPartPr>
                    <p14:xfrm>
                      <a:off x="5635710" y="3395115"/>
                      <a:ext cx="2880360" cy="582480"/>
                    </p14:xfrm>
                  </p:contentPart>
                </mc:Choice>
                <mc:Fallback xmlns="">
                  <p:pic>
                    <p:nvPicPr>
                      <p:cNvPr id="18" name="Ink 17">
                        <a:extLst>
                          <a:ext uri="{FF2B5EF4-FFF2-40B4-BE49-F238E27FC236}">
                            <a16:creationId xmlns:a16="http://schemas.microsoft.com/office/drawing/2014/main" id="{65BCECC1-8129-C2DB-A29C-E4801FF75DA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3"/>
                      <a:stretch>
                        <a:fillRect/>
                      </a:stretch>
                    </p:blipFill>
                    <p:spPr>
                      <a:xfrm>
                        <a:off x="5620518" y="3371437"/>
                        <a:ext cx="2910136" cy="628889"/>
                      </a:xfrm>
                      <a:prstGeom prst="rect">
                        <a:avLst/>
                      </a:prstGeom>
                    </p:spPr>
                  </p:pic>
                </mc:Fallback>
              </mc:AlternateContent>
            </p:grpSp>
            <mc:AlternateContent xmlns:mc="http://schemas.openxmlformats.org/markup-compatibility/2006" xmlns:p14="http://schemas.microsoft.com/office/powerpoint/2010/main">
              <mc:Choice Requires="p14">
                <p:contentPart p14:bwMode="auto" r:id="rId14">
                  <p14:nvContentPartPr>
                    <p14:cNvPr id="9" name="Ink 8">
                      <a:extLst>
                        <a:ext uri="{FF2B5EF4-FFF2-40B4-BE49-F238E27FC236}">
                          <a16:creationId xmlns:a16="http://schemas.microsoft.com/office/drawing/2014/main" id="{DBF076C6-AE63-4B2F-F3CF-6EDC8FE311AB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5005395" y="3351195"/>
                    <a:ext cx="614880" cy="547200"/>
                  </p14:xfrm>
                </p:contentPart>
              </mc:Choice>
              <mc:Fallback xmlns="">
                <p:pic>
                  <p:nvPicPr>
                    <p:cNvPr id="9" name="Ink 8">
                      <a:extLst>
                        <a:ext uri="{FF2B5EF4-FFF2-40B4-BE49-F238E27FC236}">
                          <a16:creationId xmlns:a16="http://schemas.microsoft.com/office/drawing/2014/main" id="{DBF076C6-AE63-4B2F-F3CF-6EDC8FE311AB}"/>
                        </a:ext>
                      </a:extLst>
                    </p:cNvPr>
                    <p:cNvPicPr/>
                    <p:nvPr/>
                  </p:nvPicPr>
                  <p:blipFill>
                    <a:blip r:embed="rId15"/>
                    <a:stretch>
                      <a:fillRect/>
                    </a:stretch>
                  </p:blipFill>
                  <p:spPr>
                    <a:xfrm>
                      <a:off x="4990813" y="3327527"/>
                      <a:ext cx="644652" cy="593589"/>
                    </a:xfrm>
                    <a:prstGeom prst="rect">
                      <a:avLst/>
                    </a:prstGeom>
                  </p:spPr>
                </p:pic>
              </mc:Fallback>
            </mc:AlternateContent>
            <mc:AlternateContent xmlns:mc="http://schemas.openxmlformats.org/markup-compatibility/2006" xmlns:p14="http://schemas.microsoft.com/office/powerpoint/2010/main">
              <mc:Choice Requires="p14">
                <p:contentPart p14:bwMode="auto" r:id="rId16">
                  <p14:nvContentPartPr>
                    <p14:cNvPr id="10" name="Ink 9">
                      <a:extLst>
                        <a:ext uri="{FF2B5EF4-FFF2-40B4-BE49-F238E27FC236}">
                          <a16:creationId xmlns:a16="http://schemas.microsoft.com/office/drawing/2014/main" id="{AF86AD6F-B35C-2A4B-8E43-23E095ED17DB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6319755" y="5899275"/>
                    <a:ext cx="632160" cy="414000"/>
                  </p14:xfrm>
                </p:contentPart>
              </mc:Choice>
              <mc:Fallback xmlns="">
                <p:pic>
                  <p:nvPicPr>
                    <p:cNvPr id="10" name="Ink 9">
                      <a:extLst>
                        <a:ext uri="{FF2B5EF4-FFF2-40B4-BE49-F238E27FC236}">
                          <a16:creationId xmlns:a16="http://schemas.microsoft.com/office/drawing/2014/main" id="{AF86AD6F-B35C-2A4B-8E43-23E095ED17DB}"/>
                        </a:ext>
                      </a:extLst>
                    </p:cNvPr>
                    <p:cNvPicPr/>
                    <p:nvPr/>
                  </p:nvPicPr>
                  <p:blipFill>
                    <a:blip r:embed="rId17"/>
                    <a:stretch>
                      <a:fillRect/>
                    </a:stretch>
                  </p:blipFill>
                  <p:spPr>
                    <a:xfrm>
                      <a:off x="6304573" y="5875591"/>
                      <a:ext cx="661916" cy="460421"/>
                    </a:xfrm>
                    <a:prstGeom prst="rect">
                      <a:avLst/>
                    </a:prstGeom>
                  </p:spPr>
                </p:pic>
              </mc:Fallback>
            </mc:AlternateContent>
            <mc:AlternateContent xmlns:mc="http://schemas.openxmlformats.org/markup-compatibility/2006" xmlns:p14="http://schemas.microsoft.com/office/powerpoint/2010/main">
              <mc:Choice Requires="p14">
                <p:contentPart p14:bwMode="auto" r:id="rId18">
                  <p14:nvContentPartPr>
                    <p14:cNvPr id="11" name="Ink 10">
                      <a:extLst>
                        <a:ext uri="{FF2B5EF4-FFF2-40B4-BE49-F238E27FC236}">
                          <a16:creationId xmlns:a16="http://schemas.microsoft.com/office/drawing/2014/main" id="{00FCF09B-0711-7D4C-EE4D-B5394FED010F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8628075" y="3539835"/>
                    <a:ext cx="548640" cy="742320"/>
                  </p14:xfrm>
                </p:contentPart>
              </mc:Choice>
              <mc:Fallback xmlns="">
                <p:pic>
                  <p:nvPicPr>
                    <p:cNvPr id="11" name="Ink 10">
                      <a:extLst>
                        <a:ext uri="{FF2B5EF4-FFF2-40B4-BE49-F238E27FC236}">
                          <a16:creationId xmlns:a16="http://schemas.microsoft.com/office/drawing/2014/main" id="{00FCF09B-0711-7D4C-EE4D-B5394FED010F}"/>
                        </a:ext>
                      </a:extLst>
                    </p:cNvPr>
                    <p:cNvPicPr/>
                    <p:nvPr/>
                  </p:nvPicPr>
                  <p:blipFill>
                    <a:blip r:embed="rId19"/>
                    <a:stretch>
                      <a:fillRect/>
                    </a:stretch>
                  </p:blipFill>
                  <p:spPr>
                    <a:xfrm>
                      <a:off x="8612886" y="3516164"/>
                      <a:ext cx="578411" cy="788715"/>
                    </a:xfrm>
                    <a:prstGeom prst="rect">
                      <a:avLst/>
                    </a:prstGeom>
                  </p:spPr>
                </p:pic>
              </mc:Fallback>
            </mc:AlternateContent>
          </p:grpSp>
          <mc:AlternateContent xmlns:mc="http://schemas.openxmlformats.org/markup-compatibility/2006" xmlns:p14="http://schemas.microsoft.com/office/powerpoint/2010/main">
            <mc:Choice Requires="p14">
              <p:contentPart p14:bwMode="auto" r:id="rId20">
                <p14:nvContentPartPr>
                  <p14:cNvPr id="5" name="Ink 4">
                    <a:extLst>
                      <a:ext uri="{FF2B5EF4-FFF2-40B4-BE49-F238E27FC236}">
                        <a16:creationId xmlns:a16="http://schemas.microsoft.com/office/drawing/2014/main" id="{ED3F4A84-C39C-5FE9-79DA-3B39A232E901}"/>
                      </a:ext>
                    </a:extLst>
                  </p14:cNvPr>
                  <p14:cNvContentPartPr/>
                  <p14:nvPr/>
                </p14:nvContentPartPr>
                <p14:xfrm>
                  <a:off x="4437817" y="3609006"/>
                  <a:ext cx="528840" cy="377640"/>
                </p14:xfrm>
              </p:contentPart>
            </mc:Choice>
            <mc:Fallback xmlns="">
              <p:pic>
                <p:nvPicPr>
                  <p:cNvPr id="5" name="Ink 4">
                    <a:extLst>
                      <a:ext uri="{FF2B5EF4-FFF2-40B4-BE49-F238E27FC236}">
                        <a16:creationId xmlns:a16="http://schemas.microsoft.com/office/drawing/2014/main" id="{ED3F4A84-C39C-5FE9-79DA-3B39A232E901}"/>
                      </a:ext>
                    </a:extLst>
                  </p:cNvPr>
                  <p:cNvPicPr/>
                  <p:nvPr/>
                </p:nvPicPr>
                <p:blipFill>
                  <a:blip r:embed="rId21"/>
                  <a:stretch>
                    <a:fillRect/>
                  </a:stretch>
                </p:blipFill>
                <p:spPr>
                  <a:xfrm>
                    <a:off x="4421166" y="3582781"/>
                    <a:ext cx="561476" cy="429041"/>
                  </a:xfrm>
                  <a:prstGeom prst="rect">
                    <a:avLst/>
                  </a:prstGeom>
                </p:spPr>
              </p:pic>
            </mc:Fallback>
          </mc:AlternateContent>
        </p:grpSp>
        <p:grpSp>
          <p:nvGrpSpPr>
            <p:cNvPr id="41" name="Group 40">
              <a:extLst>
                <a:ext uri="{FF2B5EF4-FFF2-40B4-BE49-F238E27FC236}">
                  <a16:creationId xmlns:a16="http://schemas.microsoft.com/office/drawing/2014/main" id="{F5EE3F05-84C8-7C68-912A-B3FCB03AFB5B}"/>
                </a:ext>
              </a:extLst>
            </p:cNvPr>
            <p:cNvGrpSpPr/>
            <p:nvPr/>
          </p:nvGrpSpPr>
          <p:grpSpPr>
            <a:xfrm>
              <a:off x="6526262" y="3340554"/>
              <a:ext cx="2470597" cy="1295400"/>
              <a:chOff x="2667000" y="3062835"/>
              <a:chExt cx="4572000" cy="3777930"/>
            </a:xfrm>
          </p:grpSpPr>
          <p:grpSp>
            <p:nvGrpSpPr>
              <p:cNvPr id="42" name="Group 41">
                <a:extLst>
                  <a:ext uri="{FF2B5EF4-FFF2-40B4-BE49-F238E27FC236}">
                    <a16:creationId xmlns:a16="http://schemas.microsoft.com/office/drawing/2014/main" id="{B11E5A62-F682-6517-A380-531632483E94}"/>
                  </a:ext>
                </a:extLst>
              </p:cNvPr>
              <p:cNvGrpSpPr/>
              <p:nvPr/>
            </p:nvGrpSpPr>
            <p:grpSpPr>
              <a:xfrm>
                <a:off x="2667000" y="3062835"/>
                <a:ext cx="4572000" cy="3777930"/>
                <a:chOff x="5005395" y="3351195"/>
                <a:chExt cx="4171320" cy="3410900"/>
              </a:xfrm>
            </p:grpSpPr>
            <p:grpSp>
              <p:nvGrpSpPr>
                <p:cNvPr id="44" name="Group 43">
                  <a:extLst>
                    <a:ext uri="{FF2B5EF4-FFF2-40B4-BE49-F238E27FC236}">
                      <a16:creationId xmlns:a16="http://schemas.microsoft.com/office/drawing/2014/main" id="{B0B282D7-8477-85AD-24C5-507A5F8B3CF8}"/>
                    </a:ext>
                  </a:extLst>
                </p:cNvPr>
                <p:cNvGrpSpPr/>
                <p:nvPr/>
              </p:nvGrpSpPr>
              <p:grpSpPr>
                <a:xfrm>
                  <a:off x="5091709" y="3395115"/>
                  <a:ext cx="3747491" cy="3366980"/>
                  <a:chOff x="5091709" y="3395115"/>
                  <a:chExt cx="3747491" cy="3366980"/>
                </a:xfrm>
              </p:grpSpPr>
              <p:grpSp>
                <p:nvGrpSpPr>
                  <p:cNvPr id="48" name="Group 47">
                    <a:extLst>
                      <a:ext uri="{FF2B5EF4-FFF2-40B4-BE49-F238E27FC236}">
                        <a16:creationId xmlns:a16="http://schemas.microsoft.com/office/drawing/2014/main" id="{AD8986D8-1501-DB48-4BE5-34185834737C}"/>
                      </a:ext>
                    </a:extLst>
                  </p:cNvPr>
                  <p:cNvGrpSpPr/>
                  <p:nvPr/>
                </p:nvGrpSpPr>
                <p:grpSpPr>
                  <a:xfrm>
                    <a:off x="5091709" y="3660875"/>
                    <a:ext cx="3747491" cy="3101220"/>
                    <a:chOff x="5091709" y="3660875"/>
                    <a:chExt cx="3747491" cy="3101220"/>
                  </a:xfrm>
                </p:grpSpPr>
                <p:sp>
                  <p:nvSpPr>
                    <p:cNvPr id="55" name="Oval 54">
                      <a:extLst>
                        <a:ext uri="{FF2B5EF4-FFF2-40B4-BE49-F238E27FC236}">
                          <a16:creationId xmlns:a16="http://schemas.microsoft.com/office/drawing/2014/main" id="{AB5983DA-2ECA-0C07-4308-17779507AB0C}"/>
                        </a:ext>
                      </a:extLst>
                    </p:cNvPr>
                    <p:cNvSpPr/>
                    <p:nvPr/>
                  </p:nvSpPr>
                  <p:spPr bwMode="auto">
                    <a:xfrm>
                      <a:off x="8215312" y="3660875"/>
                      <a:ext cx="623888" cy="1162882"/>
                    </a:xfrm>
                    <a:prstGeom prst="ellipse">
                      <a:avLst/>
                    </a:prstGeom>
                    <a:gradFill flip="none" rotWithShape="1">
                      <a:gsLst>
                        <a:gs pos="0">
                          <a:srgbClr val="98CA00">
                            <a:shade val="30000"/>
                            <a:satMod val="115000"/>
                          </a:srgbClr>
                        </a:gs>
                        <a:gs pos="50000">
                          <a:srgbClr val="98CA00">
                            <a:shade val="67500"/>
                            <a:satMod val="115000"/>
                          </a:srgbClr>
                        </a:gs>
                        <a:gs pos="100000">
                          <a:srgbClr val="98CA00">
                            <a:shade val="100000"/>
                            <a:satMod val="115000"/>
                          </a:srgbClr>
                        </a:gs>
                      </a:gsLst>
                      <a:lin ang="10800000" scaled="1"/>
                      <a:tileRect/>
                    </a:gradFill>
                    <a:ln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>
                    <a:effectLst/>
                  </p:spPr>
                  <p:txBody>
                    <a:bodyPr vert="horz" wrap="square" lIns="91440" tIns="45720" rIns="91440" bIns="45720" numCol="1" rtlCol="0" anchor="t" anchorCtr="0" compatLnSpc="1">
                      <a:prstTxWarp prst="textNoShape">
                        <a:avLst/>
                      </a:prstTxWarp>
                      <a:spAutoFit/>
                    </a:bodyPr>
                    <a:lstStyle/>
                    <a:p>
                      <a:pPr marL="0" marR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US" sz="2000" b="1" dirty="0">
                          <a:latin typeface="Times New Roman" pitchFamily="-65" charset="0"/>
                        </a:rPr>
                        <a:t>0</a:t>
                      </a:r>
                      <a:endParaRPr kumimoji="0" lang="en-US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-65" charset="0"/>
                      </a:endParaRPr>
                    </a:p>
                  </p:txBody>
                </p:sp>
                <p:sp>
                  <p:nvSpPr>
                    <p:cNvPr id="56" name="Oval 55">
                      <a:extLst>
                        <a:ext uri="{FF2B5EF4-FFF2-40B4-BE49-F238E27FC236}">
                          <a16:creationId xmlns:a16="http://schemas.microsoft.com/office/drawing/2014/main" id="{D79232BE-2E1E-15C5-B609-ACA674DB0559}"/>
                        </a:ext>
                      </a:extLst>
                    </p:cNvPr>
                    <p:cNvSpPr/>
                    <p:nvPr/>
                  </p:nvSpPr>
                  <p:spPr bwMode="auto">
                    <a:xfrm>
                      <a:off x="5091709" y="3779193"/>
                      <a:ext cx="604042" cy="1162882"/>
                    </a:xfrm>
                    <a:prstGeom prst="ellipse">
                      <a:avLst/>
                    </a:prstGeom>
                    <a:gradFill flip="none" rotWithShape="1">
                      <a:gsLst>
                        <a:gs pos="0">
                          <a:srgbClr val="98CA00">
                            <a:shade val="30000"/>
                            <a:satMod val="115000"/>
                          </a:srgbClr>
                        </a:gs>
                        <a:gs pos="50000">
                          <a:srgbClr val="98CA00">
                            <a:shade val="67500"/>
                            <a:satMod val="115000"/>
                          </a:srgbClr>
                        </a:gs>
                        <a:gs pos="100000">
                          <a:srgbClr val="98CA00">
                            <a:shade val="100000"/>
                            <a:satMod val="115000"/>
                          </a:srgbClr>
                        </a:gs>
                      </a:gsLst>
                      <a:lin ang="10800000" scaled="1"/>
                      <a:tileRect/>
                    </a:gradFill>
                    <a:ln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>
                    <a:effectLst/>
                  </p:spPr>
                  <p:txBody>
                    <a:bodyPr vert="horz" wrap="square" lIns="91440" tIns="45720" rIns="91440" bIns="45720" numCol="1" rtlCol="0" anchor="t" anchorCtr="0" compatLnSpc="1">
                      <a:prstTxWarp prst="textNoShape">
                        <a:avLst/>
                      </a:prstTxWarp>
                      <a:spAutoFit/>
                    </a:bodyPr>
                    <a:lstStyle/>
                    <a:p>
                      <a:pPr marL="0" marR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-65" charset="0"/>
                        </a:rPr>
                        <a:t>1</a:t>
                      </a:r>
                    </a:p>
                  </p:txBody>
                </p:sp>
                <p:sp>
                  <p:nvSpPr>
                    <p:cNvPr id="57" name="Oval 56">
                      <a:extLst>
                        <a:ext uri="{FF2B5EF4-FFF2-40B4-BE49-F238E27FC236}">
                          <a16:creationId xmlns:a16="http://schemas.microsoft.com/office/drawing/2014/main" id="{FDBFC791-9DA8-8B7B-B01D-EE81C04C2DE4}"/>
                        </a:ext>
                      </a:extLst>
                    </p:cNvPr>
                    <p:cNvSpPr/>
                    <p:nvPr/>
                  </p:nvSpPr>
                  <p:spPr bwMode="auto">
                    <a:xfrm>
                      <a:off x="6707184" y="5599213"/>
                      <a:ext cx="623888" cy="1162882"/>
                    </a:xfrm>
                    <a:prstGeom prst="ellipse">
                      <a:avLst/>
                    </a:prstGeom>
                    <a:gradFill flip="none" rotWithShape="1">
                      <a:gsLst>
                        <a:gs pos="0">
                          <a:srgbClr val="98CA00">
                            <a:shade val="30000"/>
                            <a:satMod val="115000"/>
                          </a:srgbClr>
                        </a:gs>
                        <a:gs pos="50000">
                          <a:srgbClr val="98CA00">
                            <a:shade val="67500"/>
                            <a:satMod val="115000"/>
                          </a:srgbClr>
                        </a:gs>
                        <a:gs pos="100000">
                          <a:srgbClr val="98CA00">
                            <a:shade val="100000"/>
                            <a:satMod val="115000"/>
                          </a:srgbClr>
                        </a:gs>
                      </a:gsLst>
                      <a:lin ang="10800000" scaled="1"/>
                      <a:tileRect/>
                    </a:gradFill>
                    <a:ln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>
                    <a:effectLst/>
                  </p:spPr>
                  <p:txBody>
                    <a:bodyPr vert="horz" wrap="square" lIns="91440" tIns="45720" rIns="91440" bIns="45720" numCol="1" rtlCol="0" anchor="t" anchorCtr="0" compatLnSpc="1">
                      <a:prstTxWarp prst="textNoShape">
                        <a:avLst/>
                      </a:prstTxWarp>
                      <a:spAutoFit/>
                    </a:bodyPr>
                    <a:lstStyle/>
                    <a:p>
                      <a:pPr marL="0" marR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US" sz="2000" b="1" dirty="0">
                          <a:latin typeface="Times New Roman" pitchFamily="-65" charset="0"/>
                        </a:rPr>
                        <a:t>3</a:t>
                      </a:r>
                      <a:endParaRPr kumimoji="0" lang="en-US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-65" charset="0"/>
                      </a:endParaRPr>
                    </a:p>
                  </p:txBody>
                </p:sp>
                <p:sp>
                  <p:nvSpPr>
                    <p:cNvPr id="58" name="Oval 57">
                      <a:extLst>
                        <a:ext uri="{FF2B5EF4-FFF2-40B4-BE49-F238E27FC236}">
                          <a16:creationId xmlns:a16="http://schemas.microsoft.com/office/drawing/2014/main" id="{38FC8569-498A-017D-627A-CDDF7280945F}"/>
                        </a:ext>
                      </a:extLst>
                    </p:cNvPr>
                    <p:cNvSpPr/>
                    <p:nvPr/>
                  </p:nvSpPr>
                  <p:spPr bwMode="auto">
                    <a:xfrm>
                      <a:off x="6554389" y="4066432"/>
                      <a:ext cx="623888" cy="1162882"/>
                    </a:xfrm>
                    <a:prstGeom prst="ellipse">
                      <a:avLst/>
                    </a:prstGeom>
                    <a:gradFill flip="none" rotWithShape="1">
                      <a:gsLst>
                        <a:gs pos="0">
                          <a:srgbClr val="98CA00">
                            <a:shade val="30000"/>
                            <a:satMod val="115000"/>
                          </a:srgbClr>
                        </a:gs>
                        <a:gs pos="50000">
                          <a:srgbClr val="98CA00">
                            <a:shade val="67500"/>
                            <a:satMod val="115000"/>
                          </a:srgbClr>
                        </a:gs>
                        <a:gs pos="100000">
                          <a:srgbClr val="98CA00">
                            <a:shade val="100000"/>
                            <a:satMod val="115000"/>
                          </a:srgbClr>
                        </a:gs>
                      </a:gsLst>
                      <a:lin ang="10800000" scaled="1"/>
                      <a:tileRect/>
                    </a:gradFill>
                    <a:ln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>
                    <a:effectLst/>
                  </p:spPr>
                  <p:txBody>
                    <a:bodyPr vert="horz" wrap="square" lIns="91440" tIns="45720" rIns="91440" bIns="45720" numCol="1" rtlCol="0" anchor="t" anchorCtr="0" compatLnSpc="1">
                      <a:prstTxWarp prst="textNoShape">
                        <a:avLst/>
                      </a:prstTxWarp>
                      <a:spAutoFit/>
                    </a:bodyPr>
                    <a:lstStyle/>
                    <a:p>
                      <a:pPr marL="0" marR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-65" charset="0"/>
                        </a:rPr>
                        <a:t>2</a:t>
                      </a:r>
                    </a:p>
                  </p:txBody>
                </p:sp>
              </p:grpSp>
              <mc:AlternateContent xmlns:mc="http://schemas.openxmlformats.org/markup-compatibility/2006" xmlns:p14="http://schemas.microsoft.com/office/powerpoint/2010/main">
                <mc:Choice Requires="p14">
                  <p:contentPart p14:bwMode="auto" r:id="rId22">
                    <p14:nvContentPartPr>
                      <p14:cNvPr id="49" name="Ink 48">
                        <a:extLst>
                          <a:ext uri="{FF2B5EF4-FFF2-40B4-BE49-F238E27FC236}">
                            <a16:creationId xmlns:a16="http://schemas.microsoft.com/office/drawing/2014/main" id="{6E494D5A-D805-D4D0-8A33-A9035EA0C1E4}"/>
                          </a:ext>
                        </a:extLst>
                      </p14:cNvPr>
                      <p14:cNvContentPartPr/>
                      <p14:nvPr/>
                    </p14:nvContentPartPr>
                    <p14:xfrm>
                      <a:off x="5713470" y="4158675"/>
                      <a:ext cx="898920" cy="155520"/>
                    </p14:xfrm>
                  </p:contentPart>
                </mc:Choice>
                <mc:Fallback xmlns="">
                  <p:pic>
                    <p:nvPicPr>
                      <p:cNvPr id="49" name="Ink 48">
                        <a:extLst>
                          <a:ext uri="{FF2B5EF4-FFF2-40B4-BE49-F238E27FC236}">
                            <a16:creationId xmlns:a16="http://schemas.microsoft.com/office/drawing/2014/main" id="{6E494D5A-D805-D4D0-8A33-A9035EA0C1E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5698275" y="4135111"/>
                        <a:ext cx="928702" cy="201705"/>
                      </a:xfrm>
                      <a:prstGeom prst="rect">
                        <a:avLst/>
                      </a:prstGeom>
                    </p:spPr>
                  </p:pic>
                </mc:Fallback>
              </mc:AlternateContent>
              <mc:AlternateContent xmlns:mc="http://schemas.openxmlformats.org/markup-compatibility/2006" xmlns:p14="http://schemas.microsoft.com/office/powerpoint/2010/main">
                <mc:Choice Requires="p14">
                  <p:contentPart p14:bwMode="auto" r:id="rId23">
                    <p14:nvContentPartPr>
                      <p14:cNvPr id="50" name="Ink 49">
                        <a:extLst>
                          <a:ext uri="{FF2B5EF4-FFF2-40B4-BE49-F238E27FC236}">
                            <a16:creationId xmlns:a16="http://schemas.microsoft.com/office/drawing/2014/main" id="{769913A4-F0A4-F9E7-512F-F575480977CC}"/>
                          </a:ext>
                        </a:extLst>
                      </p14:cNvPr>
                      <p14:cNvContentPartPr/>
                      <p14:nvPr/>
                    </p14:nvContentPartPr>
                    <p14:xfrm>
                      <a:off x="7067790" y="4622715"/>
                      <a:ext cx="246600" cy="1087560"/>
                    </p14:xfrm>
                  </p:contentPart>
                </mc:Choice>
                <mc:Fallback xmlns="">
                  <p:pic>
                    <p:nvPicPr>
                      <p:cNvPr id="50" name="Ink 49">
                        <a:extLst>
                          <a:ext uri="{FF2B5EF4-FFF2-40B4-BE49-F238E27FC236}">
                            <a16:creationId xmlns:a16="http://schemas.microsoft.com/office/drawing/2014/main" id="{769913A4-F0A4-F9E7-512F-F575480977C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7052605" y="4599031"/>
                        <a:ext cx="276362" cy="1133980"/>
                      </a:xfrm>
                      <a:prstGeom prst="rect">
                        <a:avLst/>
                      </a:prstGeom>
                    </p:spPr>
                  </p:pic>
                </mc:Fallback>
              </mc:AlternateContent>
              <mc:AlternateContent xmlns:mc="http://schemas.openxmlformats.org/markup-compatibility/2006" xmlns:p14="http://schemas.microsoft.com/office/powerpoint/2010/main">
                <mc:Choice Requires="p14">
                  <p:contentPart p14:bwMode="auto" r:id="rId24">
                    <p14:nvContentPartPr>
                      <p14:cNvPr id="51" name="Ink 50">
                        <a:extLst>
                          <a:ext uri="{FF2B5EF4-FFF2-40B4-BE49-F238E27FC236}">
                            <a16:creationId xmlns:a16="http://schemas.microsoft.com/office/drawing/2014/main" id="{DC693A96-8125-D63F-7C12-3C46FD2727E1}"/>
                          </a:ext>
                        </a:extLst>
                      </p14:cNvPr>
                      <p14:cNvContentPartPr/>
                      <p14:nvPr/>
                    </p14:nvContentPartPr>
                    <p14:xfrm>
                      <a:off x="7136190" y="3925395"/>
                      <a:ext cx="1103760" cy="357480"/>
                    </p14:xfrm>
                  </p:contentPart>
                </mc:Choice>
                <mc:Fallback xmlns="">
                  <p:pic>
                    <p:nvPicPr>
                      <p:cNvPr id="51" name="Ink 50">
                        <a:extLst>
                          <a:ext uri="{FF2B5EF4-FFF2-40B4-BE49-F238E27FC236}">
                            <a16:creationId xmlns:a16="http://schemas.microsoft.com/office/drawing/2014/main" id="{DC693A96-8125-D63F-7C12-3C46FD2727E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7"/>
                      <a:stretch>
                        <a:fillRect/>
                      </a:stretch>
                    </p:blipFill>
                    <p:spPr>
                      <a:xfrm>
                        <a:off x="7120995" y="3901752"/>
                        <a:ext cx="1133542" cy="403820"/>
                      </a:xfrm>
                      <a:prstGeom prst="rect">
                        <a:avLst/>
                      </a:prstGeom>
                    </p:spPr>
                  </p:pic>
                </mc:Fallback>
              </mc:AlternateContent>
              <mc:AlternateContent xmlns:mc="http://schemas.openxmlformats.org/markup-compatibility/2006" xmlns:p14="http://schemas.microsoft.com/office/powerpoint/2010/main">
                <mc:Choice Requires="p14">
                  <p:contentPart p14:bwMode="auto" r:id="rId25">
                    <p14:nvContentPartPr>
                      <p14:cNvPr id="52" name="Ink 51">
                        <a:extLst>
                          <a:ext uri="{FF2B5EF4-FFF2-40B4-BE49-F238E27FC236}">
                            <a16:creationId xmlns:a16="http://schemas.microsoft.com/office/drawing/2014/main" id="{46836266-0B75-9021-474E-2BA7C2F70165}"/>
                          </a:ext>
                        </a:extLst>
                      </p14:cNvPr>
                      <p14:cNvContentPartPr/>
                      <p14:nvPr/>
                    </p14:nvContentPartPr>
                    <p14:xfrm>
                      <a:off x="7335630" y="4253355"/>
                      <a:ext cx="1127160" cy="1754280"/>
                    </p14:xfrm>
                  </p:contentPart>
                </mc:Choice>
                <mc:Fallback xmlns="">
                  <p:pic>
                    <p:nvPicPr>
                      <p:cNvPr id="52" name="Ink 51">
                        <a:extLst>
                          <a:ext uri="{FF2B5EF4-FFF2-40B4-BE49-F238E27FC236}">
                            <a16:creationId xmlns:a16="http://schemas.microsoft.com/office/drawing/2014/main" id="{46836266-0B75-9021-474E-2BA7C2F701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7320439" y="4229661"/>
                        <a:ext cx="1156934" cy="1800720"/>
                      </a:xfrm>
                      <a:prstGeom prst="rect">
                        <a:avLst/>
                      </a:prstGeom>
                    </p:spPr>
                  </p:pic>
                </mc:Fallback>
              </mc:AlternateContent>
              <mc:AlternateContent xmlns:mc="http://schemas.openxmlformats.org/markup-compatibility/2006" xmlns:p14="http://schemas.microsoft.com/office/powerpoint/2010/main">
                <mc:Choice Requires="p14">
                  <p:contentPart p14:bwMode="auto" r:id="rId26">
                    <p14:nvContentPartPr>
                      <p14:cNvPr id="53" name="Ink 52">
                        <a:extLst>
                          <a:ext uri="{FF2B5EF4-FFF2-40B4-BE49-F238E27FC236}">
                            <a16:creationId xmlns:a16="http://schemas.microsoft.com/office/drawing/2014/main" id="{EDABE1DB-0173-90F5-AC3F-4E85120A7895}"/>
                          </a:ext>
                        </a:extLst>
                      </p14:cNvPr>
                      <p14:cNvContentPartPr/>
                      <p14:nvPr/>
                    </p14:nvContentPartPr>
                    <p14:xfrm>
                      <a:off x="5537790" y="4405635"/>
                      <a:ext cx="1282320" cy="1324800"/>
                    </p14:xfrm>
                  </p:contentPart>
                </mc:Choice>
                <mc:Fallback xmlns="">
                  <p:pic>
                    <p:nvPicPr>
                      <p:cNvPr id="53" name="Ink 52">
                        <a:extLst>
                          <a:ext uri="{FF2B5EF4-FFF2-40B4-BE49-F238E27FC236}">
                            <a16:creationId xmlns:a16="http://schemas.microsoft.com/office/drawing/2014/main" id="{EDABE1DB-0173-90F5-AC3F-4E85120A789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1"/>
                      <a:stretch>
                        <a:fillRect/>
                      </a:stretch>
                    </p:blipFill>
                    <p:spPr>
                      <a:xfrm>
                        <a:off x="5522597" y="4381944"/>
                        <a:ext cx="1312099" cy="1371234"/>
                      </a:xfrm>
                      <a:prstGeom prst="rect">
                        <a:avLst/>
                      </a:prstGeom>
                    </p:spPr>
                  </p:pic>
                </mc:Fallback>
              </mc:AlternateContent>
              <mc:AlternateContent xmlns:mc="http://schemas.openxmlformats.org/markup-compatibility/2006" xmlns:p14="http://schemas.microsoft.com/office/powerpoint/2010/main">
                <mc:Choice Requires="p14">
                  <p:contentPart p14:bwMode="auto" r:id="rId27">
                    <p14:nvContentPartPr>
                      <p14:cNvPr id="54" name="Ink 53">
                        <a:extLst>
                          <a:ext uri="{FF2B5EF4-FFF2-40B4-BE49-F238E27FC236}">
                            <a16:creationId xmlns:a16="http://schemas.microsoft.com/office/drawing/2014/main" id="{442B0733-F721-C455-C25F-904AEBE549DD}"/>
                          </a:ext>
                        </a:extLst>
                      </p14:cNvPr>
                      <p14:cNvContentPartPr/>
                      <p14:nvPr/>
                    </p14:nvContentPartPr>
                    <p14:xfrm>
                      <a:off x="5635710" y="3395115"/>
                      <a:ext cx="2880360" cy="582480"/>
                    </p14:xfrm>
                  </p:contentPart>
                </mc:Choice>
                <mc:Fallback xmlns="">
                  <p:pic>
                    <p:nvPicPr>
                      <p:cNvPr id="54" name="Ink 53">
                        <a:extLst>
                          <a:ext uri="{FF2B5EF4-FFF2-40B4-BE49-F238E27FC236}">
                            <a16:creationId xmlns:a16="http://schemas.microsoft.com/office/drawing/2014/main" id="{442B0733-F721-C455-C25F-904AEBE549D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3"/>
                      <a:stretch>
                        <a:fillRect/>
                      </a:stretch>
                    </p:blipFill>
                    <p:spPr>
                      <a:xfrm>
                        <a:off x="5620518" y="3371437"/>
                        <a:ext cx="2910136" cy="628889"/>
                      </a:xfrm>
                      <a:prstGeom prst="rect">
                        <a:avLst/>
                      </a:prstGeom>
                    </p:spPr>
                  </p:pic>
                </mc:Fallback>
              </mc:AlternateContent>
            </p:grpSp>
            <mc:AlternateContent xmlns:mc="http://schemas.openxmlformats.org/markup-compatibility/2006" xmlns:p14="http://schemas.microsoft.com/office/powerpoint/2010/main">
              <mc:Choice Requires="p14">
                <p:contentPart p14:bwMode="auto" r:id="rId28">
                  <p14:nvContentPartPr>
                    <p14:cNvPr id="45" name="Ink 44">
                      <a:extLst>
                        <a:ext uri="{FF2B5EF4-FFF2-40B4-BE49-F238E27FC236}">
                          <a16:creationId xmlns:a16="http://schemas.microsoft.com/office/drawing/2014/main" id="{B4A53663-CFCA-94AB-C339-488DBC45BEAE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5005395" y="3351195"/>
                    <a:ext cx="614880" cy="547200"/>
                  </p14:xfrm>
                </p:contentPart>
              </mc:Choice>
              <mc:Fallback xmlns="">
                <p:pic>
                  <p:nvPicPr>
                    <p:cNvPr id="45" name="Ink 44">
                      <a:extLst>
                        <a:ext uri="{FF2B5EF4-FFF2-40B4-BE49-F238E27FC236}">
                          <a16:creationId xmlns:a16="http://schemas.microsoft.com/office/drawing/2014/main" id="{B4A53663-CFCA-94AB-C339-488DBC45BEAE}"/>
                        </a:ext>
                      </a:extLst>
                    </p:cNvPr>
                    <p:cNvPicPr/>
                    <p:nvPr/>
                  </p:nvPicPr>
                  <p:blipFill>
                    <a:blip r:embed="rId15"/>
                    <a:stretch>
                      <a:fillRect/>
                    </a:stretch>
                  </p:blipFill>
                  <p:spPr>
                    <a:xfrm>
                      <a:off x="4990813" y="3327527"/>
                      <a:ext cx="644652" cy="593589"/>
                    </a:xfrm>
                    <a:prstGeom prst="rect">
                      <a:avLst/>
                    </a:prstGeom>
                  </p:spPr>
                </p:pic>
              </mc:Fallback>
            </mc:AlternateContent>
            <mc:AlternateContent xmlns:mc="http://schemas.openxmlformats.org/markup-compatibility/2006" xmlns:p14="http://schemas.microsoft.com/office/powerpoint/2010/main">
              <mc:Choice Requires="p14">
                <p:contentPart p14:bwMode="auto" r:id="rId29">
                  <p14:nvContentPartPr>
                    <p14:cNvPr id="46" name="Ink 45">
                      <a:extLst>
                        <a:ext uri="{FF2B5EF4-FFF2-40B4-BE49-F238E27FC236}">
                          <a16:creationId xmlns:a16="http://schemas.microsoft.com/office/drawing/2014/main" id="{2F241231-9AE7-46E8-DA51-855A4B59F880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6319755" y="5899275"/>
                    <a:ext cx="632160" cy="414000"/>
                  </p14:xfrm>
                </p:contentPart>
              </mc:Choice>
              <mc:Fallback xmlns="">
                <p:pic>
                  <p:nvPicPr>
                    <p:cNvPr id="46" name="Ink 45">
                      <a:extLst>
                        <a:ext uri="{FF2B5EF4-FFF2-40B4-BE49-F238E27FC236}">
                          <a16:creationId xmlns:a16="http://schemas.microsoft.com/office/drawing/2014/main" id="{2F241231-9AE7-46E8-DA51-855A4B59F880}"/>
                        </a:ext>
                      </a:extLst>
                    </p:cNvPr>
                    <p:cNvPicPr/>
                    <p:nvPr/>
                  </p:nvPicPr>
                  <p:blipFill>
                    <a:blip r:embed="rId17"/>
                    <a:stretch>
                      <a:fillRect/>
                    </a:stretch>
                  </p:blipFill>
                  <p:spPr>
                    <a:xfrm>
                      <a:off x="6304573" y="5875591"/>
                      <a:ext cx="661916" cy="460421"/>
                    </a:xfrm>
                    <a:prstGeom prst="rect">
                      <a:avLst/>
                    </a:prstGeom>
                  </p:spPr>
                </p:pic>
              </mc:Fallback>
            </mc:AlternateContent>
            <mc:AlternateContent xmlns:mc="http://schemas.openxmlformats.org/markup-compatibility/2006" xmlns:p14="http://schemas.microsoft.com/office/powerpoint/2010/main">
              <mc:Choice Requires="p14">
                <p:contentPart p14:bwMode="auto" r:id="rId30">
                  <p14:nvContentPartPr>
                    <p14:cNvPr id="47" name="Ink 46">
                      <a:extLst>
                        <a:ext uri="{FF2B5EF4-FFF2-40B4-BE49-F238E27FC236}">
                          <a16:creationId xmlns:a16="http://schemas.microsoft.com/office/drawing/2014/main" id="{22CCC65A-601F-2960-6434-C0A8D6F29D5A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8628075" y="3539835"/>
                    <a:ext cx="548640" cy="742320"/>
                  </p14:xfrm>
                </p:contentPart>
              </mc:Choice>
              <mc:Fallback xmlns="">
                <p:pic>
                  <p:nvPicPr>
                    <p:cNvPr id="47" name="Ink 46">
                      <a:extLst>
                        <a:ext uri="{FF2B5EF4-FFF2-40B4-BE49-F238E27FC236}">
                          <a16:creationId xmlns:a16="http://schemas.microsoft.com/office/drawing/2014/main" id="{22CCC65A-601F-2960-6434-C0A8D6F29D5A}"/>
                        </a:ext>
                      </a:extLst>
                    </p:cNvPr>
                    <p:cNvPicPr/>
                    <p:nvPr/>
                  </p:nvPicPr>
                  <p:blipFill>
                    <a:blip r:embed="rId19"/>
                    <a:stretch>
                      <a:fillRect/>
                    </a:stretch>
                  </p:blipFill>
                  <p:spPr>
                    <a:xfrm>
                      <a:off x="8612886" y="3516164"/>
                      <a:ext cx="578411" cy="788715"/>
                    </a:xfrm>
                    <a:prstGeom prst="rect">
                      <a:avLst/>
                    </a:prstGeom>
                  </p:spPr>
                </p:pic>
              </mc:Fallback>
            </mc:AlternateContent>
          </p:grpSp>
          <mc:AlternateContent xmlns:mc="http://schemas.openxmlformats.org/markup-compatibility/2006" xmlns:p14="http://schemas.microsoft.com/office/powerpoint/2010/main">
            <mc:Choice Requires="p14">
              <p:contentPart p14:bwMode="auto" r:id="rId31">
                <p14:nvContentPartPr>
                  <p14:cNvPr id="43" name="Ink 42">
                    <a:extLst>
                      <a:ext uri="{FF2B5EF4-FFF2-40B4-BE49-F238E27FC236}">
                        <a16:creationId xmlns:a16="http://schemas.microsoft.com/office/drawing/2014/main" id="{FC8BD3BD-3150-3CD3-65F5-9A680896939C}"/>
                      </a:ext>
                    </a:extLst>
                  </p14:cNvPr>
                  <p14:cNvContentPartPr/>
                  <p14:nvPr/>
                </p14:nvContentPartPr>
                <p14:xfrm>
                  <a:off x="4437817" y="3609006"/>
                  <a:ext cx="528840" cy="377640"/>
                </p14:xfrm>
              </p:contentPart>
            </mc:Choice>
            <mc:Fallback xmlns="">
              <p:pic>
                <p:nvPicPr>
                  <p:cNvPr id="43" name="Ink 42">
                    <a:extLst>
                      <a:ext uri="{FF2B5EF4-FFF2-40B4-BE49-F238E27FC236}">
                        <a16:creationId xmlns:a16="http://schemas.microsoft.com/office/drawing/2014/main" id="{FC8BD3BD-3150-3CD3-65F5-9A680896939C}"/>
                      </a:ext>
                    </a:extLst>
                  </p:cNvPr>
                  <p:cNvPicPr/>
                  <p:nvPr/>
                </p:nvPicPr>
                <p:blipFill>
                  <a:blip r:embed="rId21"/>
                  <a:stretch>
                    <a:fillRect/>
                  </a:stretch>
                </p:blipFill>
                <p:spPr>
                  <a:xfrm>
                    <a:off x="4421166" y="3582781"/>
                    <a:ext cx="561476" cy="429041"/>
                  </a:xfrm>
                  <a:prstGeom prst="rect">
                    <a:avLst/>
                  </a:prstGeom>
                </p:spPr>
              </p:pic>
            </mc:Fallback>
          </mc:AlternateContent>
        </p:grpSp>
        <p:sp>
          <p:nvSpPr>
            <p:cNvPr id="59" name="Rectangle 58">
              <a:extLst>
                <a:ext uri="{FF2B5EF4-FFF2-40B4-BE49-F238E27FC236}">
                  <a16:creationId xmlns:a16="http://schemas.microsoft.com/office/drawing/2014/main" id="{5410DED4-0E21-E1C5-4898-6C18417AD4FA}"/>
                </a:ext>
              </a:extLst>
            </p:cNvPr>
            <p:cNvSpPr/>
            <p:nvPr/>
          </p:nvSpPr>
          <p:spPr bwMode="auto">
            <a:xfrm>
              <a:off x="3161980" y="3633480"/>
              <a:ext cx="1208985" cy="461665"/>
            </a:xfrm>
            <a:prstGeom prst="rect">
              <a:avLst/>
            </a:prstGeom>
            <a:solidFill>
              <a:srgbClr val="FFC000"/>
            </a:solidFill>
            <a:ln w="1270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vert="horz" wrap="none" lIns="91440" tIns="45720" rIns="91440" bIns="45720" numCol="1" rtlCol="0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24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itchFamily="-65" charset="0"/>
                </a:rPr>
                <a:t>Encoder</a:t>
              </a:r>
            </a:p>
          </p:txBody>
        </p:sp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93EA2283-FD80-B5CC-7A8B-B65D11F36F97}"/>
                </a:ext>
              </a:extLst>
            </p:cNvPr>
            <p:cNvSpPr/>
            <p:nvPr/>
          </p:nvSpPr>
          <p:spPr bwMode="auto">
            <a:xfrm>
              <a:off x="4813479" y="3631583"/>
              <a:ext cx="1226618" cy="461665"/>
            </a:xfrm>
            <a:prstGeom prst="rect">
              <a:avLst/>
            </a:prstGeom>
            <a:solidFill>
              <a:srgbClr val="FFC000"/>
            </a:solidFill>
            <a:ln w="1270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vert="horz" wrap="none" lIns="91440" tIns="45720" rIns="91440" bIns="45720" numCol="1" rtlCol="0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24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itchFamily="-65" charset="0"/>
                </a:rPr>
                <a:t>Decoder</a:t>
              </a:r>
            </a:p>
          </p:txBody>
        </p:sp>
        <p:cxnSp>
          <p:nvCxnSpPr>
            <p:cNvPr id="62" name="Straight Arrow Connector 61">
              <a:extLst>
                <a:ext uri="{FF2B5EF4-FFF2-40B4-BE49-F238E27FC236}">
                  <a16:creationId xmlns:a16="http://schemas.microsoft.com/office/drawing/2014/main" id="{A8F18174-7D0F-DBCE-8850-E1E9D81BA32B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2702001" y="3899807"/>
              <a:ext cx="479707" cy="0"/>
            </a:xfrm>
            <a:prstGeom prst="straightConnector1">
              <a:avLst/>
            </a:prstGeom>
            <a:noFill/>
            <a:ln w="44450" cap="flat" cmpd="sng" algn="ctr">
              <a:solidFill>
                <a:srgbClr val="004F8B"/>
              </a:solidFill>
              <a:prstDash val="solid"/>
              <a:round/>
              <a:headEnd type="none" w="med" len="med"/>
              <a:tailEnd type="stealth"/>
            </a:ln>
            <a:effectLst/>
          </p:spPr>
        </p:cxnSp>
        <p:cxnSp>
          <p:nvCxnSpPr>
            <p:cNvPr id="68" name="Straight Arrow Connector 67">
              <a:extLst>
                <a:ext uri="{FF2B5EF4-FFF2-40B4-BE49-F238E27FC236}">
                  <a16:creationId xmlns:a16="http://schemas.microsoft.com/office/drawing/2014/main" id="{E10CCFA1-6CA2-D4D0-4142-B0EFB6C5C7A5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4386808" y="3870656"/>
              <a:ext cx="479707" cy="0"/>
            </a:xfrm>
            <a:prstGeom prst="straightConnector1">
              <a:avLst/>
            </a:prstGeom>
            <a:noFill/>
            <a:ln w="44450" cap="flat" cmpd="sng" algn="ctr">
              <a:solidFill>
                <a:srgbClr val="004F8B"/>
              </a:solidFill>
              <a:prstDash val="solid"/>
              <a:round/>
              <a:headEnd type="none" w="med" len="med"/>
              <a:tailEnd type="stealth"/>
            </a:ln>
            <a:effectLst/>
          </p:spPr>
        </p:cxnSp>
        <p:cxnSp>
          <p:nvCxnSpPr>
            <p:cNvPr id="69" name="Straight Arrow Connector 68">
              <a:extLst>
                <a:ext uri="{FF2B5EF4-FFF2-40B4-BE49-F238E27FC236}">
                  <a16:creationId xmlns:a16="http://schemas.microsoft.com/office/drawing/2014/main" id="{BAE50671-92C4-CDA4-C54A-C8CD697A2419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6071919" y="3841181"/>
              <a:ext cx="479707" cy="0"/>
            </a:xfrm>
            <a:prstGeom prst="straightConnector1">
              <a:avLst/>
            </a:prstGeom>
            <a:noFill/>
            <a:ln w="44450" cap="flat" cmpd="sng" algn="ctr">
              <a:solidFill>
                <a:srgbClr val="004F8B"/>
              </a:solidFill>
              <a:prstDash val="solid"/>
              <a:round/>
              <a:headEnd type="none" w="med" len="med"/>
              <a:tailEnd type="stealth"/>
            </a:ln>
            <a:effectLst/>
          </p:spPr>
        </p:cxn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58176ECF-1854-2A50-C18B-AB2B26E39851}"/>
              </a:ext>
            </a:extLst>
          </p:cNvPr>
          <p:cNvGrpSpPr/>
          <p:nvPr/>
        </p:nvGrpSpPr>
        <p:grpSpPr>
          <a:xfrm>
            <a:off x="4020266" y="1676400"/>
            <a:ext cx="2291506" cy="1847850"/>
            <a:chOff x="2667000" y="3062835"/>
            <a:chExt cx="4572000" cy="3280815"/>
          </a:xfrm>
        </p:grpSpPr>
        <p:grpSp>
          <p:nvGrpSpPr>
            <p:cNvPr id="72" name="Group 71">
              <a:extLst>
                <a:ext uri="{FF2B5EF4-FFF2-40B4-BE49-F238E27FC236}">
                  <a16:creationId xmlns:a16="http://schemas.microsoft.com/office/drawing/2014/main" id="{3F7004F3-9E8F-BA10-93B2-BDE9F814900B}"/>
                </a:ext>
              </a:extLst>
            </p:cNvPr>
            <p:cNvGrpSpPr/>
            <p:nvPr/>
          </p:nvGrpSpPr>
          <p:grpSpPr>
            <a:xfrm>
              <a:off x="2667000" y="3062835"/>
              <a:ext cx="4572000" cy="3280815"/>
              <a:chOff x="5005395" y="3351195"/>
              <a:chExt cx="4171320" cy="2962080"/>
            </a:xfrm>
          </p:grpSpPr>
          <p:grpSp>
            <p:nvGrpSpPr>
              <p:cNvPr id="74" name="Group 73">
                <a:extLst>
                  <a:ext uri="{FF2B5EF4-FFF2-40B4-BE49-F238E27FC236}">
                    <a16:creationId xmlns:a16="http://schemas.microsoft.com/office/drawing/2014/main" id="{C7A6BE48-C9F7-9473-1E32-BF4143EF10CF}"/>
                  </a:ext>
                </a:extLst>
              </p:cNvPr>
              <p:cNvGrpSpPr/>
              <p:nvPr/>
            </p:nvGrpSpPr>
            <p:grpSpPr>
              <a:xfrm>
                <a:off x="5091709" y="3395115"/>
                <a:ext cx="3747491" cy="2853285"/>
                <a:chOff x="5091709" y="3395115"/>
                <a:chExt cx="3747491" cy="2853285"/>
              </a:xfrm>
            </p:grpSpPr>
            <p:grpSp>
              <p:nvGrpSpPr>
                <p:cNvPr id="78" name="Group 77">
                  <a:extLst>
                    <a:ext uri="{FF2B5EF4-FFF2-40B4-BE49-F238E27FC236}">
                      <a16:creationId xmlns:a16="http://schemas.microsoft.com/office/drawing/2014/main" id="{4BDB6D99-E65A-1C16-286C-0EE0F1A2A0CE}"/>
                    </a:ext>
                  </a:extLst>
                </p:cNvPr>
                <p:cNvGrpSpPr/>
                <p:nvPr/>
              </p:nvGrpSpPr>
              <p:grpSpPr>
                <a:xfrm>
                  <a:off x="5091709" y="3660875"/>
                  <a:ext cx="3747491" cy="2587525"/>
                  <a:chOff x="5091709" y="3660875"/>
                  <a:chExt cx="3747491" cy="2587525"/>
                </a:xfrm>
              </p:grpSpPr>
              <p:sp>
                <p:nvSpPr>
                  <p:cNvPr id="85" name="Oval 84">
                    <a:extLst>
                      <a:ext uri="{FF2B5EF4-FFF2-40B4-BE49-F238E27FC236}">
                        <a16:creationId xmlns:a16="http://schemas.microsoft.com/office/drawing/2014/main" id="{A29DD11F-7F5B-F3B2-0256-C47D25C881BC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8215312" y="3660875"/>
                    <a:ext cx="623888" cy="649188"/>
                  </a:xfrm>
                  <a:prstGeom prst="ellipse">
                    <a:avLst/>
                  </a:prstGeom>
                  <a:gradFill flip="none" rotWithShape="1">
                    <a:gsLst>
                      <a:gs pos="0">
                        <a:srgbClr val="98CA00">
                          <a:shade val="30000"/>
                          <a:satMod val="115000"/>
                        </a:srgbClr>
                      </a:gs>
                      <a:gs pos="50000">
                        <a:srgbClr val="98CA00">
                          <a:shade val="67500"/>
                          <a:satMod val="115000"/>
                        </a:srgbClr>
                      </a:gs>
                      <a:gs pos="100000">
                        <a:srgbClr val="98CA00">
                          <a:shade val="100000"/>
                          <a:satMod val="115000"/>
                        </a:srgbClr>
                      </a:gs>
                    </a:gsLst>
                    <a:lin ang="10800000" scaled="1"/>
                    <a:tileRect/>
                  </a:gradFill>
                  <a:ln w="12700" cap="flat" cmpd="sng" algn="ctr">
                    <a:noFill/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  <a:spAutoFit/>
                  </a:bodyPr>
                  <a:lstStyle/>
                  <a:p>
                    <a:pPr marL="0" marR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lang="en-US" dirty="0">
                        <a:latin typeface="Times New Roman" pitchFamily="-65" charset="0"/>
                      </a:rPr>
                      <a:t>0</a:t>
                    </a:r>
                    <a:endParaRPr kumimoji="0" lang="en-US" sz="2400" b="0" i="0" u="none" strike="noStrike" cap="none" normalizeH="0" baseline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latin typeface="Times New Roman" pitchFamily="-65" charset="0"/>
                    </a:endParaRPr>
                  </a:p>
                </p:txBody>
              </p:sp>
              <p:sp>
                <p:nvSpPr>
                  <p:cNvPr id="86" name="Oval 85">
                    <a:extLst>
                      <a:ext uri="{FF2B5EF4-FFF2-40B4-BE49-F238E27FC236}">
                        <a16:creationId xmlns:a16="http://schemas.microsoft.com/office/drawing/2014/main" id="{FE75465F-845B-F0C9-F329-055EA6CFEDC2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5091709" y="3779193"/>
                    <a:ext cx="604041" cy="649188"/>
                  </a:xfrm>
                  <a:prstGeom prst="ellipse">
                    <a:avLst/>
                  </a:prstGeom>
                  <a:gradFill flip="none" rotWithShape="1">
                    <a:gsLst>
                      <a:gs pos="0">
                        <a:srgbClr val="98CA00">
                          <a:shade val="30000"/>
                          <a:satMod val="115000"/>
                        </a:srgbClr>
                      </a:gs>
                      <a:gs pos="50000">
                        <a:srgbClr val="98CA00">
                          <a:shade val="67500"/>
                          <a:satMod val="115000"/>
                        </a:srgbClr>
                      </a:gs>
                      <a:gs pos="100000">
                        <a:srgbClr val="98CA00">
                          <a:shade val="100000"/>
                          <a:satMod val="115000"/>
                        </a:srgbClr>
                      </a:gs>
                    </a:gsLst>
                    <a:lin ang="10800000" scaled="1"/>
                    <a:tileRect/>
                  </a:gradFill>
                  <a:ln w="12700" cap="flat" cmpd="sng" algn="ctr">
                    <a:noFill/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  <a:spAutoFit/>
                  </a:bodyPr>
                  <a:lstStyle/>
                  <a:p>
                    <a:pPr marL="0" marR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2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-65" charset="0"/>
                      </a:rPr>
                      <a:t>1</a:t>
                    </a:r>
                  </a:p>
                </p:txBody>
              </p:sp>
              <p:sp>
                <p:nvSpPr>
                  <p:cNvPr id="87" name="Oval 86">
                    <a:extLst>
                      <a:ext uri="{FF2B5EF4-FFF2-40B4-BE49-F238E27FC236}">
                        <a16:creationId xmlns:a16="http://schemas.microsoft.com/office/drawing/2014/main" id="{0285A0FB-EC7F-BD61-C3F8-04E589898E42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6707184" y="5599212"/>
                    <a:ext cx="623888" cy="649188"/>
                  </a:xfrm>
                  <a:prstGeom prst="ellipse">
                    <a:avLst/>
                  </a:prstGeom>
                  <a:gradFill flip="none" rotWithShape="1">
                    <a:gsLst>
                      <a:gs pos="0">
                        <a:srgbClr val="98CA00">
                          <a:shade val="30000"/>
                          <a:satMod val="115000"/>
                        </a:srgbClr>
                      </a:gs>
                      <a:gs pos="50000">
                        <a:srgbClr val="98CA00">
                          <a:shade val="67500"/>
                          <a:satMod val="115000"/>
                        </a:srgbClr>
                      </a:gs>
                      <a:gs pos="100000">
                        <a:srgbClr val="98CA00">
                          <a:shade val="100000"/>
                          <a:satMod val="115000"/>
                        </a:srgbClr>
                      </a:gs>
                    </a:gsLst>
                    <a:lin ang="10800000" scaled="1"/>
                    <a:tileRect/>
                  </a:gradFill>
                  <a:ln w="12700" cap="flat" cmpd="sng" algn="ctr">
                    <a:noFill/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  <a:spAutoFit/>
                  </a:bodyPr>
                  <a:lstStyle/>
                  <a:p>
                    <a:pPr marL="0" marR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lang="en-US" dirty="0">
                        <a:latin typeface="Times New Roman" pitchFamily="-65" charset="0"/>
                      </a:rPr>
                      <a:t>3</a:t>
                    </a:r>
                    <a:endParaRPr kumimoji="0" lang="en-US" sz="2400" b="0" i="0" u="none" strike="noStrike" cap="none" normalizeH="0" baseline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latin typeface="Times New Roman" pitchFamily="-65" charset="0"/>
                    </a:endParaRPr>
                  </a:p>
                </p:txBody>
              </p:sp>
              <p:sp>
                <p:nvSpPr>
                  <p:cNvPr id="88" name="Oval 87">
                    <a:extLst>
                      <a:ext uri="{FF2B5EF4-FFF2-40B4-BE49-F238E27FC236}">
                        <a16:creationId xmlns:a16="http://schemas.microsoft.com/office/drawing/2014/main" id="{C9457D41-6C99-6710-9B05-33D63E59E63A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6554388" y="4066431"/>
                    <a:ext cx="623888" cy="649188"/>
                  </a:xfrm>
                  <a:prstGeom prst="ellipse">
                    <a:avLst/>
                  </a:prstGeom>
                  <a:gradFill flip="none" rotWithShape="1">
                    <a:gsLst>
                      <a:gs pos="0">
                        <a:srgbClr val="98CA00">
                          <a:shade val="30000"/>
                          <a:satMod val="115000"/>
                        </a:srgbClr>
                      </a:gs>
                      <a:gs pos="50000">
                        <a:srgbClr val="98CA00">
                          <a:shade val="67500"/>
                          <a:satMod val="115000"/>
                        </a:srgbClr>
                      </a:gs>
                      <a:gs pos="100000">
                        <a:srgbClr val="98CA00">
                          <a:shade val="100000"/>
                          <a:satMod val="115000"/>
                        </a:srgbClr>
                      </a:gs>
                    </a:gsLst>
                    <a:lin ang="10800000" scaled="1"/>
                    <a:tileRect/>
                  </a:gradFill>
                  <a:ln w="12700" cap="flat" cmpd="sng" algn="ctr">
                    <a:noFill/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  <a:spAutoFit/>
                  </a:bodyPr>
                  <a:lstStyle/>
                  <a:p>
                    <a:pPr marL="0" marR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2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-65" charset="0"/>
                      </a:rPr>
                      <a:t>2</a:t>
                    </a:r>
                  </a:p>
                </p:txBody>
              </p:sp>
            </p:grpSp>
            <mc:AlternateContent xmlns:mc="http://schemas.openxmlformats.org/markup-compatibility/2006" xmlns:p14="http://schemas.microsoft.com/office/powerpoint/2010/main">
              <mc:Choice Requires="p14">
                <p:contentPart p14:bwMode="auto" r:id="rId32">
                  <p14:nvContentPartPr>
                    <p14:cNvPr id="79" name="Ink 78">
                      <a:extLst>
                        <a:ext uri="{FF2B5EF4-FFF2-40B4-BE49-F238E27FC236}">
                          <a16:creationId xmlns:a16="http://schemas.microsoft.com/office/drawing/2014/main" id="{CE5BB5F5-ADFA-D951-C674-D785A044D754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5713470" y="4158675"/>
                    <a:ext cx="898920" cy="155520"/>
                  </p14:xfrm>
                </p:contentPart>
              </mc:Choice>
              <mc:Fallback xmlns="">
                <p:pic>
                  <p:nvPicPr>
                    <p:cNvPr id="79" name="Ink 78">
                      <a:extLst>
                        <a:ext uri="{FF2B5EF4-FFF2-40B4-BE49-F238E27FC236}">
                          <a16:creationId xmlns:a16="http://schemas.microsoft.com/office/drawing/2014/main" id="{CE5BB5F5-ADFA-D951-C674-D785A044D754}"/>
                        </a:ext>
                      </a:extLst>
                    </p:cNvPr>
                    <p:cNvPicPr/>
                    <p:nvPr/>
                  </p:nvPicPr>
                  <p:blipFill>
                    <a:blip r:embed="rId3"/>
                    <a:stretch>
                      <a:fillRect/>
                    </a:stretch>
                  </p:blipFill>
                  <p:spPr>
                    <a:xfrm>
                      <a:off x="5697090" y="4144275"/>
                      <a:ext cx="931024" cy="183744"/>
                    </a:xfrm>
                    <a:prstGeom prst="rect">
                      <a:avLst/>
                    </a:prstGeom>
                  </p:spPr>
                </p:pic>
              </mc:Fallback>
            </mc:AlternateContent>
            <mc:AlternateContent xmlns:mc="http://schemas.openxmlformats.org/markup-compatibility/2006" xmlns:p14="http://schemas.microsoft.com/office/powerpoint/2010/main">
              <mc:Choice Requires="p14">
                <p:contentPart p14:bwMode="auto" r:id="rId33">
                  <p14:nvContentPartPr>
                    <p14:cNvPr id="80" name="Ink 79">
                      <a:extLst>
                        <a:ext uri="{FF2B5EF4-FFF2-40B4-BE49-F238E27FC236}">
                          <a16:creationId xmlns:a16="http://schemas.microsoft.com/office/drawing/2014/main" id="{42102867-350E-2A38-E4C4-443E219ADEA8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7067790" y="4622715"/>
                    <a:ext cx="246600" cy="1087560"/>
                  </p14:xfrm>
                </p:contentPart>
              </mc:Choice>
              <mc:Fallback xmlns="">
                <p:pic>
                  <p:nvPicPr>
                    <p:cNvPr id="80" name="Ink 79">
                      <a:extLst>
                        <a:ext uri="{FF2B5EF4-FFF2-40B4-BE49-F238E27FC236}">
                          <a16:creationId xmlns:a16="http://schemas.microsoft.com/office/drawing/2014/main" id="{42102867-350E-2A38-E4C4-443E219ADEA8}"/>
                        </a:ext>
                      </a:extLst>
                    </p:cNvPr>
                    <p:cNvPicPr/>
                    <p:nvPr/>
                  </p:nvPicPr>
                  <p:blipFill>
                    <a:blip r:embed="rId5"/>
                    <a:stretch>
                      <a:fillRect/>
                    </a:stretch>
                  </p:blipFill>
                  <p:spPr>
                    <a:xfrm>
                      <a:off x="7051437" y="4608868"/>
                      <a:ext cx="278651" cy="1115831"/>
                    </a:xfrm>
                    <a:prstGeom prst="rect">
                      <a:avLst/>
                    </a:prstGeom>
                  </p:spPr>
                </p:pic>
              </mc:Fallback>
            </mc:AlternateContent>
            <mc:AlternateContent xmlns:mc="http://schemas.openxmlformats.org/markup-compatibility/2006" xmlns:p14="http://schemas.microsoft.com/office/powerpoint/2010/main">
              <mc:Choice Requires="p14">
                <p:contentPart p14:bwMode="auto" r:id="rId34">
                  <p14:nvContentPartPr>
                    <p14:cNvPr id="81" name="Ink 80">
                      <a:extLst>
                        <a:ext uri="{FF2B5EF4-FFF2-40B4-BE49-F238E27FC236}">
                          <a16:creationId xmlns:a16="http://schemas.microsoft.com/office/drawing/2014/main" id="{620E85C5-8DD1-7A02-2EE2-C875CCB46EE9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7136190" y="3925395"/>
                    <a:ext cx="1103760" cy="357480"/>
                  </p14:xfrm>
                </p:contentPart>
              </mc:Choice>
              <mc:Fallback xmlns="">
                <p:pic>
                  <p:nvPicPr>
                    <p:cNvPr id="81" name="Ink 80">
                      <a:extLst>
                        <a:ext uri="{FF2B5EF4-FFF2-40B4-BE49-F238E27FC236}">
                          <a16:creationId xmlns:a16="http://schemas.microsoft.com/office/drawing/2014/main" id="{620E85C5-8DD1-7A02-2EE2-C875CCB46EE9}"/>
                        </a:ext>
                      </a:extLst>
                    </p:cNvPr>
                    <p:cNvPicPr/>
                    <p:nvPr/>
                  </p:nvPicPr>
                  <p:blipFill>
                    <a:blip r:embed="rId7"/>
                    <a:stretch>
                      <a:fillRect/>
                    </a:stretch>
                  </p:blipFill>
                  <p:spPr>
                    <a:xfrm>
                      <a:off x="7119814" y="3910980"/>
                      <a:ext cx="1135857" cy="385732"/>
                    </a:xfrm>
                    <a:prstGeom prst="rect">
                      <a:avLst/>
                    </a:prstGeom>
                  </p:spPr>
                </p:pic>
              </mc:Fallback>
            </mc:AlternateContent>
            <mc:AlternateContent xmlns:mc="http://schemas.openxmlformats.org/markup-compatibility/2006" xmlns:p14="http://schemas.microsoft.com/office/powerpoint/2010/main">
              <mc:Choice Requires="p14">
                <p:contentPart p14:bwMode="auto" r:id="rId35">
                  <p14:nvContentPartPr>
                    <p14:cNvPr id="82" name="Ink 81">
                      <a:extLst>
                        <a:ext uri="{FF2B5EF4-FFF2-40B4-BE49-F238E27FC236}">
                          <a16:creationId xmlns:a16="http://schemas.microsoft.com/office/drawing/2014/main" id="{CBB9FBD0-A1A5-2754-E614-4D4269FA31ED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7335630" y="4253355"/>
                    <a:ext cx="1127160" cy="1754280"/>
                  </p14:xfrm>
                </p:contentPart>
              </mc:Choice>
              <mc:Fallback xmlns="">
                <p:pic>
                  <p:nvPicPr>
                    <p:cNvPr id="82" name="Ink 81">
                      <a:extLst>
                        <a:ext uri="{FF2B5EF4-FFF2-40B4-BE49-F238E27FC236}">
                          <a16:creationId xmlns:a16="http://schemas.microsoft.com/office/drawing/2014/main" id="{CBB9FBD0-A1A5-2754-E614-4D4269FA31ED}"/>
                        </a:ext>
                      </a:extLst>
                    </p:cNvPr>
                    <p:cNvPicPr/>
                    <p:nvPr/>
                  </p:nvPicPr>
                  <p:blipFill>
                    <a:blip r:embed="rId9"/>
                    <a:stretch>
                      <a:fillRect/>
                    </a:stretch>
                  </p:blipFill>
                  <p:spPr>
                    <a:xfrm>
                      <a:off x="7319256" y="4239510"/>
                      <a:ext cx="1159252" cy="1782547"/>
                    </a:xfrm>
                    <a:prstGeom prst="rect">
                      <a:avLst/>
                    </a:prstGeom>
                  </p:spPr>
                </p:pic>
              </mc:Fallback>
            </mc:AlternateContent>
            <mc:AlternateContent xmlns:mc="http://schemas.openxmlformats.org/markup-compatibility/2006" xmlns:p14="http://schemas.microsoft.com/office/powerpoint/2010/main">
              <mc:Choice Requires="p14">
                <p:contentPart p14:bwMode="auto" r:id="rId36">
                  <p14:nvContentPartPr>
                    <p14:cNvPr id="83" name="Ink 82">
                      <a:extLst>
                        <a:ext uri="{FF2B5EF4-FFF2-40B4-BE49-F238E27FC236}">
                          <a16:creationId xmlns:a16="http://schemas.microsoft.com/office/drawing/2014/main" id="{082383DA-6955-4B2D-D794-AC04F4D02C95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5537790" y="4405635"/>
                    <a:ext cx="1282320" cy="1324800"/>
                  </p14:xfrm>
                </p:contentPart>
              </mc:Choice>
              <mc:Fallback xmlns="">
                <p:pic>
                  <p:nvPicPr>
                    <p:cNvPr id="83" name="Ink 82">
                      <a:extLst>
                        <a:ext uri="{FF2B5EF4-FFF2-40B4-BE49-F238E27FC236}">
                          <a16:creationId xmlns:a16="http://schemas.microsoft.com/office/drawing/2014/main" id="{082383DA-6955-4B2D-D794-AC04F4D02C95}"/>
                        </a:ext>
                      </a:extLst>
                    </p:cNvPr>
                    <p:cNvPicPr/>
                    <p:nvPr/>
                  </p:nvPicPr>
                  <p:blipFill>
                    <a:blip r:embed="rId11"/>
                    <a:stretch>
                      <a:fillRect/>
                    </a:stretch>
                  </p:blipFill>
                  <p:spPr>
                    <a:xfrm>
                      <a:off x="5521409" y="4391210"/>
                      <a:ext cx="1314427" cy="1353073"/>
                    </a:xfrm>
                    <a:prstGeom prst="rect">
                      <a:avLst/>
                    </a:prstGeom>
                  </p:spPr>
                </p:pic>
              </mc:Fallback>
            </mc:AlternateContent>
            <mc:AlternateContent xmlns:mc="http://schemas.openxmlformats.org/markup-compatibility/2006" xmlns:p14="http://schemas.microsoft.com/office/powerpoint/2010/main">
              <mc:Choice Requires="p14">
                <p:contentPart p14:bwMode="auto" r:id="rId37">
                  <p14:nvContentPartPr>
                    <p14:cNvPr id="84" name="Ink 83">
                      <a:extLst>
                        <a:ext uri="{FF2B5EF4-FFF2-40B4-BE49-F238E27FC236}">
                          <a16:creationId xmlns:a16="http://schemas.microsoft.com/office/drawing/2014/main" id="{6AF6239B-0BB4-1891-D752-CE0EEED061D4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5635710" y="3395115"/>
                    <a:ext cx="2880360" cy="582480"/>
                  </p14:xfrm>
                </p:contentPart>
              </mc:Choice>
              <mc:Fallback xmlns="">
                <p:pic>
                  <p:nvPicPr>
                    <p:cNvPr id="84" name="Ink 83">
                      <a:extLst>
                        <a:ext uri="{FF2B5EF4-FFF2-40B4-BE49-F238E27FC236}">
                          <a16:creationId xmlns:a16="http://schemas.microsoft.com/office/drawing/2014/main" id="{6AF6239B-0BB4-1891-D752-CE0EEED061D4}"/>
                        </a:ext>
                      </a:extLst>
                    </p:cNvPr>
                    <p:cNvPicPr/>
                    <p:nvPr/>
                  </p:nvPicPr>
                  <p:blipFill>
                    <a:blip r:embed="rId13"/>
                    <a:stretch>
                      <a:fillRect/>
                    </a:stretch>
                  </p:blipFill>
                  <p:spPr>
                    <a:xfrm>
                      <a:off x="5619329" y="3380683"/>
                      <a:ext cx="2912466" cy="610767"/>
                    </a:xfrm>
                    <a:prstGeom prst="rect">
                      <a:avLst/>
                    </a:prstGeom>
                  </p:spPr>
                </p:pic>
              </mc:Fallback>
            </mc:AlternateContent>
          </p:grpSp>
          <mc:AlternateContent xmlns:mc="http://schemas.openxmlformats.org/markup-compatibility/2006" xmlns:p14="http://schemas.microsoft.com/office/powerpoint/2010/main">
            <mc:Choice Requires="p14">
              <p:contentPart p14:bwMode="auto" r:id="rId38">
                <p14:nvContentPartPr>
                  <p14:cNvPr id="75" name="Ink 74">
                    <a:extLst>
                      <a:ext uri="{FF2B5EF4-FFF2-40B4-BE49-F238E27FC236}">
                        <a16:creationId xmlns:a16="http://schemas.microsoft.com/office/drawing/2014/main" id="{6A5DBC1F-1BDD-37B1-DE9F-BD8F86C1885D}"/>
                      </a:ext>
                    </a:extLst>
                  </p14:cNvPr>
                  <p14:cNvContentPartPr/>
                  <p14:nvPr/>
                </p14:nvContentPartPr>
                <p14:xfrm>
                  <a:off x="5005395" y="3351195"/>
                  <a:ext cx="614880" cy="547200"/>
                </p14:xfrm>
              </p:contentPart>
            </mc:Choice>
            <mc:Fallback xmlns="">
              <p:pic>
                <p:nvPicPr>
                  <p:cNvPr id="75" name="Ink 74">
                    <a:extLst>
                      <a:ext uri="{FF2B5EF4-FFF2-40B4-BE49-F238E27FC236}">
                        <a16:creationId xmlns:a16="http://schemas.microsoft.com/office/drawing/2014/main" id="{6A5DBC1F-1BDD-37B1-DE9F-BD8F86C1885D}"/>
                      </a:ext>
                    </a:extLst>
                  </p:cNvPr>
                  <p:cNvPicPr/>
                  <p:nvPr/>
                </p:nvPicPr>
                <p:blipFill>
                  <a:blip r:embed="rId15"/>
                  <a:stretch>
                    <a:fillRect/>
                  </a:stretch>
                </p:blipFill>
                <p:spPr>
                  <a:xfrm>
                    <a:off x="4989024" y="3336780"/>
                    <a:ext cx="646966" cy="575454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39">
                <p14:nvContentPartPr>
                  <p14:cNvPr id="76" name="Ink 75">
                    <a:extLst>
                      <a:ext uri="{FF2B5EF4-FFF2-40B4-BE49-F238E27FC236}">
                        <a16:creationId xmlns:a16="http://schemas.microsoft.com/office/drawing/2014/main" id="{CEF32167-3A5B-89D2-5A5D-EF19457058D7}"/>
                      </a:ext>
                    </a:extLst>
                  </p14:cNvPr>
                  <p14:cNvContentPartPr/>
                  <p14:nvPr/>
                </p14:nvContentPartPr>
                <p14:xfrm>
                  <a:off x="6319755" y="5899275"/>
                  <a:ext cx="632160" cy="414000"/>
                </p14:xfrm>
              </p:contentPart>
            </mc:Choice>
            <mc:Fallback xmlns="">
              <p:pic>
                <p:nvPicPr>
                  <p:cNvPr id="76" name="Ink 75">
                    <a:extLst>
                      <a:ext uri="{FF2B5EF4-FFF2-40B4-BE49-F238E27FC236}">
                        <a16:creationId xmlns:a16="http://schemas.microsoft.com/office/drawing/2014/main" id="{CEF32167-3A5B-89D2-5A5D-EF19457058D7}"/>
                      </a:ext>
                    </a:extLst>
                  </p:cNvPr>
                  <p:cNvPicPr/>
                  <p:nvPr/>
                </p:nvPicPr>
                <p:blipFill>
                  <a:blip r:embed="rId17"/>
                  <a:stretch>
                    <a:fillRect/>
                  </a:stretch>
                </p:blipFill>
                <p:spPr>
                  <a:xfrm>
                    <a:off x="6303378" y="5884860"/>
                    <a:ext cx="664259" cy="442253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40">
                <p14:nvContentPartPr>
                  <p14:cNvPr id="77" name="Ink 76">
                    <a:extLst>
                      <a:ext uri="{FF2B5EF4-FFF2-40B4-BE49-F238E27FC236}">
                        <a16:creationId xmlns:a16="http://schemas.microsoft.com/office/drawing/2014/main" id="{356FA044-E89E-5446-FFE9-428232B31F20}"/>
                      </a:ext>
                    </a:extLst>
                  </p14:cNvPr>
                  <p14:cNvContentPartPr/>
                  <p14:nvPr/>
                </p14:nvContentPartPr>
                <p14:xfrm>
                  <a:off x="8628075" y="3539835"/>
                  <a:ext cx="548640" cy="742320"/>
                </p14:xfrm>
              </p:contentPart>
            </mc:Choice>
            <mc:Fallback xmlns="">
              <p:pic>
                <p:nvPicPr>
                  <p:cNvPr id="77" name="Ink 76">
                    <a:extLst>
                      <a:ext uri="{FF2B5EF4-FFF2-40B4-BE49-F238E27FC236}">
                        <a16:creationId xmlns:a16="http://schemas.microsoft.com/office/drawing/2014/main" id="{356FA044-E89E-5446-FFE9-428232B31F20}"/>
                      </a:ext>
                    </a:extLst>
                  </p:cNvPr>
                  <p:cNvPicPr/>
                  <p:nvPr/>
                </p:nvPicPr>
                <p:blipFill>
                  <a:blip r:embed="rId19"/>
                  <a:stretch>
                    <a:fillRect/>
                  </a:stretch>
                </p:blipFill>
                <p:spPr>
                  <a:xfrm>
                    <a:off x="8611707" y="3525415"/>
                    <a:ext cx="580720" cy="770582"/>
                  </a:xfrm>
                  <a:prstGeom prst="rect">
                    <a:avLst/>
                  </a:prstGeom>
                </p:spPr>
              </p:pic>
            </mc:Fallback>
          </mc:AlternateContent>
        </p:grpSp>
        <mc:AlternateContent xmlns:mc="http://schemas.openxmlformats.org/markup-compatibility/2006" xmlns:p14="http://schemas.microsoft.com/office/powerpoint/2010/main">
          <mc:Choice Requires="p14">
            <p:contentPart p14:bwMode="auto" r:id="rId41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EFDE0AA7-480E-AD7C-2CA8-A3FF1C3B063C}"/>
                    </a:ext>
                  </a:extLst>
                </p14:cNvPr>
                <p14:cNvContentPartPr/>
                <p14:nvPr/>
              </p14:nvContentPartPr>
              <p14:xfrm>
                <a:off x="4437817" y="3609006"/>
                <a:ext cx="528840" cy="37764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EFDE0AA7-480E-AD7C-2CA8-A3FF1C3B063C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4419878" y="3593670"/>
                  <a:ext cx="564000" cy="40895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26396195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36A2A8-0ECA-087B-98ED-497E24E2D2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0EEB51EE-9F66-3D85-B3A0-FD7AFB051843}"/>
              </a:ext>
            </a:extLst>
          </p:cNvPr>
          <p:cNvGrpSpPr/>
          <p:nvPr/>
        </p:nvGrpSpPr>
        <p:grpSpPr>
          <a:xfrm>
            <a:off x="3037234" y="1447800"/>
            <a:ext cx="2291506" cy="1847850"/>
            <a:chOff x="2667000" y="3062835"/>
            <a:chExt cx="4572000" cy="3280815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F3288B6C-FE49-8106-A56D-6327453C30CC}"/>
                </a:ext>
              </a:extLst>
            </p:cNvPr>
            <p:cNvGrpSpPr/>
            <p:nvPr/>
          </p:nvGrpSpPr>
          <p:grpSpPr>
            <a:xfrm>
              <a:off x="2667000" y="3062835"/>
              <a:ext cx="4572000" cy="3280815"/>
              <a:chOff x="5005395" y="3351195"/>
              <a:chExt cx="4171320" cy="2962080"/>
            </a:xfrm>
          </p:grpSpPr>
          <p:grpSp>
            <p:nvGrpSpPr>
              <p:cNvPr id="9" name="Group 8">
                <a:extLst>
                  <a:ext uri="{FF2B5EF4-FFF2-40B4-BE49-F238E27FC236}">
                    <a16:creationId xmlns:a16="http://schemas.microsoft.com/office/drawing/2014/main" id="{91E5B0A1-C618-5E60-9B4E-3BF7270AA09B}"/>
                  </a:ext>
                </a:extLst>
              </p:cNvPr>
              <p:cNvGrpSpPr/>
              <p:nvPr/>
            </p:nvGrpSpPr>
            <p:grpSpPr>
              <a:xfrm>
                <a:off x="5091709" y="3395115"/>
                <a:ext cx="3747491" cy="2853285"/>
                <a:chOff x="5091709" y="3395115"/>
                <a:chExt cx="3747491" cy="2853285"/>
              </a:xfrm>
            </p:grpSpPr>
            <p:grpSp>
              <p:nvGrpSpPr>
                <p:cNvPr id="13" name="Group 12">
                  <a:extLst>
                    <a:ext uri="{FF2B5EF4-FFF2-40B4-BE49-F238E27FC236}">
                      <a16:creationId xmlns:a16="http://schemas.microsoft.com/office/drawing/2014/main" id="{23EEEDC4-2419-A6B5-12D9-7693DD73F0EF}"/>
                    </a:ext>
                  </a:extLst>
                </p:cNvPr>
                <p:cNvGrpSpPr/>
                <p:nvPr/>
              </p:nvGrpSpPr>
              <p:grpSpPr>
                <a:xfrm>
                  <a:off x="5091709" y="3660875"/>
                  <a:ext cx="3747491" cy="2587525"/>
                  <a:chOff x="5091709" y="3660875"/>
                  <a:chExt cx="3747491" cy="2587525"/>
                </a:xfrm>
              </p:grpSpPr>
              <p:sp>
                <p:nvSpPr>
                  <p:cNvPr id="20" name="Oval 19">
                    <a:extLst>
                      <a:ext uri="{FF2B5EF4-FFF2-40B4-BE49-F238E27FC236}">
                        <a16:creationId xmlns:a16="http://schemas.microsoft.com/office/drawing/2014/main" id="{8856A2D5-F1F0-B9C7-AA15-70BD39BFEF09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8215312" y="3660875"/>
                    <a:ext cx="623888" cy="649188"/>
                  </a:xfrm>
                  <a:prstGeom prst="ellipse">
                    <a:avLst/>
                  </a:prstGeom>
                  <a:gradFill flip="none" rotWithShape="1">
                    <a:gsLst>
                      <a:gs pos="0">
                        <a:srgbClr val="98CA00">
                          <a:shade val="30000"/>
                          <a:satMod val="115000"/>
                        </a:srgbClr>
                      </a:gs>
                      <a:gs pos="50000">
                        <a:srgbClr val="98CA00">
                          <a:shade val="67500"/>
                          <a:satMod val="115000"/>
                        </a:srgbClr>
                      </a:gs>
                      <a:gs pos="100000">
                        <a:srgbClr val="98CA00">
                          <a:shade val="100000"/>
                          <a:satMod val="115000"/>
                        </a:srgbClr>
                      </a:gs>
                    </a:gsLst>
                    <a:lin ang="10800000" scaled="1"/>
                    <a:tileRect/>
                  </a:gradFill>
                  <a:ln w="12700" cap="flat" cmpd="sng" algn="ctr">
                    <a:noFill/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  <a:spAutoFit/>
                  </a:bodyPr>
                  <a:lstStyle/>
                  <a:p>
                    <a:pPr marL="0" marR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lang="en-US" dirty="0">
                        <a:latin typeface="Times New Roman" pitchFamily="-65" charset="0"/>
                      </a:rPr>
                      <a:t>0</a:t>
                    </a:r>
                    <a:endParaRPr kumimoji="0" lang="en-US" sz="2400" b="0" i="0" u="none" strike="noStrike" cap="none" normalizeH="0" baseline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latin typeface="Times New Roman" pitchFamily="-65" charset="0"/>
                    </a:endParaRPr>
                  </a:p>
                </p:txBody>
              </p:sp>
              <p:sp>
                <p:nvSpPr>
                  <p:cNvPr id="21" name="Oval 20">
                    <a:extLst>
                      <a:ext uri="{FF2B5EF4-FFF2-40B4-BE49-F238E27FC236}">
                        <a16:creationId xmlns:a16="http://schemas.microsoft.com/office/drawing/2014/main" id="{3D7C394F-D6D8-28CF-29BB-259468BD87D0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5091709" y="3779193"/>
                    <a:ext cx="604041" cy="649188"/>
                  </a:xfrm>
                  <a:prstGeom prst="ellipse">
                    <a:avLst/>
                  </a:prstGeom>
                  <a:gradFill flip="none" rotWithShape="1">
                    <a:gsLst>
                      <a:gs pos="0">
                        <a:srgbClr val="98CA00">
                          <a:shade val="30000"/>
                          <a:satMod val="115000"/>
                        </a:srgbClr>
                      </a:gs>
                      <a:gs pos="50000">
                        <a:srgbClr val="98CA00">
                          <a:shade val="67500"/>
                          <a:satMod val="115000"/>
                        </a:srgbClr>
                      </a:gs>
                      <a:gs pos="100000">
                        <a:srgbClr val="98CA00">
                          <a:shade val="100000"/>
                          <a:satMod val="115000"/>
                        </a:srgbClr>
                      </a:gs>
                    </a:gsLst>
                    <a:lin ang="10800000" scaled="1"/>
                    <a:tileRect/>
                  </a:gradFill>
                  <a:ln w="12700" cap="flat" cmpd="sng" algn="ctr">
                    <a:noFill/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  <a:spAutoFit/>
                  </a:bodyPr>
                  <a:lstStyle/>
                  <a:p>
                    <a:pPr marL="0" marR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2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-65" charset="0"/>
                      </a:rPr>
                      <a:t>1</a:t>
                    </a:r>
                  </a:p>
                </p:txBody>
              </p:sp>
              <p:sp>
                <p:nvSpPr>
                  <p:cNvPr id="22" name="Oval 21">
                    <a:extLst>
                      <a:ext uri="{FF2B5EF4-FFF2-40B4-BE49-F238E27FC236}">
                        <a16:creationId xmlns:a16="http://schemas.microsoft.com/office/drawing/2014/main" id="{47B939F8-580D-091A-2D62-A142B022F3C8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6707184" y="5599212"/>
                    <a:ext cx="623888" cy="649188"/>
                  </a:xfrm>
                  <a:prstGeom prst="ellipse">
                    <a:avLst/>
                  </a:prstGeom>
                  <a:gradFill flip="none" rotWithShape="1">
                    <a:gsLst>
                      <a:gs pos="0">
                        <a:srgbClr val="98CA00">
                          <a:shade val="30000"/>
                          <a:satMod val="115000"/>
                        </a:srgbClr>
                      </a:gs>
                      <a:gs pos="50000">
                        <a:srgbClr val="98CA00">
                          <a:shade val="67500"/>
                          <a:satMod val="115000"/>
                        </a:srgbClr>
                      </a:gs>
                      <a:gs pos="100000">
                        <a:srgbClr val="98CA00">
                          <a:shade val="100000"/>
                          <a:satMod val="115000"/>
                        </a:srgbClr>
                      </a:gs>
                    </a:gsLst>
                    <a:lin ang="10800000" scaled="1"/>
                    <a:tileRect/>
                  </a:gradFill>
                  <a:ln w="12700" cap="flat" cmpd="sng" algn="ctr">
                    <a:noFill/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  <a:spAutoFit/>
                  </a:bodyPr>
                  <a:lstStyle/>
                  <a:p>
                    <a:pPr marL="0" marR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lang="en-US" dirty="0">
                        <a:latin typeface="Times New Roman" pitchFamily="-65" charset="0"/>
                      </a:rPr>
                      <a:t>3</a:t>
                    </a:r>
                    <a:endParaRPr kumimoji="0" lang="en-US" sz="2400" b="0" i="0" u="none" strike="noStrike" cap="none" normalizeH="0" baseline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latin typeface="Times New Roman" pitchFamily="-65" charset="0"/>
                    </a:endParaRPr>
                  </a:p>
                </p:txBody>
              </p:sp>
              <p:sp>
                <p:nvSpPr>
                  <p:cNvPr id="23" name="Oval 22">
                    <a:extLst>
                      <a:ext uri="{FF2B5EF4-FFF2-40B4-BE49-F238E27FC236}">
                        <a16:creationId xmlns:a16="http://schemas.microsoft.com/office/drawing/2014/main" id="{8A0957B2-E7BA-F829-238E-62E40D4C62E3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6554388" y="4066431"/>
                    <a:ext cx="623888" cy="649188"/>
                  </a:xfrm>
                  <a:prstGeom prst="ellipse">
                    <a:avLst/>
                  </a:prstGeom>
                  <a:gradFill flip="none" rotWithShape="1">
                    <a:gsLst>
                      <a:gs pos="0">
                        <a:srgbClr val="98CA00">
                          <a:shade val="30000"/>
                          <a:satMod val="115000"/>
                        </a:srgbClr>
                      </a:gs>
                      <a:gs pos="50000">
                        <a:srgbClr val="98CA00">
                          <a:shade val="67500"/>
                          <a:satMod val="115000"/>
                        </a:srgbClr>
                      </a:gs>
                      <a:gs pos="100000">
                        <a:srgbClr val="98CA00">
                          <a:shade val="100000"/>
                          <a:satMod val="115000"/>
                        </a:srgbClr>
                      </a:gs>
                    </a:gsLst>
                    <a:lin ang="10800000" scaled="1"/>
                    <a:tileRect/>
                  </a:gradFill>
                  <a:ln w="12700" cap="flat" cmpd="sng" algn="ctr">
                    <a:noFill/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  <a:spAutoFit/>
                  </a:bodyPr>
                  <a:lstStyle/>
                  <a:p>
                    <a:pPr marL="0" marR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2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-65" charset="0"/>
                      </a:rPr>
                      <a:t>2</a:t>
                    </a:r>
                  </a:p>
                </p:txBody>
              </p:sp>
            </p:grpSp>
            <mc:AlternateContent xmlns:mc="http://schemas.openxmlformats.org/markup-compatibility/2006" xmlns:p14="http://schemas.microsoft.com/office/powerpoint/2010/main">
              <mc:Choice Requires="p14">
                <p:contentPart p14:bwMode="auto" r:id="rId2">
                  <p14:nvContentPartPr>
                    <p14:cNvPr id="14" name="Ink 13">
                      <a:extLst>
                        <a:ext uri="{FF2B5EF4-FFF2-40B4-BE49-F238E27FC236}">
                          <a16:creationId xmlns:a16="http://schemas.microsoft.com/office/drawing/2014/main" id="{B8CC3FFE-C029-8522-0BF0-C070BBC36A68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5713470" y="4158675"/>
                    <a:ext cx="898920" cy="155520"/>
                  </p14:xfrm>
                </p:contentPart>
              </mc:Choice>
              <mc:Fallback xmlns="">
                <p:pic>
                  <p:nvPicPr>
                    <p:cNvPr id="79" name="Ink 78">
                      <a:extLst>
                        <a:ext uri="{FF2B5EF4-FFF2-40B4-BE49-F238E27FC236}">
                          <a16:creationId xmlns:a16="http://schemas.microsoft.com/office/drawing/2014/main" id="{CE5BB5F5-ADFA-D951-C674-D785A044D754}"/>
                        </a:ext>
                      </a:extLst>
                    </p:cNvPr>
                    <p:cNvPicPr/>
                    <p:nvPr/>
                  </p:nvPicPr>
                  <p:blipFill>
                    <a:blip r:embed="rId3"/>
                    <a:stretch>
                      <a:fillRect/>
                    </a:stretch>
                  </p:blipFill>
                  <p:spPr>
                    <a:xfrm>
                      <a:off x="5697090" y="4144275"/>
                      <a:ext cx="931024" cy="183744"/>
                    </a:xfrm>
                    <a:prstGeom prst="rect">
                      <a:avLst/>
                    </a:prstGeom>
                  </p:spPr>
                </p:pic>
              </mc:Fallback>
            </mc:AlternateContent>
            <mc:AlternateContent xmlns:mc="http://schemas.openxmlformats.org/markup-compatibility/2006" xmlns:p14="http://schemas.microsoft.com/office/powerpoint/2010/main">
              <mc:Choice Requires="p14">
                <p:contentPart p14:bwMode="auto" r:id="rId4">
                  <p14:nvContentPartPr>
                    <p14:cNvPr id="15" name="Ink 14">
                      <a:extLst>
                        <a:ext uri="{FF2B5EF4-FFF2-40B4-BE49-F238E27FC236}">
                          <a16:creationId xmlns:a16="http://schemas.microsoft.com/office/drawing/2014/main" id="{87CA3A3C-7346-6B0B-0372-150BEC2F82B1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7067790" y="4622715"/>
                    <a:ext cx="246600" cy="1087560"/>
                  </p14:xfrm>
                </p:contentPart>
              </mc:Choice>
              <mc:Fallback xmlns="">
                <p:pic>
                  <p:nvPicPr>
                    <p:cNvPr id="80" name="Ink 79">
                      <a:extLst>
                        <a:ext uri="{FF2B5EF4-FFF2-40B4-BE49-F238E27FC236}">
                          <a16:creationId xmlns:a16="http://schemas.microsoft.com/office/drawing/2014/main" id="{42102867-350E-2A38-E4C4-443E219ADEA8}"/>
                        </a:ext>
                      </a:extLst>
                    </p:cNvPr>
                    <p:cNvPicPr/>
                    <p:nvPr/>
                  </p:nvPicPr>
                  <p:blipFill>
                    <a:blip r:embed="rId5"/>
                    <a:stretch>
                      <a:fillRect/>
                    </a:stretch>
                  </p:blipFill>
                  <p:spPr>
                    <a:xfrm>
                      <a:off x="7051437" y="4608868"/>
                      <a:ext cx="278651" cy="1115831"/>
                    </a:xfrm>
                    <a:prstGeom prst="rect">
                      <a:avLst/>
                    </a:prstGeom>
                  </p:spPr>
                </p:pic>
              </mc:Fallback>
            </mc:AlternateContent>
            <mc:AlternateContent xmlns:mc="http://schemas.openxmlformats.org/markup-compatibility/2006" xmlns:p14="http://schemas.microsoft.com/office/powerpoint/2010/main">
              <mc:Choice Requires="p14">
                <p:contentPart p14:bwMode="auto" r:id="rId6">
                  <p14:nvContentPartPr>
                    <p14:cNvPr id="16" name="Ink 15">
                      <a:extLst>
                        <a:ext uri="{FF2B5EF4-FFF2-40B4-BE49-F238E27FC236}">
                          <a16:creationId xmlns:a16="http://schemas.microsoft.com/office/drawing/2014/main" id="{013B76D0-48AD-3AA1-8A40-4F32FB42E276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7136190" y="3925395"/>
                    <a:ext cx="1103760" cy="357480"/>
                  </p14:xfrm>
                </p:contentPart>
              </mc:Choice>
              <mc:Fallback xmlns="">
                <p:pic>
                  <p:nvPicPr>
                    <p:cNvPr id="81" name="Ink 80">
                      <a:extLst>
                        <a:ext uri="{FF2B5EF4-FFF2-40B4-BE49-F238E27FC236}">
                          <a16:creationId xmlns:a16="http://schemas.microsoft.com/office/drawing/2014/main" id="{620E85C5-8DD1-7A02-2EE2-C875CCB46EE9}"/>
                        </a:ext>
                      </a:extLst>
                    </p:cNvPr>
                    <p:cNvPicPr/>
                    <p:nvPr/>
                  </p:nvPicPr>
                  <p:blipFill>
                    <a:blip r:embed="rId7"/>
                    <a:stretch>
                      <a:fillRect/>
                    </a:stretch>
                  </p:blipFill>
                  <p:spPr>
                    <a:xfrm>
                      <a:off x="7119814" y="3910980"/>
                      <a:ext cx="1135857" cy="385732"/>
                    </a:xfrm>
                    <a:prstGeom prst="rect">
                      <a:avLst/>
                    </a:prstGeom>
                  </p:spPr>
                </p:pic>
              </mc:Fallback>
            </mc:AlternateContent>
            <mc:AlternateContent xmlns:mc="http://schemas.openxmlformats.org/markup-compatibility/2006" xmlns:p14="http://schemas.microsoft.com/office/powerpoint/2010/main">
              <mc:Choice Requires="p14">
                <p:contentPart p14:bwMode="auto" r:id="rId8">
                  <p14:nvContentPartPr>
                    <p14:cNvPr id="17" name="Ink 16">
                      <a:extLst>
                        <a:ext uri="{FF2B5EF4-FFF2-40B4-BE49-F238E27FC236}">
                          <a16:creationId xmlns:a16="http://schemas.microsoft.com/office/drawing/2014/main" id="{36F592F9-04E6-44AF-03AC-1F64792DAB7E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7335630" y="4253355"/>
                    <a:ext cx="1127160" cy="1754280"/>
                  </p14:xfrm>
                </p:contentPart>
              </mc:Choice>
              <mc:Fallback xmlns="">
                <p:pic>
                  <p:nvPicPr>
                    <p:cNvPr id="82" name="Ink 81">
                      <a:extLst>
                        <a:ext uri="{FF2B5EF4-FFF2-40B4-BE49-F238E27FC236}">
                          <a16:creationId xmlns:a16="http://schemas.microsoft.com/office/drawing/2014/main" id="{CBB9FBD0-A1A5-2754-E614-4D4269FA31ED}"/>
                        </a:ext>
                      </a:extLst>
                    </p:cNvPr>
                    <p:cNvPicPr/>
                    <p:nvPr/>
                  </p:nvPicPr>
                  <p:blipFill>
                    <a:blip r:embed="rId9"/>
                    <a:stretch>
                      <a:fillRect/>
                    </a:stretch>
                  </p:blipFill>
                  <p:spPr>
                    <a:xfrm>
                      <a:off x="7319256" y="4239510"/>
                      <a:ext cx="1159252" cy="1782547"/>
                    </a:xfrm>
                    <a:prstGeom prst="rect">
                      <a:avLst/>
                    </a:prstGeom>
                  </p:spPr>
                </p:pic>
              </mc:Fallback>
            </mc:AlternateContent>
            <mc:AlternateContent xmlns:mc="http://schemas.openxmlformats.org/markup-compatibility/2006" xmlns:p14="http://schemas.microsoft.com/office/powerpoint/2010/main">
              <mc:Choice Requires="p14">
                <p:contentPart p14:bwMode="auto" r:id="rId10">
                  <p14:nvContentPartPr>
                    <p14:cNvPr id="18" name="Ink 17">
                      <a:extLst>
                        <a:ext uri="{FF2B5EF4-FFF2-40B4-BE49-F238E27FC236}">
                          <a16:creationId xmlns:a16="http://schemas.microsoft.com/office/drawing/2014/main" id="{FCD76585-8070-397C-5DB5-A23A67D4F696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5537790" y="4405635"/>
                    <a:ext cx="1282320" cy="1324800"/>
                  </p14:xfrm>
                </p:contentPart>
              </mc:Choice>
              <mc:Fallback xmlns="">
                <p:pic>
                  <p:nvPicPr>
                    <p:cNvPr id="83" name="Ink 82">
                      <a:extLst>
                        <a:ext uri="{FF2B5EF4-FFF2-40B4-BE49-F238E27FC236}">
                          <a16:creationId xmlns:a16="http://schemas.microsoft.com/office/drawing/2014/main" id="{082383DA-6955-4B2D-D794-AC04F4D02C95}"/>
                        </a:ext>
                      </a:extLst>
                    </p:cNvPr>
                    <p:cNvPicPr/>
                    <p:nvPr/>
                  </p:nvPicPr>
                  <p:blipFill>
                    <a:blip r:embed="rId11"/>
                    <a:stretch>
                      <a:fillRect/>
                    </a:stretch>
                  </p:blipFill>
                  <p:spPr>
                    <a:xfrm>
                      <a:off x="5521409" y="4391210"/>
                      <a:ext cx="1314427" cy="1353073"/>
                    </a:xfrm>
                    <a:prstGeom prst="rect">
                      <a:avLst/>
                    </a:prstGeom>
                  </p:spPr>
                </p:pic>
              </mc:Fallback>
            </mc:AlternateContent>
            <mc:AlternateContent xmlns:mc="http://schemas.openxmlformats.org/markup-compatibility/2006" xmlns:p14="http://schemas.microsoft.com/office/powerpoint/2010/main">
              <mc:Choice Requires="p14">
                <p:contentPart p14:bwMode="auto" r:id="rId12">
                  <p14:nvContentPartPr>
                    <p14:cNvPr id="19" name="Ink 18">
                      <a:extLst>
                        <a:ext uri="{FF2B5EF4-FFF2-40B4-BE49-F238E27FC236}">
                          <a16:creationId xmlns:a16="http://schemas.microsoft.com/office/drawing/2014/main" id="{77C5BE85-2A4F-DC4E-EC6E-0CCCA8E3730C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5635710" y="3395115"/>
                    <a:ext cx="2880360" cy="582480"/>
                  </p14:xfrm>
                </p:contentPart>
              </mc:Choice>
              <mc:Fallback xmlns="">
                <p:pic>
                  <p:nvPicPr>
                    <p:cNvPr id="84" name="Ink 83">
                      <a:extLst>
                        <a:ext uri="{FF2B5EF4-FFF2-40B4-BE49-F238E27FC236}">
                          <a16:creationId xmlns:a16="http://schemas.microsoft.com/office/drawing/2014/main" id="{6AF6239B-0BB4-1891-D752-CE0EEED061D4}"/>
                        </a:ext>
                      </a:extLst>
                    </p:cNvPr>
                    <p:cNvPicPr/>
                    <p:nvPr/>
                  </p:nvPicPr>
                  <p:blipFill>
                    <a:blip r:embed="rId13"/>
                    <a:stretch>
                      <a:fillRect/>
                    </a:stretch>
                  </p:blipFill>
                  <p:spPr>
                    <a:xfrm>
                      <a:off x="5619329" y="3380683"/>
                      <a:ext cx="2912466" cy="610767"/>
                    </a:xfrm>
                    <a:prstGeom prst="rect">
                      <a:avLst/>
                    </a:prstGeom>
                  </p:spPr>
                </p:pic>
              </mc:Fallback>
            </mc:AlternateContent>
          </p:grpSp>
          <mc:AlternateContent xmlns:mc="http://schemas.openxmlformats.org/markup-compatibility/2006" xmlns:p14="http://schemas.microsoft.com/office/powerpoint/2010/main">
            <mc:Choice Requires="p14">
              <p:contentPart p14:bwMode="auto" r:id="rId14">
                <p14:nvContentPartPr>
                  <p14:cNvPr id="10" name="Ink 9">
                    <a:extLst>
                      <a:ext uri="{FF2B5EF4-FFF2-40B4-BE49-F238E27FC236}">
                        <a16:creationId xmlns:a16="http://schemas.microsoft.com/office/drawing/2014/main" id="{7166CEB6-66ED-EB88-EE03-820D2776F3B0}"/>
                      </a:ext>
                    </a:extLst>
                  </p14:cNvPr>
                  <p14:cNvContentPartPr/>
                  <p14:nvPr/>
                </p14:nvContentPartPr>
                <p14:xfrm>
                  <a:off x="5005395" y="3351195"/>
                  <a:ext cx="614880" cy="547200"/>
                </p14:xfrm>
              </p:contentPart>
            </mc:Choice>
            <mc:Fallback xmlns="">
              <p:pic>
                <p:nvPicPr>
                  <p:cNvPr id="75" name="Ink 74">
                    <a:extLst>
                      <a:ext uri="{FF2B5EF4-FFF2-40B4-BE49-F238E27FC236}">
                        <a16:creationId xmlns:a16="http://schemas.microsoft.com/office/drawing/2014/main" id="{6A5DBC1F-1BDD-37B1-DE9F-BD8F86C1885D}"/>
                      </a:ext>
                    </a:extLst>
                  </p:cNvPr>
                  <p:cNvPicPr/>
                  <p:nvPr/>
                </p:nvPicPr>
                <p:blipFill>
                  <a:blip r:embed="rId15"/>
                  <a:stretch>
                    <a:fillRect/>
                  </a:stretch>
                </p:blipFill>
                <p:spPr>
                  <a:xfrm>
                    <a:off x="4989024" y="3336780"/>
                    <a:ext cx="646966" cy="575454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16">
                <p14:nvContentPartPr>
                  <p14:cNvPr id="11" name="Ink 10">
                    <a:extLst>
                      <a:ext uri="{FF2B5EF4-FFF2-40B4-BE49-F238E27FC236}">
                        <a16:creationId xmlns:a16="http://schemas.microsoft.com/office/drawing/2014/main" id="{8946C3B0-4F57-76F3-4437-0D933102135F}"/>
                      </a:ext>
                    </a:extLst>
                  </p14:cNvPr>
                  <p14:cNvContentPartPr/>
                  <p14:nvPr/>
                </p14:nvContentPartPr>
                <p14:xfrm>
                  <a:off x="6319755" y="5899275"/>
                  <a:ext cx="632160" cy="414000"/>
                </p14:xfrm>
              </p:contentPart>
            </mc:Choice>
            <mc:Fallback xmlns="">
              <p:pic>
                <p:nvPicPr>
                  <p:cNvPr id="76" name="Ink 75">
                    <a:extLst>
                      <a:ext uri="{FF2B5EF4-FFF2-40B4-BE49-F238E27FC236}">
                        <a16:creationId xmlns:a16="http://schemas.microsoft.com/office/drawing/2014/main" id="{CEF32167-3A5B-89D2-5A5D-EF19457058D7}"/>
                      </a:ext>
                    </a:extLst>
                  </p:cNvPr>
                  <p:cNvPicPr/>
                  <p:nvPr/>
                </p:nvPicPr>
                <p:blipFill>
                  <a:blip r:embed="rId17"/>
                  <a:stretch>
                    <a:fillRect/>
                  </a:stretch>
                </p:blipFill>
                <p:spPr>
                  <a:xfrm>
                    <a:off x="6303378" y="5884860"/>
                    <a:ext cx="664259" cy="442253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18">
                <p14:nvContentPartPr>
                  <p14:cNvPr id="12" name="Ink 11">
                    <a:extLst>
                      <a:ext uri="{FF2B5EF4-FFF2-40B4-BE49-F238E27FC236}">
                        <a16:creationId xmlns:a16="http://schemas.microsoft.com/office/drawing/2014/main" id="{2EA75CA1-923D-B8E2-EE83-3643EC8A9298}"/>
                      </a:ext>
                    </a:extLst>
                  </p14:cNvPr>
                  <p14:cNvContentPartPr/>
                  <p14:nvPr/>
                </p14:nvContentPartPr>
                <p14:xfrm>
                  <a:off x="8628075" y="3539835"/>
                  <a:ext cx="548640" cy="742320"/>
                </p14:xfrm>
              </p:contentPart>
            </mc:Choice>
            <mc:Fallback xmlns="">
              <p:pic>
                <p:nvPicPr>
                  <p:cNvPr id="77" name="Ink 76">
                    <a:extLst>
                      <a:ext uri="{FF2B5EF4-FFF2-40B4-BE49-F238E27FC236}">
                        <a16:creationId xmlns:a16="http://schemas.microsoft.com/office/drawing/2014/main" id="{356FA044-E89E-5446-FFE9-428232B31F20}"/>
                      </a:ext>
                    </a:extLst>
                  </p:cNvPr>
                  <p:cNvPicPr/>
                  <p:nvPr/>
                </p:nvPicPr>
                <p:blipFill>
                  <a:blip r:embed="rId19"/>
                  <a:stretch>
                    <a:fillRect/>
                  </a:stretch>
                </p:blipFill>
                <p:spPr>
                  <a:xfrm>
                    <a:off x="8611707" y="3525415"/>
                    <a:ext cx="580720" cy="770582"/>
                  </a:xfrm>
                  <a:prstGeom prst="rect">
                    <a:avLst/>
                  </a:prstGeom>
                </p:spPr>
              </p:pic>
            </mc:Fallback>
          </mc:AlternateContent>
        </p:grpSp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C8EB17CD-97F7-0834-0FAB-04C68F313B3B}"/>
                    </a:ext>
                  </a:extLst>
                </p14:cNvPr>
                <p14:cNvContentPartPr/>
                <p14:nvPr/>
              </p14:nvContentPartPr>
              <p14:xfrm>
                <a:off x="4437817" y="3609006"/>
                <a:ext cx="528840" cy="37764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EFDE0AA7-480E-AD7C-2CA8-A3FF1C3B063C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4419878" y="3593670"/>
                  <a:ext cx="564000" cy="40895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51" name="Content Placeholder 50">
                <a:extLst>
                  <a:ext uri="{FF2B5EF4-FFF2-40B4-BE49-F238E27FC236}">
                    <a16:creationId xmlns:a16="http://schemas.microsoft.com/office/drawing/2014/main" id="{1E140BCC-7E66-2F58-D8F2-BC8E25115EDF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b="1" dirty="0">
                    <a:solidFill>
                      <a:srgbClr val="0033CC"/>
                    </a:solidFill>
                  </a:rPr>
                  <a:t>	    Nodes			                 Edge index</a:t>
                </a:r>
              </a:p>
              <a:p>
                <a:pPr marL="0" indent="0">
                  <a:buNone/>
                </a:pPr>
                <a:r>
                  <a:rPr lang="en-US" b="1" dirty="0">
                    <a:solidFill>
                      <a:schemeClr val="tx1"/>
                    </a:solidFill>
                  </a:rPr>
                  <a:t>			 	</a:t>
                </a:r>
                <a:r>
                  <a:rPr lang="en-US" dirty="0">
                    <a:solidFill>
                      <a:schemeClr val="tx1"/>
                    </a:solidFill>
                  </a:rPr>
                  <a:t>	</a:t>
                </a:r>
              </a:p>
              <a:p>
                <a:pPr marL="0" indent="0">
                  <a:buNone/>
                </a:pPr>
                <a:r>
                  <a:rPr lang="en-US" dirty="0">
                    <a:solidFill>
                      <a:schemeClr val="tx1"/>
                    </a:solidFill>
                  </a:rPr>
                  <a:t>				</a:t>
                </a:r>
              </a:p>
              <a:p>
                <a:pPr marL="0" indent="0">
                  <a:buNone/>
                </a:pPr>
                <a:r>
                  <a:rPr lang="en-US" dirty="0">
                    <a:solidFill>
                      <a:schemeClr val="tx1"/>
                    </a:solidFill>
                  </a:rPr>
                  <a:t>				</a:t>
                </a:r>
                <a:r>
                  <a:rPr lang="en-US" dirty="0"/>
                  <a:t>       </a:t>
                </a:r>
                <a:r>
                  <a:rPr lang="en-US" dirty="0">
                    <a:solidFill>
                      <a:srgbClr val="0033CC"/>
                    </a:solidFill>
                  </a:rPr>
                  <a:t>edge</a:t>
                </a:r>
                <a:r>
                  <a:rPr lang="en-US" dirty="0" err="1">
                    <a:solidFill>
                      <a:srgbClr val="0033CC"/>
                    </a:solidFill>
                  </a:rPr>
                  <a:t>_index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[2,  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=16] </m:t>
                    </m:r>
                  </m:oMath>
                </a14:m>
                <a:endParaRPr lang="en-US" dirty="0">
                  <a:solidFill>
                    <a:schemeClr val="tx1"/>
                  </a:solidFill>
                </a:endParaRPr>
              </a:p>
              <a:p>
                <a:pPr marL="0" indent="0">
                  <a:buNone/>
                </a:pPr>
                <a:r>
                  <a:rPr lang="en-US" dirty="0">
                    <a:solidFill>
                      <a:schemeClr val="tx1"/>
                    </a:solidFill>
                  </a:rPr>
                  <a:t>				</a:t>
                </a:r>
                <a:r>
                  <a:rPr lang="en-US" dirty="0"/>
                  <a:t>       </a:t>
                </a:r>
                <a:r>
                  <a:rPr lang="en-US" i="1" dirty="0">
                    <a:solidFill>
                      <a:schemeClr val="tx1"/>
                    </a:solidFill>
                  </a:rPr>
                  <a:t>K</a:t>
                </a:r>
                <a:r>
                  <a:rPr lang="en-US" dirty="0">
                    <a:solidFill>
                      <a:schemeClr val="tx1"/>
                    </a:solidFill>
                  </a:rPr>
                  <a:t> </a:t>
                </a:r>
                <a:r>
                  <a:rPr lang="en-US" dirty="0"/>
                  <a:t>= </a:t>
                </a:r>
                <a:r>
                  <a:rPr lang="en-US" dirty="0">
                    <a:solidFill>
                      <a:schemeClr val="tx1"/>
                    </a:solidFill>
                  </a:rPr>
                  <a:t>number of edges.	</a:t>
                </a:r>
              </a:p>
              <a:p>
                <a:pPr marL="0" indent="0">
                  <a:buNone/>
                </a:pPr>
                <a:r>
                  <a:rPr lang="en-US" dirty="0">
                    <a:solidFill>
                      <a:schemeClr val="tx1"/>
                    </a:solidFill>
                  </a:rPr>
                  <a:t>	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=4,  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=3]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</a:rPr>
                  <a:t>	       </a:t>
                </a:r>
                <a:r>
                  <a:rPr lang="en-US" i="1" dirty="0">
                    <a:solidFill>
                      <a:schemeClr val="tx1"/>
                    </a:solidFill>
                  </a:rPr>
                  <a:t>d</a:t>
                </a:r>
                <a:r>
                  <a:rPr lang="en-US" dirty="0">
                    <a:solidFill>
                      <a:schemeClr val="tx1"/>
                    </a:solidFill>
                  </a:rPr>
                  <a:t> </a:t>
                </a:r>
                <a:r>
                  <a:rPr lang="en-US" dirty="0"/>
                  <a:t>= </a:t>
                </a:r>
                <a:r>
                  <a:rPr lang="en-US" dirty="0">
                    <a:solidFill>
                      <a:schemeClr val="tx1"/>
                    </a:solidFill>
                  </a:rPr>
                  <a:t>dimension of the input					feature vectors.</a:t>
                </a:r>
              </a:p>
              <a:p>
                <a:pPr marL="0" indent="0">
                  <a:buNone/>
                </a:pPr>
                <a:r>
                  <a:rPr lang="en-US" dirty="0">
                    <a:solidFill>
                      <a:schemeClr val="tx1"/>
                    </a:solidFill>
                  </a:rPr>
                  <a:t>	target node index 	= </a:t>
                </a:r>
                <a:r>
                  <a:rPr lang="en-US" dirty="0">
                    <a:solidFill>
                      <a:srgbClr val="0033CC"/>
                    </a:solidFill>
                  </a:rPr>
                  <a:t>edge_index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[0] </m:t>
                    </m:r>
                  </m:oMath>
                </a14:m>
                <a:endParaRPr lang="en-US" dirty="0">
                  <a:solidFill>
                    <a:schemeClr val="tx1"/>
                  </a:solidFill>
                </a:endParaRPr>
              </a:p>
              <a:p>
                <a:pPr marL="0" indent="0">
                  <a:buNone/>
                </a:pPr>
                <a:r>
                  <a:rPr lang="en-US" dirty="0">
                    <a:solidFill>
                      <a:schemeClr val="tx1"/>
                    </a:solidFill>
                  </a:rPr>
                  <a:t>	source node index	= </a:t>
                </a:r>
                <a:r>
                  <a:rPr lang="en-US" dirty="0">
                    <a:solidFill>
                      <a:srgbClr val="0033CC"/>
                    </a:solidFill>
                  </a:rPr>
                  <a:t>edge_index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[1]</m:t>
                    </m:r>
                  </m:oMath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51" name="Content Placeholder 50">
                <a:extLst>
                  <a:ext uri="{FF2B5EF4-FFF2-40B4-BE49-F238E27FC236}">
                    <a16:creationId xmlns:a16="http://schemas.microsoft.com/office/drawing/2014/main" id="{1E140BCC-7E66-2F58-D8F2-BC8E25115ED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43"/>
                <a:stretch>
                  <a:fillRect t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itle 6">
            <a:extLst>
              <a:ext uri="{FF2B5EF4-FFF2-40B4-BE49-F238E27FC236}">
                <a16:creationId xmlns:a16="http://schemas.microsoft.com/office/drawing/2014/main" id="{CB160191-7C71-9746-C86C-559C90563B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Recap (2): </a:t>
            </a:r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Data Structures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6" name="Table 5">
                <a:extLst>
                  <a:ext uri="{FF2B5EF4-FFF2-40B4-BE49-F238E27FC236}">
                    <a16:creationId xmlns:a16="http://schemas.microsoft.com/office/drawing/2014/main" id="{9C8A0AEA-857D-C321-2C90-65895BE56E27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670243154"/>
                  </p:ext>
                </p:extLst>
              </p:nvPr>
            </p:nvGraphicFramePr>
            <p:xfrm>
              <a:off x="1676401" y="1676398"/>
              <a:ext cx="1740078" cy="1828800"/>
            </p:xfrm>
            <a:graphic>
              <a:graphicData uri="http://schemas.openxmlformats.org/drawingml/2006/table">
                <a:tbl>
                  <a:tblPr firstRow="1" bandRow="1">
                    <a:effectLst>
                      <a:outerShdw blurRad="50800" dist="38100" dir="2700000" algn="tl" rotWithShape="0">
                        <a:prstClr val="black">
                          <a:alpha val="40000"/>
                        </a:prstClr>
                      </a:outerShdw>
                    </a:effectLst>
                    <a:tableStyleId>{69CF1AB2-1976-4502-BF36-3FF5EA218861}</a:tableStyleId>
                  </a:tblPr>
                  <a:tblGrid>
                    <a:gridCol w="580026">
                      <a:extLst>
                        <a:ext uri="{9D8B030D-6E8A-4147-A177-3AD203B41FA5}">
                          <a16:colId xmlns:a16="http://schemas.microsoft.com/office/drawing/2014/main" val="4065791063"/>
                        </a:ext>
                      </a:extLst>
                    </a:gridCol>
                    <a:gridCol w="580026">
                      <a:extLst>
                        <a:ext uri="{9D8B030D-6E8A-4147-A177-3AD203B41FA5}">
                          <a16:colId xmlns:a16="http://schemas.microsoft.com/office/drawing/2014/main" val="377459414"/>
                        </a:ext>
                      </a:extLst>
                    </a:gridCol>
                    <a:gridCol w="580026">
                      <a:extLst>
                        <a:ext uri="{9D8B030D-6E8A-4147-A177-3AD203B41FA5}">
                          <a16:colId xmlns:a16="http://schemas.microsoft.com/office/drawing/2014/main" val="1799289977"/>
                        </a:ext>
                      </a:extLst>
                    </a:gridCol>
                  </a:tblGrid>
                  <a:tr h="404285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p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T</m:t>
                                    </m:r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b="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η</m:t>
                                    </m:r>
                                  </m:e>
                                  <m:sub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b="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ϕ</m:t>
                                    </m:r>
                                  </m:e>
                                  <m:sub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b="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686737370"/>
                      </a:ext>
                    </a:extLst>
                  </a:tr>
                  <a:tr h="404285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p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T</m:t>
                                    </m:r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b="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η</m:t>
                                    </m:r>
                                  </m:e>
                                  <m:sub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b="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ϕ</m:t>
                                    </m:r>
                                  </m:e>
                                  <m:sub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b="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235515628"/>
                      </a:ext>
                    </a:extLst>
                  </a:tr>
                  <a:tr h="404285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p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T</m:t>
                                    </m:r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b="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η</m:t>
                                    </m:r>
                                  </m:e>
                                  <m:sub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b="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ϕ</m:t>
                                    </m:r>
                                  </m:e>
                                  <m:sub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b="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427231596"/>
                      </a:ext>
                    </a:extLst>
                  </a:tr>
                  <a:tr h="404285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p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T</m:t>
                                    </m:r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b="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η</m:t>
                                    </m:r>
                                  </m:e>
                                  <m:sub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b="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ϕ</m:t>
                                    </m:r>
                                  </m:e>
                                  <m:sub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b="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471120089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6" name="Table 5">
                <a:extLst>
                  <a:ext uri="{FF2B5EF4-FFF2-40B4-BE49-F238E27FC236}">
                    <a16:creationId xmlns:a16="http://schemas.microsoft.com/office/drawing/2014/main" id="{9C8A0AEA-857D-C321-2C90-65895BE56E27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670243154"/>
                  </p:ext>
                </p:extLst>
              </p:nvPr>
            </p:nvGraphicFramePr>
            <p:xfrm>
              <a:off x="1676401" y="1676398"/>
              <a:ext cx="1740078" cy="1828800"/>
            </p:xfrm>
            <a:graphic>
              <a:graphicData uri="http://schemas.openxmlformats.org/drawingml/2006/table">
                <a:tbl>
                  <a:tblPr firstRow="1" bandRow="1">
                    <a:effectLst>
                      <a:outerShdw blurRad="50800" dist="38100" dir="2700000" algn="tl" rotWithShape="0">
                        <a:prstClr val="black">
                          <a:alpha val="40000"/>
                        </a:prstClr>
                      </a:outerShdw>
                    </a:effectLst>
                    <a:tableStyleId>{69CF1AB2-1976-4502-BF36-3FF5EA218861}</a:tableStyleId>
                  </a:tblPr>
                  <a:tblGrid>
                    <a:gridCol w="580026">
                      <a:extLst>
                        <a:ext uri="{9D8B030D-6E8A-4147-A177-3AD203B41FA5}">
                          <a16:colId xmlns:a16="http://schemas.microsoft.com/office/drawing/2014/main" val="4065791063"/>
                        </a:ext>
                      </a:extLst>
                    </a:gridCol>
                    <a:gridCol w="580026">
                      <a:extLst>
                        <a:ext uri="{9D8B030D-6E8A-4147-A177-3AD203B41FA5}">
                          <a16:colId xmlns:a16="http://schemas.microsoft.com/office/drawing/2014/main" val="377459414"/>
                        </a:ext>
                      </a:extLst>
                    </a:gridCol>
                    <a:gridCol w="580026">
                      <a:extLst>
                        <a:ext uri="{9D8B030D-6E8A-4147-A177-3AD203B41FA5}">
                          <a16:colId xmlns:a16="http://schemas.microsoft.com/office/drawing/2014/main" val="1799289977"/>
                        </a:ext>
                      </a:extLst>
                    </a:gridCol>
                  </a:tblGrid>
                  <a:tr h="4572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4"/>
                          <a:stretch>
                            <a:fillRect l="-6522" t="-5556" r="-215217" b="-325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4"/>
                          <a:stretch>
                            <a:fillRect l="-106522" t="-5556" r="-115217" b="-325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4"/>
                          <a:stretch>
                            <a:fillRect l="-206522" t="-5556" r="-15217" b="-325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686737370"/>
                      </a:ext>
                    </a:extLst>
                  </a:tr>
                  <a:tr h="4572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4"/>
                          <a:stretch>
                            <a:fillRect l="-6522" t="-102703" r="-215217" b="-21621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4"/>
                          <a:stretch>
                            <a:fillRect l="-106522" t="-102703" r="-115217" b="-21621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4"/>
                          <a:stretch>
                            <a:fillRect l="-206522" t="-102703" r="-15217" b="-21621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235515628"/>
                      </a:ext>
                    </a:extLst>
                  </a:tr>
                  <a:tr h="4572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4"/>
                          <a:stretch>
                            <a:fillRect l="-6522" t="-208333" r="-215217" b="-12222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4"/>
                          <a:stretch>
                            <a:fillRect l="-106522" t="-208333" r="-115217" b="-12222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4"/>
                          <a:stretch>
                            <a:fillRect l="-206522" t="-208333" r="-15217" b="-12222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427231596"/>
                      </a:ext>
                    </a:extLst>
                  </a:tr>
                  <a:tr h="4572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4"/>
                          <a:stretch>
                            <a:fillRect l="-6522" t="-308333" r="-215217" b="-2222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4"/>
                          <a:stretch>
                            <a:fillRect l="-106522" t="-308333" r="-115217" b="-2222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4"/>
                          <a:stretch>
                            <a:fillRect l="-206522" t="-308333" r="-15217" b="-2222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471120089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53" name="Table 52">
                <a:extLst>
                  <a:ext uri="{FF2B5EF4-FFF2-40B4-BE49-F238E27FC236}">
                    <a16:creationId xmlns:a16="http://schemas.microsoft.com/office/drawing/2014/main" id="{247475ED-B76A-4FAA-B955-29EFB2296AEF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719690313"/>
                  </p:ext>
                </p:extLst>
              </p:nvPr>
            </p:nvGraphicFramePr>
            <p:xfrm>
              <a:off x="5029200" y="1752600"/>
              <a:ext cx="3124199" cy="741680"/>
            </p:xfrm>
            <a:graphic>
              <a:graphicData uri="http://schemas.openxmlformats.org/drawingml/2006/table">
                <a:tbl>
                  <a:tblPr firstRow="1" bandRow="1">
                    <a:effectLst>
                      <a:outerShdw blurRad="50800" dist="38100" dir="2700000" algn="tl" rotWithShape="0">
                        <a:prstClr val="black">
                          <a:alpha val="40000"/>
                        </a:prstClr>
                      </a:outerShdw>
                    </a:effectLst>
                    <a:tableStyleId>{69CF1AB2-1976-4502-BF36-3FF5EA218861}</a:tableStyleId>
                  </a:tblPr>
                  <a:tblGrid>
                    <a:gridCol w="407504">
                      <a:extLst>
                        <a:ext uri="{9D8B030D-6E8A-4147-A177-3AD203B41FA5}">
                          <a16:colId xmlns:a16="http://schemas.microsoft.com/office/drawing/2014/main" val="374890846"/>
                        </a:ext>
                      </a:extLst>
                    </a:gridCol>
                    <a:gridCol w="407504">
                      <a:extLst>
                        <a:ext uri="{9D8B030D-6E8A-4147-A177-3AD203B41FA5}">
                          <a16:colId xmlns:a16="http://schemas.microsoft.com/office/drawing/2014/main" val="2639365242"/>
                        </a:ext>
                      </a:extLst>
                    </a:gridCol>
                    <a:gridCol w="339587">
                      <a:extLst>
                        <a:ext uri="{9D8B030D-6E8A-4147-A177-3AD203B41FA5}">
                          <a16:colId xmlns:a16="http://schemas.microsoft.com/office/drawing/2014/main" val="110973745"/>
                        </a:ext>
                      </a:extLst>
                    </a:gridCol>
                    <a:gridCol w="407504">
                      <a:extLst>
                        <a:ext uri="{9D8B030D-6E8A-4147-A177-3AD203B41FA5}">
                          <a16:colId xmlns:a16="http://schemas.microsoft.com/office/drawing/2014/main" val="3131861186"/>
                        </a:ext>
                      </a:extLst>
                    </a:gridCol>
                    <a:gridCol w="1211193">
                      <a:extLst>
                        <a:ext uri="{9D8B030D-6E8A-4147-A177-3AD203B41FA5}">
                          <a16:colId xmlns:a16="http://schemas.microsoft.com/office/drawing/2014/main" val="2436042647"/>
                        </a:ext>
                      </a:extLst>
                    </a:gridCol>
                    <a:gridCol w="350907">
                      <a:extLst>
                        <a:ext uri="{9D8B030D-6E8A-4147-A177-3AD203B41FA5}">
                          <a16:colId xmlns:a16="http://schemas.microsoft.com/office/drawing/2014/main" val="737485302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⋯</m:t>
                                </m:r>
                              </m:oMath>
                            </m:oMathPara>
                          </a14:m>
                          <a:endParaRPr lang="en-US" b="1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3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04101097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⋯</m:t>
                                </m:r>
                              </m:oMath>
                            </m:oMathPara>
                          </a14:m>
                          <a:endParaRPr lang="en-US" b="1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3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37502411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53" name="Table 52">
                <a:extLst>
                  <a:ext uri="{FF2B5EF4-FFF2-40B4-BE49-F238E27FC236}">
                    <a16:creationId xmlns:a16="http://schemas.microsoft.com/office/drawing/2014/main" id="{247475ED-B76A-4FAA-B955-29EFB2296AEF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719690313"/>
                  </p:ext>
                </p:extLst>
              </p:nvPr>
            </p:nvGraphicFramePr>
            <p:xfrm>
              <a:off x="5029200" y="1752600"/>
              <a:ext cx="3124199" cy="741680"/>
            </p:xfrm>
            <a:graphic>
              <a:graphicData uri="http://schemas.openxmlformats.org/drawingml/2006/table">
                <a:tbl>
                  <a:tblPr firstRow="1" bandRow="1">
                    <a:effectLst>
                      <a:outerShdw blurRad="50800" dist="38100" dir="2700000" algn="tl" rotWithShape="0">
                        <a:prstClr val="black">
                          <a:alpha val="40000"/>
                        </a:prstClr>
                      </a:outerShdw>
                    </a:effectLst>
                    <a:tableStyleId>{69CF1AB2-1976-4502-BF36-3FF5EA218861}</a:tableStyleId>
                  </a:tblPr>
                  <a:tblGrid>
                    <a:gridCol w="407504">
                      <a:extLst>
                        <a:ext uri="{9D8B030D-6E8A-4147-A177-3AD203B41FA5}">
                          <a16:colId xmlns:a16="http://schemas.microsoft.com/office/drawing/2014/main" val="374890846"/>
                        </a:ext>
                      </a:extLst>
                    </a:gridCol>
                    <a:gridCol w="407504">
                      <a:extLst>
                        <a:ext uri="{9D8B030D-6E8A-4147-A177-3AD203B41FA5}">
                          <a16:colId xmlns:a16="http://schemas.microsoft.com/office/drawing/2014/main" val="2639365242"/>
                        </a:ext>
                      </a:extLst>
                    </a:gridCol>
                    <a:gridCol w="339587">
                      <a:extLst>
                        <a:ext uri="{9D8B030D-6E8A-4147-A177-3AD203B41FA5}">
                          <a16:colId xmlns:a16="http://schemas.microsoft.com/office/drawing/2014/main" val="110973745"/>
                        </a:ext>
                      </a:extLst>
                    </a:gridCol>
                    <a:gridCol w="407504">
                      <a:extLst>
                        <a:ext uri="{9D8B030D-6E8A-4147-A177-3AD203B41FA5}">
                          <a16:colId xmlns:a16="http://schemas.microsoft.com/office/drawing/2014/main" val="3131861186"/>
                        </a:ext>
                      </a:extLst>
                    </a:gridCol>
                    <a:gridCol w="1211193">
                      <a:extLst>
                        <a:ext uri="{9D8B030D-6E8A-4147-A177-3AD203B41FA5}">
                          <a16:colId xmlns:a16="http://schemas.microsoft.com/office/drawing/2014/main" val="2436042647"/>
                        </a:ext>
                      </a:extLst>
                    </a:gridCol>
                    <a:gridCol w="350907">
                      <a:extLst>
                        <a:ext uri="{9D8B030D-6E8A-4147-A177-3AD203B41FA5}">
                          <a16:colId xmlns:a16="http://schemas.microsoft.com/office/drawing/2014/main" val="737485302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5"/>
                          <a:stretch>
                            <a:fillRect l="-132632" t="-10000" r="-37895" b="-1233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3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04101097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5"/>
                          <a:stretch>
                            <a:fillRect l="-132632" t="-113793" r="-37895" b="-2758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3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37502411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169CE485-07C9-EA90-6F36-106458E5B4D3}"/>
              </a:ext>
            </a:extLst>
          </p:cNvPr>
          <p:cNvSpPr txBox="1"/>
          <p:nvPr/>
        </p:nvSpPr>
        <p:spPr>
          <a:xfrm>
            <a:off x="2604680" y="5181600"/>
            <a:ext cx="435247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</a:t>
            </a:r>
            <a:r>
              <a:rPr lang="en-US" b="0" dirty="0"/>
              <a:t>dge </a:t>
            </a:r>
            <a:r>
              <a:rPr lang="en-US" dirty="0"/>
              <a:t>features (</a:t>
            </a:r>
            <a:r>
              <a:rPr lang="en-US" dirty="0" err="1">
                <a:solidFill>
                  <a:srgbClr val="0033CC"/>
                </a:solidFill>
              </a:rPr>
              <a:t>edge_weights</a:t>
            </a:r>
            <a:r>
              <a:rPr lang="en-US" dirty="0">
                <a:solidFill>
                  <a:srgbClr val="0033CC"/>
                </a:solidFill>
              </a:rPr>
              <a:t>[</a:t>
            </a:r>
            <a:r>
              <a:rPr lang="en-US" i="1" dirty="0">
                <a:solidFill>
                  <a:srgbClr val="0033CC"/>
                </a:solidFill>
              </a:rPr>
              <a:t>K</a:t>
            </a:r>
            <a:r>
              <a:rPr lang="en-US" dirty="0">
                <a:solidFill>
                  <a:srgbClr val="0033CC"/>
                </a:solidFill>
              </a:rPr>
              <a:t>]</a:t>
            </a:r>
            <a:r>
              <a:rPr lang="en-US" dirty="0"/>
              <a:t>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3" name="Table 2">
                <a:extLst>
                  <a:ext uri="{FF2B5EF4-FFF2-40B4-BE49-F238E27FC236}">
                    <a16:creationId xmlns:a16="http://schemas.microsoft.com/office/drawing/2014/main" id="{CD80E67F-5190-DE00-4A5B-8D05DBD8B9F2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423259261"/>
                  </p:ext>
                </p:extLst>
              </p:nvPr>
            </p:nvGraphicFramePr>
            <p:xfrm>
              <a:off x="2732706" y="5692754"/>
              <a:ext cx="4658694" cy="492443"/>
            </p:xfrm>
            <a:graphic>
              <a:graphicData uri="http://schemas.openxmlformats.org/drawingml/2006/table">
                <a:tbl>
                  <a:tblPr firstRow="1" bandRow="1">
                    <a:effectLst>
                      <a:outerShdw blurRad="50800" dist="38100" dir="2700000" algn="tl" rotWithShape="0">
                        <a:prstClr val="black">
                          <a:alpha val="40000"/>
                        </a:prstClr>
                      </a:outerShdw>
                    </a:effectLst>
                    <a:tableStyleId>{69CF1AB2-1976-4502-BF36-3FF5EA218861}</a:tableStyleId>
                  </a:tblPr>
                  <a:tblGrid>
                    <a:gridCol w="776449">
                      <a:extLst>
                        <a:ext uri="{9D8B030D-6E8A-4147-A177-3AD203B41FA5}">
                          <a16:colId xmlns:a16="http://schemas.microsoft.com/office/drawing/2014/main" val="374890846"/>
                        </a:ext>
                      </a:extLst>
                    </a:gridCol>
                    <a:gridCol w="776449">
                      <a:extLst>
                        <a:ext uri="{9D8B030D-6E8A-4147-A177-3AD203B41FA5}">
                          <a16:colId xmlns:a16="http://schemas.microsoft.com/office/drawing/2014/main" val="2639365242"/>
                        </a:ext>
                      </a:extLst>
                    </a:gridCol>
                    <a:gridCol w="776449">
                      <a:extLst>
                        <a:ext uri="{9D8B030D-6E8A-4147-A177-3AD203B41FA5}">
                          <a16:colId xmlns:a16="http://schemas.microsoft.com/office/drawing/2014/main" val="110973745"/>
                        </a:ext>
                      </a:extLst>
                    </a:gridCol>
                    <a:gridCol w="776449">
                      <a:extLst>
                        <a:ext uri="{9D8B030D-6E8A-4147-A177-3AD203B41FA5}">
                          <a16:colId xmlns:a16="http://schemas.microsoft.com/office/drawing/2014/main" val="3131861186"/>
                        </a:ext>
                      </a:extLst>
                    </a:gridCol>
                    <a:gridCol w="776449">
                      <a:extLst>
                        <a:ext uri="{9D8B030D-6E8A-4147-A177-3AD203B41FA5}">
                          <a16:colId xmlns:a16="http://schemas.microsoft.com/office/drawing/2014/main" val="2436042647"/>
                        </a:ext>
                      </a:extLst>
                    </a:gridCol>
                    <a:gridCol w="776449">
                      <a:extLst>
                        <a:ext uri="{9D8B030D-6E8A-4147-A177-3AD203B41FA5}">
                          <a16:colId xmlns:a16="http://schemas.microsoft.com/office/drawing/2014/main" val="737485302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1" smtClean="0">
                                        <a:latin typeface="Cambria Math" panose="02040503050406030204" pitchFamily="18" charset="0"/>
                                      </a:rPr>
                                      <m:t>𝒆</m:t>
                                    </m:r>
                                  </m:e>
                                  <m:sub>
                                    <m:r>
                                      <a:rPr lang="en-US" sz="2400" b="1" i="0" smtClean="0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US" sz="2400" b="1" smtClean="0">
                                        <a:latin typeface="Cambria Math" panose="02040503050406030204" pitchFamily="18" charset="0"/>
                                      </a:rPr>
                                      <m:t>𝟎</m:t>
                                    </m:r>
                                    <m:r>
                                      <a:rPr lang="en-US" sz="2400" b="1" i="0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400" b="1" smtClean="0">
                                        <a:latin typeface="Cambria Math" panose="02040503050406030204" pitchFamily="18" charset="0"/>
                                      </a:rPr>
                                      <m:t>𝟎</m:t>
                                    </m:r>
                                    <m:r>
                                      <a:rPr lang="en-US" sz="2400" b="1" i="0" smtClean="0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b="1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1" smtClean="0">
                                        <a:latin typeface="Cambria Math" panose="02040503050406030204" pitchFamily="18" charset="0"/>
                                      </a:rPr>
                                      <m:t>𝒆</m:t>
                                    </m:r>
                                  </m:e>
                                  <m:sub>
                                    <m:r>
                                      <a:rPr lang="en-US" sz="2400" b="1" i="0" smtClean="0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US" sz="2400" b="1" smtClean="0">
                                        <a:latin typeface="Cambria Math" panose="02040503050406030204" pitchFamily="18" charset="0"/>
                                      </a:rPr>
                                      <m:t>𝟎</m:t>
                                    </m:r>
                                    <m:r>
                                      <a:rPr lang="en-US" sz="2400" b="1" i="0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400" b="1" i="0" smtClean="0"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  <m:r>
                                      <a:rPr lang="en-US" sz="2400" b="1" i="0" smtClean="0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b="1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1" smtClean="0">
                                        <a:latin typeface="Cambria Math" panose="02040503050406030204" pitchFamily="18" charset="0"/>
                                      </a:rPr>
                                      <m:t>𝒆</m:t>
                                    </m:r>
                                  </m:e>
                                  <m:sub>
                                    <m:r>
                                      <a:rPr lang="en-US" sz="2400" b="1" i="0" smtClean="0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US" sz="2400" b="1" smtClean="0">
                                        <a:latin typeface="Cambria Math" panose="02040503050406030204" pitchFamily="18" charset="0"/>
                                      </a:rPr>
                                      <m:t>𝟎</m:t>
                                    </m:r>
                                    <m:r>
                                      <a:rPr lang="en-US" sz="2400" b="1" i="0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400" b="1" i="0" smtClean="0"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  <m:r>
                                      <a:rPr lang="en-US" sz="2400" b="1" i="0" smtClean="0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b="1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1" smtClean="0">
                                        <a:latin typeface="Cambria Math" panose="02040503050406030204" pitchFamily="18" charset="0"/>
                                      </a:rPr>
                                      <m:t>𝒆</m:t>
                                    </m:r>
                                  </m:e>
                                  <m:sub>
                                    <m:r>
                                      <a:rPr lang="en-US" sz="2400" b="1" i="0" smtClean="0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US" sz="2400" b="1" smtClean="0">
                                        <a:latin typeface="Cambria Math" panose="02040503050406030204" pitchFamily="18" charset="0"/>
                                      </a:rPr>
                                      <m:t>𝟎</m:t>
                                    </m:r>
                                    <m:r>
                                      <a:rPr lang="en-US" sz="2400" b="1" i="0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400" b="1" i="0" smtClean="0">
                                        <a:latin typeface="Cambria Math" panose="02040503050406030204" pitchFamily="18" charset="0"/>
                                      </a:rPr>
                                      <m:t>𝟑</m:t>
                                    </m:r>
                                    <m:r>
                                      <a:rPr lang="en-US" sz="2400" b="1" i="0" smtClean="0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b="1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400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⋯</m:t>
                                </m:r>
                              </m:oMath>
                            </m:oMathPara>
                          </a14:m>
                          <a:endParaRPr lang="en-US" sz="2400" b="1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1" smtClean="0">
                                        <a:latin typeface="Cambria Math" panose="02040503050406030204" pitchFamily="18" charset="0"/>
                                      </a:rPr>
                                      <m:t>𝒆</m:t>
                                    </m:r>
                                  </m:e>
                                  <m:sub>
                                    <m:r>
                                      <a:rPr lang="en-US" sz="2400" b="1" i="0" smtClean="0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US" sz="2400" b="1" i="0" smtClean="0">
                                        <a:latin typeface="Cambria Math" panose="02040503050406030204" pitchFamily="18" charset="0"/>
                                      </a:rPr>
                                      <m:t>𝟑</m:t>
                                    </m:r>
                                    <m:r>
                                      <a:rPr lang="en-US" sz="2400" b="1" i="0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400" b="1" i="0" smtClean="0">
                                        <a:latin typeface="Cambria Math" panose="02040503050406030204" pitchFamily="18" charset="0"/>
                                      </a:rPr>
                                      <m:t>𝟑</m:t>
                                    </m:r>
                                    <m:r>
                                      <a:rPr lang="en-US" sz="2400" b="1" i="0" smtClean="0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b="1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37502411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3" name="Table 2">
                <a:extLst>
                  <a:ext uri="{FF2B5EF4-FFF2-40B4-BE49-F238E27FC236}">
                    <a16:creationId xmlns:a16="http://schemas.microsoft.com/office/drawing/2014/main" id="{CD80E67F-5190-DE00-4A5B-8D05DBD8B9F2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423259261"/>
                  </p:ext>
                </p:extLst>
              </p:nvPr>
            </p:nvGraphicFramePr>
            <p:xfrm>
              <a:off x="2732706" y="5692754"/>
              <a:ext cx="4658694" cy="492443"/>
            </p:xfrm>
            <a:graphic>
              <a:graphicData uri="http://schemas.openxmlformats.org/drawingml/2006/table">
                <a:tbl>
                  <a:tblPr firstRow="1" bandRow="1">
                    <a:effectLst>
                      <a:outerShdw blurRad="50800" dist="38100" dir="2700000" algn="tl" rotWithShape="0">
                        <a:prstClr val="black">
                          <a:alpha val="40000"/>
                        </a:prstClr>
                      </a:outerShdw>
                    </a:effectLst>
                    <a:tableStyleId>{69CF1AB2-1976-4502-BF36-3FF5EA218861}</a:tableStyleId>
                  </a:tblPr>
                  <a:tblGrid>
                    <a:gridCol w="776449">
                      <a:extLst>
                        <a:ext uri="{9D8B030D-6E8A-4147-A177-3AD203B41FA5}">
                          <a16:colId xmlns:a16="http://schemas.microsoft.com/office/drawing/2014/main" val="374890846"/>
                        </a:ext>
                      </a:extLst>
                    </a:gridCol>
                    <a:gridCol w="776449">
                      <a:extLst>
                        <a:ext uri="{9D8B030D-6E8A-4147-A177-3AD203B41FA5}">
                          <a16:colId xmlns:a16="http://schemas.microsoft.com/office/drawing/2014/main" val="2639365242"/>
                        </a:ext>
                      </a:extLst>
                    </a:gridCol>
                    <a:gridCol w="776449">
                      <a:extLst>
                        <a:ext uri="{9D8B030D-6E8A-4147-A177-3AD203B41FA5}">
                          <a16:colId xmlns:a16="http://schemas.microsoft.com/office/drawing/2014/main" val="110973745"/>
                        </a:ext>
                      </a:extLst>
                    </a:gridCol>
                    <a:gridCol w="776449">
                      <a:extLst>
                        <a:ext uri="{9D8B030D-6E8A-4147-A177-3AD203B41FA5}">
                          <a16:colId xmlns:a16="http://schemas.microsoft.com/office/drawing/2014/main" val="3131861186"/>
                        </a:ext>
                      </a:extLst>
                    </a:gridCol>
                    <a:gridCol w="776449">
                      <a:extLst>
                        <a:ext uri="{9D8B030D-6E8A-4147-A177-3AD203B41FA5}">
                          <a16:colId xmlns:a16="http://schemas.microsoft.com/office/drawing/2014/main" val="2436042647"/>
                        </a:ext>
                      </a:extLst>
                    </a:gridCol>
                    <a:gridCol w="776449">
                      <a:extLst>
                        <a:ext uri="{9D8B030D-6E8A-4147-A177-3AD203B41FA5}">
                          <a16:colId xmlns:a16="http://schemas.microsoft.com/office/drawing/2014/main" val="737485302"/>
                        </a:ext>
                      </a:extLst>
                    </a:gridCol>
                  </a:tblGrid>
                  <a:tr h="492443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6"/>
                          <a:stretch>
                            <a:fillRect l="-4918" t="-7500" r="-514754" b="-175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6"/>
                          <a:stretch>
                            <a:fillRect l="-104918" t="-7500" r="-414754" b="-175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6"/>
                          <a:stretch>
                            <a:fillRect l="-201613" t="-7500" r="-308065" b="-175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6"/>
                          <a:stretch>
                            <a:fillRect l="-306557" t="-7500" r="-213115" b="-175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6"/>
                          <a:stretch>
                            <a:fillRect l="-406557" t="-7500" r="-113115" b="-175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6"/>
                          <a:stretch>
                            <a:fillRect l="-506557" t="-7500" r="-13115" b="-175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237502411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30847285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D3B344-519F-B42E-06DC-7DC9F5A557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15" name="Ink 14">
                <a:extLst>
                  <a:ext uri="{FF2B5EF4-FFF2-40B4-BE49-F238E27FC236}">
                    <a16:creationId xmlns:a16="http://schemas.microsoft.com/office/drawing/2014/main" id="{9EA82C8E-6BDF-AA4E-79B2-FF069034BEA1}"/>
                  </a:ext>
                </a:extLst>
              </p14:cNvPr>
              <p14:cNvContentPartPr/>
              <p14:nvPr/>
            </p14:nvContentPartPr>
            <p14:xfrm>
              <a:off x="-3466170" y="1018035"/>
              <a:ext cx="360" cy="360"/>
            </p14:xfrm>
          </p:contentPart>
        </mc:Choice>
        <mc:Fallback xmlns="">
          <p:pic>
            <p:nvPicPr>
              <p:cNvPr id="15" name="Ink 14">
                <a:extLst>
                  <a:ext uri="{FF2B5EF4-FFF2-40B4-BE49-F238E27FC236}">
                    <a16:creationId xmlns:a16="http://schemas.microsoft.com/office/drawing/2014/main" id="{9EA82C8E-6BDF-AA4E-79B2-FF069034BEA1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-3475170" y="1009035"/>
                <a:ext cx="18000" cy="1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219DED63-1664-0061-3F14-1CEB8A437F7D}"/>
                  </a:ext>
                </a:extLst>
              </p14:cNvPr>
              <p14:cNvContentPartPr/>
              <p14:nvPr/>
            </p14:nvContentPartPr>
            <p14:xfrm>
              <a:off x="-1442970" y="3601395"/>
              <a:ext cx="360" cy="360"/>
            </p14:xfrm>
          </p:contentPart>
        </mc:Choice>
        <mc:Fallback xmlns=""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219DED63-1664-0061-3F14-1CEB8A437F7D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-1451970" y="3592395"/>
                <a:ext cx="18000" cy="1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17" name="Ink 16">
                <a:extLst>
                  <a:ext uri="{FF2B5EF4-FFF2-40B4-BE49-F238E27FC236}">
                    <a16:creationId xmlns:a16="http://schemas.microsoft.com/office/drawing/2014/main" id="{624B707E-034B-F355-D903-C1259D92AAD8}"/>
                  </a:ext>
                </a:extLst>
              </p14:cNvPr>
              <p14:cNvContentPartPr/>
              <p14:nvPr/>
            </p14:nvContentPartPr>
            <p14:xfrm>
              <a:off x="-2639610" y="602595"/>
              <a:ext cx="360" cy="360"/>
            </p14:xfrm>
          </p:contentPart>
        </mc:Choice>
        <mc:Fallback xmlns="">
          <p:pic>
            <p:nvPicPr>
              <p:cNvPr id="17" name="Ink 16">
                <a:extLst>
                  <a:ext uri="{FF2B5EF4-FFF2-40B4-BE49-F238E27FC236}">
                    <a16:creationId xmlns:a16="http://schemas.microsoft.com/office/drawing/2014/main" id="{624B707E-034B-F355-D903-C1259D92AAD8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-2648610" y="593595"/>
                <a:ext cx="18000" cy="1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18" name="Ink 17">
                <a:extLst>
                  <a:ext uri="{FF2B5EF4-FFF2-40B4-BE49-F238E27FC236}">
                    <a16:creationId xmlns:a16="http://schemas.microsoft.com/office/drawing/2014/main" id="{60846853-5E57-C44C-CB42-DD3C03381DA1}"/>
                  </a:ext>
                </a:extLst>
              </p14:cNvPr>
              <p14:cNvContentPartPr/>
              <p14:nvPr/>
            </p14:nvContentPartPr>
            <p14:xfrm>
              <a:off x="-1243530" y="3062835"/>
              <a:ext cx="360" cy="360"/>
            </p14:xfrm>
          </p:contentPart>
        </mc:Choice>
        <mc:Fallback xmlns="">
          <p:pic>
            <p:nvPicPr>
              <p:cNvPr id="18" name="Ink 17">
                <a:extLst>
                  <a:ext uri="{FF2B5EF4-FFF2-40B4-BE49-F238E27FC236}">
                    <a16:creationId xmlns:a16="http://schemas.microsoft.com/office/drawing/2014/main" id="{60846853-5E57-C44C-CB42-DD3C03381DA1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-1252530" y="3053835"/>
                <a:ext cx="18000" cy="18000"/>
              </a:xfrm>
              <a:prstGeom prst="rect">
                <a:avLst/>
              </a:prstGeom>
            </p:spPr>
          </p:pic>
        </mc:Fallback>
      </mc:AlternateContent>
      <p:sp>
        <p:nvSpPr>
          <p:cNvPr id="6" name="Title 5">
            <a:extLst>
              <a:ext uri="{FF2B5EF4-FFF2-40B4-BE49-F238E27FC236}">
                <a16:creationId xmlns:a16="http://schemas.microsoft.com/office/drawing/2014/main" id="{85BA6AE1-ECC3-9183-269F-BE5A7E47CC8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Graph autoencoder </a:t>
            </a:r>
            <a:br>
              <a:rPr lang="en-US" dirty="0"/>
            </a:br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Part 2</a:t>
            </a:r>
          </a:p>
        </p:txBody>
      </p:sp>
    </p:spTree>
    <p:extLst>
      <p:ext uri="{BB962C8B-B14F-4D97-AF65-F5344CB8AC3E}">
        <p14:creationId xmlns:p14="http://schemas.microsoft.com/office/powerpoint/2010/main" val="24021417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890998-7F37-948B-9834-F5DBEC2F71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16" name="Content Placeholder 15">
                <a:extLst>
                  <a:ext uri="{FF2B5EF4-FFF2-40B4-BE49-F238E27FC236}">
                    <a16:creationId xmlns:a16="http://schemas.microsoft.com/office/drawing/2014/main" id="{BA54AB69-0FA6-440E-7F85-94149C685759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Our GAE computations so far are:</a:t>
                </a:r>
              </a:p>
              <a:p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			node adjacency (edge weights)</a:t>
                </a:r>
              </a:p>
              <a:p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𝜎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𝑉</m:t>
                        </m:r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𝑊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p>
                        </m:sSubSup>
                        <m:r>
                          <a:rPr lang="en-US" i="1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/>
                  <a:t>		node embedding</a:t>
                </a:r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p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𝐴𝑋</m:t>
                    </m:r>
                  </m:oMath>
                </a14:m>
                <a:r>
                  <a:rPr lang="en-US" dirty="0"/>
                  <a:t>			</a:t>
                </a:r>
                <a:r>
                  <a:rPr lang="en-US" b="1" dirty="0">
                    <a:solidFill>
                      <a:srgbClr val="0033CC"/>
                    </a:solidFill>
                  </a:rPr>
                  <a:t>node attention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(Edges are defined by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nor/>
                          </m:rPr>
                          <a:rPr lang="en-US" b="0" i="0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edge</m:t>
                        </m:r>
                        <m:r>
                          <m:rPr>
                            <m:nor/>
                          </m:rPr>
                          <a:rPr lang="en-US" b="0" i="0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_</m:t>
                        </m:r>
                        <m:r>
                          <m:rPr>
                            <m:nor/>
                          </m:rPr>
                          <a:rPr lang="en-US" b="0" i="0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index</m:t>
                        </m:r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nor/>
                          </m:rPr>
                          <a:rPr lang="en-US" dirty="0">
                            <a:solidFill>
                              <a:srgbClr val="0033CC"/>
                            </a:solidFill>
                          </a:rPr>
                          <m:t>edge</m:t>
                        </m:r>
                        <m:r>
                          <m:rPr>
                            <m:nor/>
                          </m:rPr>
                          <a:rPr lang="en-US" b="0" i="0" dirty="0" smtClean="0">
                            <a:solidFill>
                              <a:srgbClr val="0033CC"/>
                            </a:solidFill>
                          </a:rPr>
                          <m:t>_</m:t>
                        </m:r>
                        <m:r>
                          <m:rPr>
                            <m:nor/>
                          </m:rPr>
                          <a:rPr lang="en-US" dirty="0">
                            <a:solidFill>
                              <a:srgbClr val="0033CC"/>
                            </a:solidFill>
                          </a:rPr>
                          <m:t>weights</m:t>
                        </m:r>
                      </m:e>
                    </m:d>
                  </m:oMath>
                </a14:m>
                <a:r>
                  <a:rPr lang="en-US" dirty="0"/>
                  <a:t>)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n-US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p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𝐴𝑋</m:t>
                    </m:r>
                  </m:oMath>
                </a14:m>
                <a:r>
                  <a:rPr lang="en-US" dirty="0">
                    <a:solidFill>
                      <a:srgbClr val="0033CC"/>
                    </a:solidFill>
                  </a:rPr>
                  <a:t> </a:t>
                </a:r>
                <a:r>
                  <a:rPr lang="en-US" dirty="0"/>
                  <a:t>is a simple example of the </a:t>
                </a:r>
              </a:p>
              <a:p>
                <a:pPr marL="0" indent="0">
                  <a:buNone/>
                </a:pPr>
                <a:r>
                  <a:rPr lang="en-US" dirty="0"/>
                  <a:t>concept of  </a:t>
                </a:r>
                <a:r>
                  <a:rPr lang="en-US" dirty="0">
                    <a:solidFill>
                      <a:srgbClr val="0033CC"/>
                    </a:solidFill>
                  </a:rPr>
                  <a:t>attention</a:t>
                </a:r>
                <a:r>
                  <a:rPr lang="en-US" dirty="0"/>
                  <a:t>: each target node </a:t>
                </a:r>
                <a:br>
                  <a:rPr lang="en-US" dirty="0"/>
                </a:br>
                <a:r>
                  <a:rPr lang="en-US" dirty="0"/>
                  <a:t>“pays attention” to specific nodes in the graph.</a:t>
                </a:r>
              </a:p>
              <a:p>
                <a:pPr marL="0" indent="0">
                  <a:buNone/>
                </a:pPr>
                <a:r>
                  <a:rPr lang="en-US" dirty="0"/>
                  <a:t>(in our example, those that are spatially close).</a:t>
                </a:r>
              </a:p>
              <a:p>
                <a:pPr marL="0" indent="0">
                  <a:buNone/>
                </a:pPr>
                <a:r>
                  <a:rPr lang="en-US" dirty="0"/>
                  <a:t>	</a:t>
                </a:r>
              </a:p>
            </p:txBody>
          </p:sp>
        </mc:Choice>
        <mc:Fallback>
          <p:sp>
            <p:nvSpPr>
              <p:cNvPr id="16" name="Content Placeholder 15">
                <a:extLst>
                  <a:ext uri="{FF2B5EF4-FFF2-40B4-BE49-F238E27FC236}">
                    <a16:creationId xmlns:a16="http://schemas.microsoft.com/office/drawing/2014/main" id="{BA54AB69-0FA6-440E-7F85-94149C68575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2"/>
                <a:stretch>
                  <a:fillRect l="-1309" t="-1316" b="-21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itle 6">
            <a:extLst>
              <a:ext uri="{FF2B5EF4-FFF2-40B4-BE49-F238E27FC236}">
                <a16:creationId xmlns:a16="http://schemas.microsoft.com/office/drawing/2014/main" id="{B0815A09-53DF-D919-B565-AA1A266AA2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Graph Autoencoder (1)</a:t>
            </a:r>
            <a:endParaRPr lang="en-US" dirty="0">
              <a:solidFill>
                <a:schemeClr val="accent1">
                  <a:lumMod val="75000"/>
                </a:schemeClr>
              </a:solidFill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5A6036B4-03ED-65D4-A99E-8BB1D40CDAB1}"/>
              </a:ext>
            </a:extLst>
          </p:cNvPr>
          <p:cNvGrpSpPr/>
          <p:nvPr/>
        </p:nvGrpSpPr>
        <p:grpSpPr>
          <a:xfrm>
            <a:off x="5562600" y="3962400"/>
            <a:ext cx="3276600" cy="2381249"/>
            <a:chOff x="2667000" y="3062835"/>
            <a:chExt cx="4572000" cy="3280815"/>
          </a:xfrm>
        </p:grpSpPr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15DA5C87-AE32-F13C-6A93-492B236EA810}"/>
                </a:ext>
              </a:extLst>
            </p:cNvPr>
            <p:cNvGrpSpPr/>
            <p:nvPr/>
          </p:nvGrpSpPr>
          <p:grpSpPr>
            <a:xfrm>
              <a:off x="2667000" y="3062835"/>
              <a:ext cx="4572000" cy="3280815"/>
              <a:chOff x="5005395" y="3351195"/>
              <a:chExt cx="4171320" cy="2962080"/>
            </a:xfrm>
          </p:grpSpPr>
          <p:grpSp>
            <p:nvGrpSpPr>
              <p:cNvPr id="10" name="Group 9">
                <a:extLst>
                  <a:ext uri="{FF2B5EF4-FFF2-40B4-BE49-F238E27FC236}">
                    <a16:creationId xmlns:a16="http://schemas.microsoft.com/office/drawing/2014/main" id="{5BA5E613-DFD9-8637-5C6B-6BCA7F00260E}"/>
                  </a:ext>
                </a:extLst>
              </p:cNvPr>
              <p:cNvGrpSpPr/>
              <p:nvPr/>
            </p:nvGrpSpPr>
            <p:grpSpPr>
              <a:xfrm>
                <a:off x="5091709" y="3395115"/>
                <a:ext cx="3747491" cy="2853285"/>
                <a:chOff x="5091709" y="3395115"/>
                <a:chExt cx="3747491" cy="2853285"/>
              </a:xfrm>
            </p:grpSpPr>
            <p:grpSp>
              <p:nvGrpSpPr>
                <p:cNvPr id="14" name="Group 13">
                  <a:extLst>
                    <a:ext uri="{FF2B5EF4-FFF2-40B4-BE49-F238E27FC236}">
                      <a16:creationId xmlns:a16="http://schemas.microsoft.com/office/drawing/2014/main" id="{18929224-B256-FF40-6A1C-74C352575A96}"/>
                    </a:ext>
                  </a:extLst>
                </p:cNvPr>
                <p:cNvGrpSpPr/>
                <p:nvPr/>
              </p:nvGrpSpPr>
              <p:grpSpPr>
                <a:xfrm>
                  <a:off x="5091709" y="3660875"/>
                  <a:ext cx="3747491" cy="2587525"/>
                  <a:chOff x="5091709" y="3660875"/>
                  <a:chExt cx="3747491" cy="2587525"/>
                </a:xfrm>
              </p:grpSpPr>
              <p:sp>
                <p:nvSpPr>
                  <p:cNvPr id="22" name="Oval 21">
                    <a:extLst>
                      <a:ext uri="{FF2B5EF4-FFF2-40B4-BE49-F238E27FC236}">
                        <a16:creationId xmlns:a16="http://schemas.microsoft.com/office/drawing/2014/main" id="{13551992-291A-B5C5-9422-41240A6DA165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8215312" y="3660875"/>
                    <a:ext cx="623888" cy="649188"/>
                  </a:xfrm>
                  <a:prstGeom prst="ellipse">
                    <a:avLst/>
                  </a:prstGeom>
                  <a:gradFill flip="none" rotWithShape="1">
                    <a:gsLst>
                      <a:gs pos="0">
                        <a:srgbClr val="98CA00">
                          <a:shade val="30000"/>
                          <a:satMod val="115000"/>
                        </a:srgbClr>
                      </a:gs>
                      <a:gs pos="50000">
                        <a:srgbClr val="98CA00">
                          <a:shade val="67500"/>
                          <a:satMod val="115000"/>
                        </a:srgbClr>
                      </a:gs>
                      <a:gs pos="100000">
                        <a:srgbClr val="98CA00">
                          <a:shade val="100000"/>
                          <a:satMod val="115000"/>
                        </a:srgbClr>
                      </a:gs>
                    </a:gsLst>
                    <a:lin ang="10800000" scaled="1"/>
                    <a:tileRect/>
                  </a:gradFill>
                  <a:ln w="12700" cap="flat" cmpd="sng" algn="ctr">
                    <a:noFill/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  <a:spAutoFit/>
                  </a:bodyPr>
                  <a:lstStyle/>
                  <a:p>
                    <a:pPr marL="0" marR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lang="en-US" dirty="0">
                        <a:latin typeface="Times New Roman" pitchFamily="-65" charset="0"/>
                      </a:rPr>
                      <a:t>0</a:t>
                    </a:r>
                    <a:endParaRPr kumimoji="0" lang="en-US" sz="2400" b="0" i="0" u="none" strike="noStrike" cap="none" normalizeH="0" baseline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latin typeface="Times New Roman" pitchFamily="-65" charset="0"/>
                    </a:endParaRPr>
                  </a:p>
                </p:txBody>
              </p:sp>
              <p:sp>
                <p:nvSpPr>
                  <p:cNvPr id="23" name="Oval 22">
                    <a:extLst>
                      <a:ext uri="{FF2B5EF4-FFF2-40B4-BE49-F238E27FC236}">
                        <a16:creationId xmlns:a16="http://schemas.microsoft.com/office/drawing/2014/main" id="{AC140DF7-C800-1C8E-B908-5C07777D50C9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5091709" y="3779193"/>
                    <a:ext cx="604041" cy="649188"/>
                  </a:xfrm>
                  <a:prstGeom prst="ellipse">
                    <a:avLst/>
                  </a:prstGeom>
                  <a:gradFill flip="none" rotWithShape="1">
                    <a:gsLst>
                      <a:gs pos="0">
                        <a:srgbClr val="98CA00">
                          <a:shade val="30000"/>
                          <a:satMod val="115000"/>
                        </a:srgbClr>
                      </a:gs>
                      <a:gs pos="50000">
                        <a:srgbClr val="98CA00">
                          <a:shade val="67500"/>
                          <a:satMod val="115000"/>
                        </a:srgbClr>
                      </a:gs>
                      <a:gs pos="100000">
                        <a:srgbClr val="98CA00">
                          <a:shade val="100000"/>
                          <a:satMod val="115000"/>
                        </a:srgbClr>
                      </a:gs>
                    </a:gsLst>
                    <a:lin ang="10800000" scaled="1"/>
                    <a:tileRect/>
                  </a:gradFill>
                  <a:ln w="12700" cap="flat" cmpd="sng" algn="ctr">
                    <a:noFill/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  <a:spAutoFit/>
                  </a:bodyPr>
                  <a:lstStyle/>
                  <a:p>
                    <a:pPr marL="0" marR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2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-65" charset="0"/>
                      </a:rPr>
                      <a:t>1</a:t>
                    </a:r>
                  </a:p>
                </p:txBody>
              </p:sp>
              <p:sp>
                <p:nvSpPr>
                  <p:cNvPr id="24" name="Oval 23">
                    <a:extLst>
                      <a:ext uri="{FF2B5EF4-FFF2-40B4-BE49-F238E27FC236}">
                        <a16:creationId xmlns:a16="http://schemas.microsoft.com/office/drawing/2014/main" id="{D3A09F6E-4121-7B0F-71A8-B93C97749AEA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6707184" y="5599212"/>
                    <a:ext cx="623888" cy="649188"/>
                  </a:xfrm>
                  <a:prstGeom prst="ellipse">
                    <a:avLst/>
                  </a:prstGeom>
                  <a:gradFill flip="none" rotWithShape="1">
                    <a:gsLst>
                      <a:gs pos="0">
                        <a:srgbClr val="98CA00">
                          <a:shade val="30000"/>
                          <a:satMod val="115000"/>
                        </a:srgbClr>
                      </a:gs>
                      <a:gs pos="50000">
                        <a:srgbClr val="98CA00">
                          <a:shade val="67500"/>
                          <a:satMod val="115000"/>
                        </a:srgbClr>
                      </a:gs>
                      <a:gs pos="100000">
                        <a:srgbClr val="98CA00">
                          <a:shade val="100000"/>
                          <a:satMod val="115000"/>
                        </a:srgbClr>
                      </a:gs>
                    </a:gsLst>
                    <a:lin ang="10800000" scaled="1"/>
                    <a:tileRect/>
                  </a:gradFill>
                  <a:ln w="12700" cap="flat" cmpd="sng" algn="ctr">
                    <a:noFill/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  <a:spAutoFit/>
                  </a:bodyPr>
                  <a:lstStyle/>
                  <a:p>
                    <a:pPr marL="0" marR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lang="en-US" dirty="0">
                        <a:latin typeface="Times New Roman" pitchFamily="-65" charset="0"/>
                      </a:rPr>
                      <a:t>3</a:t>
                    </a:r>
                    <a:endParaRPr kumimoji="0" lang="en-US" sz="2400" b="0" i="0" u="none" strike="noStrike" cap="none" normalizeH="0" baseline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latin typeface="Times New Roman" pitchFamily="-65" charset="0"/>
                    </a:endParaRPr>
                  </a:p>
                </p:txBody>
              </p:sp>
              <p:sp>
                <p:nvSpPr>
                  <p:cNvPr id="25" name="Oval 24">
                    <a:extLst>
                      <a:ext uri="{FF2B5EF4-FFF2-40B4-BE49-F238E27FC236}">
                        <a16:creationId xmlns:a16="http://schemas.microsoft.com/office/drawing/2014/main" id="{9F3B376F-CC62-C0A2-ECD1-C09901EC2D6D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6554388" y="4066431"/>
                    <a:ext cx="623888" cy="649188"/>
                  </a:xfrm>
                  <a:prstGeom prst="ellipse">
                    <a:avLst/>
                  </a:prstGeom>
                  <a:gradFill flip="none" rotWithShape="1">
                    <a:gsLst>
                      <a:gs pos="0">
                        <a:srgbClr val="98CA00">
                          <a:shade val="30000"/>
                          <a:satMod val="115000"/>
                        </a:srgbClr>
                      </a:gs>
                      <a:gs pos="50000">
                        <a:srgbClr val="98CA00">
                          <a:shade val="67500"/>
                          <a:satMod val="115000"/>
                        </a:srgbClr>
                      </a:gs>
                      <a:gs pos="100000">
                        <a:srgbClr val="98CA00">
                          <a:shade val="100000"/>
                          <a:satMod val="115000"/>
                        </a:srgbClr>
                      </a:gs>
                    </a:gsLst>
                    <a:lin ang="10800000" scaled="1"/>
                    <a:tileRect/>
                  </a:gradFill>
                  <a:ln w="12700" cap="flat" cmpd="sng" algn="ctr">
                    <a:noFill/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  <a:spAutoFit/>
                  </a:bodyPr>
                  <a:lstStyle/>
                  <a:p>
                    <a:pPr marL="0" marR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2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-65" charset="0"/>
                      </a:rPr>
                      <a:t>2</a:t>
                    </a:r>
                  </a:p>
                </p:txBody>
              </p:sp>
            </p:grpSp>
            <mc:AlternateContent xmlns:mc="http://schemas.openxmlformats.org/markup-compatibility/2006" xmlns:p14="http://schemas.microsoft.com/office/powerpoint/2010/main">
              <mc:Choice Requires="p14">
                <p:contentPart p14:bwMode="auto" r:id="rId3">
                  <p14:nvContentPartPr>
                    <p14:cNvPr id="15" name="Ink 14">
                      <a:extLst>
                        <a:ext uri="{FF2B5EF4-FFF2-40B4-BE49-F238E27FC236}">
                          <a16:creationId xmlns:a16="http://schemas.microsoft.com/office/drawing/2014/main" id="{4FC67985-21C4-83C0-C42A-011E2B24A4FB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5713470" y="4158675"/>
                    <a:ext cx="898920" cy="155520"/>
                  </p14:xfrm>
                </p:contentPart>
              </mc:Choice>
              <mc:Fallback xmlns="">
                <p:pic>
                  <p:nvPicPr>
                    <p:cNvPr id="15" name="Ink 14">
                      <a:extLst>
                        <a:ext uri="{FF2B5EF4-FFF2-40B4-BE49-F238E27FC236}">
                          <a16:creationId xmlns:a16="http://schemas.microsoft.com/office/drawing/2014/main" id="{4FC67985-21C4-83C0-C42A-011E2B24A4FB}"/>
                        </a:ext>
                      </a:extLst>
                    </p:cNvPr>
                    <p:cNvPicPr/>
                    <p:nvPr/>
                  </p:nvPicPr>
                  <p:blipFill>
                    <a:blip r:embed="rId4"/>
                    <a:stretch>
                      <a:fillRect/>
                    </a:stretch>
                  </p:blipFill>
                  <p:spPr>
                    <a:xfrm>
                      <a:off x="5702016" y="4147470"/>
                      <a:ext cx="921370" cy="177481"/>
                    </a:xfrm>
                    <a:prstGeom prst="rect">
                      <a:avLst/>
                    </a:prstGeom>
                  </p:spPr>
                </p:pic>
              </mc:Fallback>
            </mc:AlternateContent>
            <mc:AlternateContent xmlns:mc="http://schemas.openxmlformats.org/markup-compatibility/2006" xmlns:p14="http://schemas.microsoft.com/office/powerpoint/2010/main">
              <mc:Choice Requires="p14">
                <p:contentPart p14:bwMode="auto" r:id="rId5">
                  <p14:nvContentPartPr>
                    <p14:cNvPr id="17" name="Ink 16">
                      <a:extLst>
                        <a:ext uri="{FF2B5EF4-FFF2-40B4-BE49-F238E27FC236}">
                          <a16:creationId xmlns:a16="http://schemas.microsoft.com/office/drawing/2014/main" id="{8B247DB0-62A5-E4D8-623F-73448293F1F2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7067790" y="4622715"/>
                    <a:ext cx="246600" cy="1087560"/>
                  </p14:xfrm>
                </p:contentPart>
              </mc:Choice>
              <mc:Fallback xmlns="">
                <p:pic>
                  <p:nvPicPr>
                    <p:cNvPr id="17" name="Ink 16">
                      <a:extLst>
                        <a:ext uri="{FF2B5EF4-FFF2-40B4-BE49-F238E27FC236}">
                          <a16:creationId xmlns:a16="http://schemas.microsoft.com/office/drawing/2014/main" id="{8B247DB0-62A5-E4D8-623F-73448293F1F2}"/>
                        </a:ext>
                      </a:extLst>
                    </p:cNvPr>
                    <p:cNvPicPr/>
                    <p:nvPr/>
                  </p:nvPicPr>
                  <p:blipFill>
                    <a:blip r:embed="rId6"/>
                    <a:stretch>
                      <a:fillRect/>
                    </a:stretch>
                  </p:blipFill>
                  <p:spPr>
                    <a:xfrm>
                      <a:off x="7056352" y="4611522"/>
                      <a:ext cx="269018" cy="1109499"/>
                    </a:xfrm>
                    <a:prstGeom prst="rect">
                      <a:avLst/>
                    </a:prstGeom>
                  </p:spPr>
                </p:pic>
              </mc:Fallback>
            </mc:AlternateContent>
            <mc:AlternateContent xmlns:mc="http://schemas.openxmlformats.org/markup-compatibility/2006" xmlns:p14="http://schemas.microsoft.com/office/powerpoint/2010/main">
              <mc:Choice Requires="p14">
                <p:contentPart p14:bwMode="auto" r:id="rId7">
                  <p14:nvContentPartPr>
                    <p14:cNvPr id="18" name="Ink 17">
                      <a:extLst>
                        <a:ext uri="{FF2B5EF4-FFF2-40B4-BE49-F238E27FC236}">
                          <a16:creationId xmlns:a16="http://schemas.microsoft.com/office/drawing/2014/main" id="{118E7978-B7E6-61F4-92C3-87002DCBC670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7136190" y="3925395"/>
                    <a:ext cx="1103760" cy="357480"/>
                  </p14:xfrm>
                </p:contentPart>
              </mc:Choice>
              <mc:Fallback xmlns="">
                <p:pic>
                  <p:nvPicPr>
                    <p:cNvPr id="18" name="Ink 17">
                      <a:extLst>
                        <a:ext uri="{FF2B5EF4-FFF2-40B4-BE49-F238E27FC236}">
                          <a16:creationId xmlns:a16="http://schemas.microsoft.com/office/drawing/2014/main" id="{118E7978-B7E6-61F4-92C3-87002DCBC670}"/>
                        </a:ext>
                      </a:extLst>
                    </p:cNvPr>
                    <p:cNvPicPr/>
                    <p:nvPr/>
                  </p:nvPicPr>
                  <p:blipFill>
                    <a:blip r:embed="rId8"/>
                    <a:stretch>
                      <a:fillRect/>
                    </a:stretch>
                  </p:blipFill>
                  <p:spPr>
                    <a:xfrm>
                      <a:off x="7124731" y="3914196"/>
                      <a:ext cx="1126220" cy="379431"/>
                    </a:xfrm>
                    <a:prstGeom prst="rect">
                      <a:avLst/>
                    </a:prstGeom>
                  </p:spPr>
                </p:pic>
              </mc:Fallback>
            </mc:AlternateContent>
            <mc:AlternateContent xmlns:mc="http://schemas.openxmlformats.org/markup-compatibility/2006" xmlns:p14="http://schemas.microsoft.com/office/powerpoint/2010/main">
              <mc:Choice Requires="p14">
                <p:contentPart p14:bwMode="auto" r:id="rId9">
                  <p14:nvContentPartPr>
                    <p14:cNvPr id="19" name="Ink 18">
                      <a:extLst>
                        <a:ext uri="{FF2B5EF4-FFF2-40B4-BE49-F238E27FC236}">
                          <a16:creationId xmlns:a16="http://schemas.microsoft.com/office/drawing/2014/main" id="{0D924F13-9058-2C1D-A83F-84388598359B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7335630" y="4253355"/>
                    <a:ext cx="1127160" cy="1754280"/>
                  </p14:xfrm>
                </p:contentPart>
              </mc:Choice>
              <mc:Fallback xmlns="">
                <p:pic>
                  <p:nvPicPr>
                    <p:cNvPr id="19" name="Ink 18">
                      <a:extLst>
                        <a:ext uri="{FF2B5EF4-FFF2-40B4-BE49-F238E27FC236}">
                          <a16:creationId xmlns:a16="http://schemas.microsoft.com/office/drawing/2014/main" id="{0D924F13-9058-2C1D-A83F-84388598359B}"/>
                        </a:ext>
                      </a:extLst>
                    </p:cNvPr>
                    <p:cNvPicPr/>
                    <p:nvPr/>
                  </p:nvPicPr>
                  <p:blipFill>
                    <a:blip r:embed="rId10"/>
                    <a:stretch>
                      <a:fillRect/>
                    </a:stretch>
                  </p:blipFill>
                  <p:spPr>
                    <a:xfrm>
                      <a:off x="7324175" y="4242161"/>
                      <a:ext cx="1149612" cy="1776220"/>
                    </a:xfrm>
                    <a:prstGeom prst="rect">
                      <a:avLst/>
                    </a:prstGeom>
                  </p:spPr>
                </p:pic>
              </mc:Fallback>
            </mc:AlternateContent>
            <mc:AlternateContent xmlns:mc="http://schemas.openxmlformats.org/markup-compatibility/2006" xmlns:p14="http://schemas.microsoft.com/office/powerpoint/2010/main">
              <mc:Choice Requires="p14">
                <p:contentPart p14:bwMode="auto" r:id="rId11">
                  <p14:nvContentPartPr>
                    <p14:cNvPr id="20" name="Ink 19">
                      <a:extLst>
                        <a:ext uri="{FF2B5EF4-FFF2-40B4-BE49-F238E27FC236}">
                          <a16:creationId xmlns:a16="http://schemas.microsoft.com/office/drawing/2014/main" id="{E9ECF75B-1812-75A0-8993-1B7B2E31BE83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5537790" y="4405635"/>
                    <a:ext cx="1282320" cy="1324800"/>
                  </p14:xfrm>
                </p:contentPart>
              </mc:Choice>
              <mc:Fallback xmlns="">
                <p:pic>
                  <p:nvPicPr>
                    <p:cNvPr id="20" name="Ink 19">
                      <a:extLst>
                        <a:ext uri="{FF2B5EF4-FFF2-40B4-BE49-F238E27FC236}">
                          <a16:creationId xmlns:a16="http://schemas.microsoft.com/office/drawing/2014/main" id="{E9ECF75B-1812-75A0-8993-1B7B2E31BE83}"/>
                        </a:ext>
                      </a:extLst>
                    </p:cNvPr>
                    <p:cNvPicPr/>
                    <p:nvPr/>
                  </p:nvPicPr>
                  <p:blipFill>
                    <a:blip r:embed="rId12"/>
                    <a:stretch>
                      <a:fillRect/>
                    </a:stretch>
                  </p:blipFill>
                  <p:spPr>
                    <a:xfrm>
                      <a:off x="5526333" y="4394442"/>
                      <a:ext cx="1304777" cy="1346738"/>
                    </a:xfrm>
                    <a:prstGeom prst="rect">
                      <a:avLst/>
                    </a:prstGeom>
                  </p:spPr>
                </p:pic>
              </mc:Fallback>
            </mc:AlternateContent>
            <mc:AlternateContent xmlns:mc="http://schemas.openxmlformats.org/markup-compatibility/2006" xmlns:p14="http://schemas.microsoft.com/office/powerpoint/2010/main">
              <mc:Choice Requires="p14">
                <p:contentPart p14:bwMode="auto" r:id="rId13">
                  <p14:nvContentPartPr>
                    <p14:cNvPr id="21" name="Ink 20">
                      <a:extLst>
                        <a:ext uri="{FF2B5EF4-FFF2-40B4-BE49-F238E27FC236}">
                          <a16:creationId xmlns:a16="http://schemas.microsoft.com/office/drawing/2014/main" id="{580AEDF1-992F-1EE1-D177-F47062BA97A5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5635710" y="3395115"/>
                    <a:ext cx="2880360" cy="582480"/>
                  </p14:xfrm>
                </p:contentPart>
              </mc:Choice>
              <mc:Fallback xmlns="">
                <p:pic>
                  <p:nvPicPr>
                    <p:cNvPr id="21" name="Ink 20">
                      <a:extLst>
                        <a:ext uri="{FF2B5EF4-FFF2-40B4-BE49-F238E27FC236}">
                          <a16:creationId xmlns:a16="http://schemas.microsoft.com/office/drawing/2014/main" id="{580AEDF1-992F-1EE1-D177-F47062BA97A5}"/>
                        </a:ext>
                      </a:extLst>
                    </p:cNvPr>
                    <p:cNvPicPr/>
                    <p:nvPr/>
                  </p:nvPicPr>
                  <p:blipFill>
                    <a:blip r:embed="rId14"/>
                    <a:stretch>
                      <a:fillRect/>
                    </a:stretch>
                  </p:blipFill>
                  <p:spPr>
                    <a:xfrm>
                      <a:off x="5624253" y="3383913"/>
                      <a:ext cx="2902816" cy="604435"/>
                    </a:xfrm>
                    <a:prstGeom prst="rect">
                      <a:avLst/>
                    </a:prstGeom>
                  </p:spPr>
                </p:pic>
              </mc:Fallback>
            </mc:AlternateContent>
          </p:grpSp>
          <mc:AlternateContent xmlns:mc="http://schemas.openxmlformats.org/markup-compatibility/2006" xmlns:p14="http://schemas.microsoft.com/office/powerpoint/2010/main">
            <mc:Choice Requires="p14">
              <p:contentPart p14:bwMode="auto" r:id="rId15">
                <p14:nvContentPartPr>
                  <p14:cNvPr id="11" name="Ink 10">
                    <a:extLst>
                      <a:ext uri="{FF2B5EF4-FFF2-40B4-BE49-F238E27FC236}">
                        <a16:creationId xmlns:a16="http://schemas.microsoft.com/office/drawing/2014/main" id="{0D975443-25E0-5CB5-2A58-11B380779E5A}"/>
                      </a:ext>
                    </a:extLst>
                  </p14:cNvPr>
                  <p14:cNvContentPartPr/>
                  <p14:nvPr/>
                </p14:nvContentPartPr>
                <p14:xfrm>
                  <a:off x="5005395" y="3351195"/>
                  <a:ext cx="614880" cy="547200"/>
                </p14:xfrm>
              </p:contentPart>
            </mc:Choice>
            <mc:Fallback xmlns="">
              <p:pic>
                <p:nvPicPr>
                  <p:cNvPr id="11" name="Ink 10">
                    <a:extLst>
                      <a:ext uri="{FF2B5EF4-FFF2-40B4-BE49-F238E27FC236}">
                        <a16:creationId xmlns:a16="http://schemas.microsoft.com/office/drawing/2014/main" id="{0D975443-25E0-5CB5-2A58-11B380779E5A}"/>
                      </a:ext>
                    </a:extLst>
                  </p:cNvPr>
                  <p:cNvPicPr/>
                  <p:nvPr/>
                </p:nvPicPr>
                <p:blipFill>
                  <a:blip r:embed="rId16"/>
                  <a:stretch>
                    <a:fillRect/>
                  </a:stretch>
                </p:blipFill>
                <p:spPr>
                  <a:xfrm>
                    <a:off x="4993940" y="3340009"/>
                    <a:ext cx="637331" cy="569124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17">
                <p14:nvContentPartPr>
                  <p14:cNvPr id="12" name="Ink 11">
                    <a:extLst>
                      <a:ext uri="{FF2B5EF4-FFF2-40B4-BE49-F238E27FC236}">
                        <a16:creationId xmlns:a16="http://schemas.microsoft.com/office/drawing/2014/main" id="{584ED951-E70E-351D-E404-B8650574A407}"/>
                      </a:ext>
                    </a:extLst>
                  </p14:cNvPr>
                  <p14:cNvContentPartPr/>
                  <p14:nvPr/>
                </p14:nvContentPartPr>
                <p14:xfrm>
                  <a:off x="6319755" y="5899275"/>
                  <a:ext cx="632160" cy="414000"/>
                </p14:xfrm>
              </p:contentPart>
            </mc:Choice>
            <mc:Fallback xmlns="">
              <p:pic>
                <p:nvPicPr>
                  <p:cNvPr id="12" name="Ink 11">
                    <a:extLst>
                      <a:ext uri="{FF2B5EF4-FFF2-40B4-BE49-F238E27FC236}">
                        <a16:creationId xmlns:a16="http://schemas.microsoft.com/office/drawing/2014/main" id="{584ED951-E70E-351D-E404-B8650574A407}"/>
                      </a:ext>
                    </a:extLst>
                  </p:cNvPr>
                  <p:cNvPicPr/>
                  <p:nvPr/>
                </p:nvPicPr>
                <p:blipFill>
                  <a:blip r:embed="rId18"/>
                  <a:stretch>
                    <a:fillRect/>
                  </a:stretch>
                </p:blipFill>
                <p:spPr>
                  <a:xfrm>
                    <a:off x="6308295" y="5888086"/>
                    <a:ext cx="654623" cy="435931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19">
                <p14:nvContentPartPr>
                  <p14:cNvPr id="13" name="Ink 12">
                    <a:extLst>
                      <a:ext uri="{FF2B5EF4-FFF2-40B4-BE49-F238E27FC236}">
                        <a16:creationId xmlns:a16="http://schemas.microsoft.com/office/drawing/2014/main" id="{7C57DFC2-7ECD-201D-A375-DBBE65C661E0}"/>
                      </a:ext>
                    </a:extLst>
                  </p14:cNvPr>
                  <p14:cNvContentPartPr/>
                  <p14:nvPr/>
                </p14:nvContentPartPr>
                <p14:xfrm>
                  <a:off x="8628075" y="3539835"/>
                  <a:ext cx="548640" cy="742320"/>
                </p14:xfrm>
              </p:contentPart>
            </mc:Choice>
            <mc:Fallback xmlns="">
              <p:pic>
                <p:nvPicPr>
                  <p:cNvPr id="13" name="Ink 12">
                    <a:extLst>
                      <a:ext uri="{FF2B5EF4-FFF2-40B4-BE49-F238E27FC236}">
                        <a16:creationId xmlns:a16="http://schemas.microsoft.com/office/drawing/2014/main" id="{7C57DFC2-7ECD-201D-A375-DBBE65C661E0}"/>
                      </a:ext>
                    </a:extLst>
                  </p:cNvPr>
                  <p:cNvPicPr/>
                  <p:nvPr/>
                </p:nvPicPr>
                <p:blipFill>
                  <a:blip r:embed="rId20"/>
                  <a:stretch>
                    <a:fillRect/>
                  </a:stretch>
                </p:blipFill>
                <p:spPr>
                  <a:xfrm>
                    <a:off x="8616616" y="3528642"/>
                    <a:ext cx="571099" cy="764258"/>
                  </a:xfrm>
                  <a:prstGeom prst="rect">
                    <a:avLst/>
                  </a:prstGeom>
                </p:spPr>
              </p:pic>
            </mc:Fallback>
          </mc:AlternateContent>
        </p:grpSp>
        <mc:AlternateContent xmlns:mc="http://schemas.openxmlformats.org/markup-compatibility/2006" xmlns:p14="http://schemas.microsoft.com/office/powerpoint/2010/main">
          <mc:Choice Requires="p14">
            <p:contentPart p14:bwMode="auto" r:id="rId21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F8A75A1D-2801-D6BC-9F81-FD4A6F957509}"/>
                    </a:ext>
                  </a:extLst>
                </p14:cNvPr>
                <p14:cNvContentPartPr/>
                <p14:nvPr/>
              </p14:nvContentPartPr>
              <p14:xfrm>
                <a:off x="4437817" y="3609006"/>
                <a:ext cx="528840" cy="37764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F8A75A1D-2801-D6BC-9F81-FD4A6F957509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4425261" y="3596616"/>
                  <a:ext cx="553449" cy="401924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21316504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076598-6412-2DBF-9971-0D58A40DBC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16" name="Content Placeholder 15">
                <a:extLst>
                  <a:ext uri="{FF2B5EF4-FFF2-40B4-BE49-F238E27FC236}">
                    <a16:creationId xmlns:a16="http://schemas.microsoft.com/office/drawing/2014/main" id="{668604CC-2807-0928-87F2-B30C46632FBC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In addition to the computations,</a:t>
                </a:r>
                <a:endParaRPr lang="en-US" i="1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			node adjacency (edge weights)</a:t>
                </a:r>
              </a:p>
              <a:p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𝜎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𝑉</m:t>
                        </m:r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𝑊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p>
                        </m:sSubSup>
                        <m:r>
                          <a:rPr lang="en-US" i="1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/>
                  <a:t>		node embedding</a:t>
                </a:r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p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𝐴𝑋</m:t>
                    </m:r>
                  </m:oMath>
                </a14:m>
                <a:r>
                  <a:rPr lang="en-US" dirty="0"/>
                  <a:t>			node attention</a:t>
                </a:r>
                <a:br>
                  <a:rPr lang="en-US" dirty="0"/>
                </a:b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we’ll perform another linear transformation: </a:t>
                </a: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𝑍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′</m:t>
                    </m:r>
                    <m:sSubSup>
                      <m:sSubSup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bSup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The matrices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dirty="0">
                    <a:solidFill>
                      <a:srgbClr val="0033CC"/>
                    </a:solidFill>
                  </a:rPr>
                  <a:t> </a:t>
                </a:r>
                <a:r>
                  <a:rPr lang="en-US" dirty="0"/>
                  <a:t>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dirty="0">
                    <a:solidFill>
                      <a:srgbClr val="0033CC"/>
                    </a:solidFill>
                  </a:rPr>
                  <a:t> </a:t>
                </a:r>
                <a:r>
                  <a:rPr lang="en-US" dirty="0"/>
                  <a:t>are</a:t>
                </a:r>
                <a:br>
                  <a:rPr lang="en-US" dirty="0"/>
                </a:br>
                <a:r>
                  <a:rPr lang="en-US" dirty="0"/>
                  <a:t>the parameters of our graph </a:t>
                </a:r>
              </a:p>
              <a:p>
                <a:pPr marL="0" indent="0">
                  <a:buNone/>
                </a:pPr>
                <a:r>
                  <a:rPr lang="en-US" dirty="0"/>
                  <a:t>convolution operation, </a:t>
                </a:r>
                <a:r>
                  <a:rPr lang="en-US" dirty="0" err="1">
                    <a:solidFill>
                      <a:srgbClr val="0033CC"/>
                    </a:solidFill>
                  </a:rPr>
                  <a:t>GNNConv</a:t>
                </a:r>
                <a:r>
                  <a:rPr lang="en-US" dirty="0"/>
                  <a:t>.</a:t>
                </a:r>
              </a:p>
              <a:p>
                <a:pPr marL="0" indent="0">
                  <a:buNone/>
                </a:pPr>
                <a:r>
                  <a:rPr lang="en-US" dirty="0"/>
                  <a:t>The full model is shown on the next slide.</a:t>
                </a:r>
              </a:p>
            </p:txBody>
          </p:sp>
        </mc:Choice>
        <mc:Fallback>
          <p:sp>
            <p:nvSpPr>
              <p:cNvPr id="16" name="Content Placeholder 15">
                <a:extLst>
                  <a:ext uri="{FF2B5EF4-FFF2-40B4-BE49-F238E27FC236}">
                    <a16:creationId xmlns:a16="http://schemas.microsoft.com/office/drawing/2014/main" id="{668604CC-2807-0928-87F2-B30C46632FB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2"/>
                <a:stretch>
                  <a:fillRect l="-1309" t="-1316" b="-7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itle 6">
            <a:extLst>
              <a:ext uri="{FF2B5EF4-FFF2-40B4-BE49-F238E27FC236}">
                <a16:creationId xmlns:a16="http://schemas.microsoft.com/office/drawing/2014/main" id="{AACA1A74-ED7E-B2C4-0517-671F5D3AB9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Graph Autoencoder (2)</a:t>
            </a:r>
            <a:endParaRPr lang="en-US" dirty="0">
              <a:solidFill>
                <a:schemeClr val="accent1">
                  <a:lumMod val="75000"/>
                </a:schemeClr>
              </a:solidFill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C2DDA92B-FD5B-2FC9-191C-D4058B054404}"/>
              </a:ext>
            </a:extLst>
          </p:cNvPr>
          <p:cNvGrpSpPr/>
          <p:nvPr/>
        </p:nvGrpSpPr>
        <p:grpSpPr>
          <a:xfrm>
            <a:off x="5638800" y="3962400"/>
            <a:ext cx="3276600" cy="2381249"/>
            <a:chOff x="2667000" y="3062835"/>
            <a:chExt cx="4572000" cy="3280815"/>
          </a:xfrm>
        </p:grpSpPr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FE471D3F-D408-B400-84CC-A25E90DD7671}"/>
                </a:ext>
              </a:extLst>
            </p:cNvPr>
            <p:cNvGrpSpPr/>
            <p:nvPr/>
          </p:nvGrpSpPr>
          <p:grpSpPr>
            <a:xfrm>
              <a:off x="2667000" y="3062835"/>
              <a:ext cx="4572000" cy="3280815"/>
              <a:chOff x="5005395" y="3351195"/>
              <a:chExt cx="4171320" cy="2962080"/>
            </a:xfrm>
          </p:grpSpPr>
          <p:grpSp>
            <p:nvGrpSpPr>
              <p:cNvPr id="10" name="Group 9">
                <a:extLst>
                  <a:ext uri="{FF2B5EF4-FFF2-40B4-BE49-F238E27FC236}">
                    <a16:creationId xmlns:a16="http://schemas.microsoft.com/office/drawing/2014/main" id="{5FCC0C9B-E5B4-FC5D-2CFB-7D89B7955470}"/>
                  </a:ext>
                </a:extLst>
              </p:cNvPr>
              <p:cNvGrpSpPr/>
              <p:nvPr/>
            </p:nvGrpSpPr>
            <p:grpSpPr>
              <a:xfrm>
                <a:off x="5091709" y="3395115"/>
                <a:ext cx="3747491" cy="2853285"/>
                <a:chOff x="5091709" y="3395115"/>
                <a:chExt cx="3747491" cy="2853285"/>
              </a:xfrm>
            </p:grpSpPr>
            <p:grpSp>
              <p:nvGrpSpPr>
                <p:cNvPr id="14" name="Group 13">
                  <a:extLst>
                    <a:ext uri="{FF2B5EF4-FFF2-40B4-BE49-F238E27FC236}">
                      <a16:creationId xmlns:a16="http://schemas.microsoft.com/office/drawing/2014/main" id="{340D26D5-2F30-790A-F088-250B73968A47}"/>
                    </a:ext>
                  </a:extLst>
                </p:cNvPr>
                <p:cNvGrpSpPr/>
                <p:nvPr/>
              </p:nvGrpSpPr>
              <p:grpSpPr>
                <a:xfrm>
                  <a:off x="5091709" y="3660875"/>
                  <a:ext cx="3747491" cy="2587525"/>
                  <a:chOff x="5091709" y="3660875"/>
                  <a:chExt cx="3747491" cy="2587525"/>
                </a:xfrm>
              </p:grpSpPr>
              <p:sp>
                <p:nvSpPr>
                  <p:cNvPr id="22" name="Oval 21">
                    <a:extLst>
                      <a:ext uri="{FF2B5EF4-FFF2-40B4-BE49-F238E27FC236}">
                        <a16:creationId xmlns:a16="http://schemas.microsoft.com/office/drawing/2014/main" id="{D79AFD6A-075F-C69B-A4C2-6BBCC8FF01A1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8215312" y="3660875"/>
                    <a:ext cx="623888" cy="649188"/>
                  </a:xfrm>
                  <a:prstGeom prst="ellipse">
                    <a:avLst/>
                  </a:prstGeom>
                  <a:gradFill flip="none" rotWithShape="1">
                    <a:gsLst>
                      <a:gs pos="0">
                        <a:srgbClr val="98CA00">
                          <a:shade val="30000"/>
                          <a:satMod val="115000"/>
                        </a:srgbClr>
                      </a:gs>
                      <a:gs pos="50000">
                        <a:srgbClr val="98CA00">
                          <a:shade val="67500"/>
                          <a:satMod val="115000"/>
                        </a:srgbClr>
                      </a:gs>
                      <a:gs pos="100000">
                        <a:srgbClr val="98CA00">
                          <a:shade val="100000"/>
                          <a:satMod val="115000"/>
                        </a:srgbClr>
                      </a:gs>
                    </a:gsLst>
                    <a:lin ang="10800000" scaled="1"/>
                    <a:tileRect/>
                  </a:gradFill>
                  <a:ln w="12700" cap="flat" cmpd="sng" algn="ctr">
                    <a:noFill/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  <a:spAutoFit/>
                  </a:bodyPr>
                  <a:lstStyle/>
                  <a:p>
                    <a:pPr marL="0" marR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lang="en-US" dirty="0">
                        <a:latin typeface="Times New Roman" pitchFamily="-65" charset="0"/>
                      </a:rPr>
                      <a:t>0</a:t>
                    </a:r>
                    <a:endParaRPr kumimoji="0" lang="en-US" sz="2400" b="0" i="0" u="none" strike="noStrike" cap="none" normalizeH="0" baseline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latin typeface="Times New Roman" pitchFamily="-65" charset="0"/>
                    </a:endParaRPr>
                  </a:p>
                </p:txBody>
              </p:sp>
              <p:sp>
                <p:nvSpPr>
                  <p:cNvPr id="23" name="Oval 22">
                    <a:extLst>
                      <a:ext uri="{FF2B5EF4-FFF2-40B4-BE49-F238E27FC236}">
                        <a16:creationId xmlns:a16="http://schemas.microsoft.com/office/drawing/2014/main" id="{5C2DA136-33DE-D7C3-9B81-AF79BDF26AF7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5091709" y="3779193"/>
                    <a:ext cx="604041" cy="649188"/>
                  </a:xfrm>
                  <a:prstGeom prst="ellipse">
                    <a:avLst/>
                  </a:prstGeom>
                  <a:gradFill flip="none" rotWithShape="1">
                    <a:gsLst>
                      <a:gs pos="0">
                        <a:srgbClr val="98CA00">
                          <a:shade val="30000"/>
                          <a:satMod val="115000"/>
                        </a:srgbClr>
                      </a:gs>
                      <a:gs pos="50000">
                        <a:srgbClr val="98CA00">
                          <a:shade val="67500"/>
                          <a:satMod val="115000"/>
                        </a:srgbClr>
                      </a:gs>
                      <a:gs pos="100000">
                        <a:srgbClr val="98CA00">
                          <a:shade val="100000"/>
                          <a:satMod val="115000"/>
                        </a:srgbClr>
                      </a:gs>
                    </a:gsLst>
                    <a:lin ang="10800000" scaled="1"/>
                    <a:tileRect/>
                  </a:gradFill>
                  <a:ln w="12700" cap="flat" cmpd="sng" algn="ctr">
                    <a:noFill/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  <a:spAutoFit/>
                  </a:bodyPr>
                  <a:lstStyle/>
                  <a:p>
                    <a:pPr marL="0" marR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2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-65" charset="0"/>
                      </a:rPr>
                      <a:t>1</a:t>
                    </a:r>
                  </a:p>
                </p:txBody>
              </p:sp>
              <p:sp>
                <p:nvSpPr>
                  <p:cNvPr id="24" name="Oval 23">
                    <a:extLst>
                      <a:ext uri="{FF2B5EF4-FFF2-40B4-BE49-F238E27FC236}">
                        <a16:creationId xmlns:a16="http://schemas.microsoft.com/office/drawing/2014/main" id="{599ED5D2-4C18-DD05-8889-7C9C1BDD491B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6707184" y="5599212"/>
                    <a:ext cx="623888" cy="649188"/>
                  </a:xfrm>
                  <a:prstGeom prst="ellipse">
                    <a:avLst/>
                  </a:prstGeom>
                  <a:gradFill flip="none" rotWithShape="1">
                    <a:gsLst>
                      <a:gs pos="0">
                        <a:srgbClr val="98CA00">
                          <a:shade val="30000"/>
                          <a:satMod val="115000"/>
                        </a:srgbClr>
                      </a:gs>
                      <a:gs pos="50000">
                        <a:srgbClr val="98CA00">
                          <a:shade val="67500"/>
                          <a:satMod val="115000"/>
                        </a:srgbClr>
                      </a:gs>
                      <a:gs pos="100000">
                        <a:srgbClr val="98CA00">
                          <a:shade val="100000"/>
                          <a:satMod val="115000"/>
                        </a:srgbClr>
                      </a:gs>
                    </a:gsLst>
                    <a:lin ang="10800000" scaled="1"/>
                    <a:tileRect/>
                  </a:gradFill>
                  <a:ln w="12700" cap="flat" cmpd="sng" algn="ctr">
                    <a:noFill/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  <a:spAutoFit/>
                  </a:bodyPr>
                  <a:lstStyle/>
                  <a:p>
                    <a:pPr marL="0" marR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lang="en-US" dirty="0">
                        <a:latin typeface="Times New Roman" pitchFamily="-65" charset="0"/>
                      </a:rPr>
                      <a:t>3</a:t>
                    </a:r>
                    <a:endParaRPr kumimoji="0" lang="en-US" sz="2400" b="0" i="0" u="none" strike="noStrike" cap="none" normalizeH="0" baseline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latin typeface="Times New Roman" pitchFamily="-65" charset="0"/>
                    </a:endParaRPr>
                  </a:p>
                </p:txBody>
              </p:sp>
              <p:sp>
                <p:nvSpPr>
                  <p:cNvPr id="25" name="Oval 24">
                    <a:extLst>
                      <a:ext uri="{FF2B5EF4-FFF2-40B4-BE49-F238E27FC236}">
                        <a16:creationId xmlns:a16="http://schemas.microsoft.com/office/drawing/2014/main" id="{5F74A92D-B02F-1474-0131-C3D02C9E2272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6554388" y="4066431"/>
                    <a:ext cx="623888" cy="649188"/>
                  </a:xfrm>
                  <a:prstGeom prst="ellipse">
                    <a:avLst/>
                  </a:prstGeom>
                  <a:gradFill flip="none" rotWithShape="1">
                    <a:gsLst>
                      <a:gs pos="0">
                        <a:srgbClr val="98CA00">
                          <a:shade val="30000"/>
                          <a:satMod val="115000"/>
                        </a:srgbClr>
                      </a:gs>
                      <a:gs pos="50000">
                        <a:srgbClr val="98CA00">
                          <a:shade val="67500"/>
                          <a:satMod val="115000"/>
                        </a:srgbClr>
                      </a:gs>
                      <a:gs pos="100000">
                        <a:srgbClr val="98CA00">
                          <a:shade val="100000"/>
                          <a:satMod val="115000"/>
                        </a:srgbClr>
                      </a:gs>
                    </a:gsLst>
                    <a:lin ang="10800000" scaled="1"/>
                    <a:tileRect/>
                  </a:gradFill>
                  <a:ln w="12700" cap="flat" cmpd="sng" algn="ctr">
                    <a:noFill/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  <a:spAutoFit/>
                  </a:bodyPr>
                  <a:lstStyle/>
                  <a:p>
                    <a:pPr marL="0" marR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2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-65" charset="0"/>
                      </a:rPr>
                      <a:t>2</a:t>
                    </a:r>
                  </a:p>
                </p:txBody>
              </p:sp>
            </p:grpSp>
            <mc:AlternateContent xmlns:mc="http://schemas.openxmlformats.org/markup-compatibility/2006" xmlns:p14="http://schemas.microsoft.com/office/powerpoint/2010/main">
              <mc:Choice Requires="p14">
                <p:contentPart p14:bwMode="auto" r:id="rId3">
                  <p14:nvContentPartPr>
                    <p14:cNvPr id="15" name="Ink 14">
                      <a:extLst>
                        <a:ext uri="{FF2B5EF4-FFF2-40B4-BE49-F238E27FC236}">
                          <a16:creationId xmlns:a16="http://schemas.microsoft.com/office/drawing/2014/main" id="{CC0B8BBE-D3A5-2214-FA5B-6C9A6A3F8BFF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5713470" y="4158675"/>
                    <a:ext cx="898920" cy="155520"/>
                  </p14:xfrm>
                </p:contentPart>
              </mc:Choice>
              <mc:Fallback xmlns="">
                <p:pic>
                  <p:nvPicPr>
                    <p:cNvPr id="15" name="Ink 14">
                      <a:extLst>
                        <a:ext uri="{FF2B5EF4-FFF2-40B4-BE49-F238E27FC236}">
                          <a16:creationId xmlns:a16="http://schemas.microsoft.com/office/drawing/2014/main" id="{CC0B8BBE-D3A5-2214-FA5B-6C9A6A3F8BFF}"/>
                        </a:ext>
                      </a:extLst>
                    </p:cNvPr>
                    <p:cNvPicPr/>
                    <p:nvPr/>
                  </p:nvPicPr>
                  <p:blipFill>
                    <a:blip r:embed="rId4"/>
                    <a:stretch>
                      <a:fillRect/>
                    </a:stretch>
                  </p:blipFill>
                  <p:spPr>
                    <a:xfrm>
                      <a:off x="5702016" y="4147470"/>
                      <a:ext cx="921370" cy="177481"/>
                    </a:xfrm>
                    <a:prstGeom prst="rect">
                      <a:avLst/>
                    </a:prstGeom>
                  </p:spPr>
                </p:pic>
              </mc:Fallback>
            </mc:AlternateContent>
            <mc:AlternateContent xmlns:mc="http://schemas.openxmlformats.org/markup-compatibility/2006" xmlns:p14="http://schemas.microsoft.com/office/powerpoint/2010/main">
              <mc:Choice Requires="p14">
                <p:contentPart p14:bwMode="auto" r:id="rId5">
                  <p14:nvContentPartPr>
                    <p14:cNvPr id="17" name="Ink 16">
                      <a:extLst>
                        <a:ext uri="{FF2B5EF4-FFF2-40B4-BE49-F238E27FC236}">
                          <a16:creationId xmlns:a16="http://schemas.microsoft.com/office/drawing/2014/main" id="{63A925DB-7298-5F9F-A724-D7C64AD15D15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7067790" y="4622715"/>
                    <a:ext cx="246600" cy="1087560"/>
                  </p14:xfrm>
                </p:contentPart>
              </mc:Choice>
              <mc:Fallback xmlns="">
                <p:pic>
                  <p:nvPicPr>
                    <p:cNvPr id="17" name="Ink 16">
                      <a:extLst>
                        <a:ext uri="{FF2B5EF4-FFF2-40B4-BE49-F238E27FC236}">
                          <a16:creationId xmlns:a16="http://schemas.microsoft.com/office/drawing/2014/main" id="{63A925DB-7298-5F9F-A724-D7C64AD15D15}"/>
                        </a:ext>
                      </a:extLst>
                    </p:cNvPr>
                    <p:cNvPicPr/>
                    <p:nvPr/>
                  </p:nvPicPr>
                  <p:blipFill>
                    <a:blip r:embed="rId6"/>
                    <a:stretch>
                      <a:fillRect/>
                    </a:stretch>
                  </p:blipFill>
                  <p:spPr>
                    <a:xfrm>
                      <a:off x="7056352" y="4611522"/>
                      <a:ext cx="269018" cy="1109499"/>
                    </a:xfrm>
                    <a:prstGeom prst="rect">
                      <a:avLst/>
                    </a:prstGeom>
                  </p:spPr>
                </p:pic>
              </mc:Fallback>
            </mc:AlternateContent>
            <mc:AlternateContent xmlns:mc="http://schemas.openxmlformats.org/markup-compatibility/2006" xmlns:p14="http://schemas.microsoft.com/office/powerpoint/2010/main">
              <mc:Choice Requires="p14">
                <p:contentPart p14:bwMode="auto" r:id="rId7">
                  <p14:nvContentPartPr>
                    <p14:cNvPr id="18" name="Ink 17">
                      <a:extLst>
                        <a:ext uri="{FF2B5EF4-FFF2-40B4-BE49-F238E27FC236}">
                          <a16:creationId xmlns:a16="http://schemas.microsoft.com/office/drawing/2014/main" id="{B803E206-0F7E-7EEB-5E34-215FF430D77A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7136190" y="3925395"/>
                    <a:ext cx="1103760" cy="357480"/>
                  </p14:xfrm>
                </p:contentPart>
              </mc:Choice>
              <mc:Fallback xmlns="">
                <p:pic>
                  <p:nvPicPr>
                    <p:cNvPr id="18" name="Ink 17">
                      <a:extLst>
                        <a:ext uri="{FF2B5EF4-FFF2-40B4-BE49-F238E27FC236}">
                          <a16:creationId xmlns:a16="http://schemas.microsoft.com/office/drawing/2014/main" id="{B803E206-0F7E-7EEB-5E34-215FF430D77A}"/>
                        </a:ext>
                      </a:extLst>
                    </p:cNvPr>
                    <p:cNvPicPr/>
                    <p:nvPr/>
                  </p:nvPicPr>
                  <p:blipFill>
                    <a:blip r:embed="rId8"/>
                    <a:stretch>
                      <a:fillRect/>
                    </a:stretch>
                  </p:blipFill>
                  <p:spPr>
                    <a:xfrm>
                      <a:off x="7124731" y="3914196"/>
                      <a:ext cx="1126220" cy="379431"/>
                    </a:xfrm>
                    <a:prstGeom prst="rect">
                      <a:avLst/>
                    </a:prstGeom>
                  </p:spPr>
                </p:pic>
              </mc:Fallback>
            </mc:AlternateContent>
            <mc:AlternateContent xmlns:mc="http://schemas.openxmlformats.org/markup-compatibility/2006" xmlns:p14="http://schemas.microsoft.com/office/powerpoint/2010/main">
              <mc:Choice Requires="p14">
                <p:contentPart p14:bwMode="auto" r:id="rId9">
                  <p14:nvContentPartPr>
                    <p14:cNvPr id="19" name="Ink 18">
                      <a:extLst>
                        <a:ext uri="{FF2B5EF4-FFF2-40B4-BE49-F238E27FC236}">
                          <a16:creationId xmlns:a16="http://schemas.microsoft.com/office/drawing/2014/main" id="{EE902435-C6B5-B17A-A524-77F22BCC81AB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7335630" y="4253355"/>
                    <a:ext cx="1127160" cy="1754280"/>
                  </p14:xfrm>
                </p:contentPart>
              </mc:Choice>
              <mc:Fallback xmlns="">
                <p:pic>
                  <p:nvPicPr>
                    <p:cNvPr id="19" name="Ink 18">
                      <a:extLst>
                        <a:ext uri="{FF2B5EF4-FFF2-40B4-BE49-F238E27FC236}">
                          <a16:creationId xmlns:a16="http://schemas.microsoft.com/office/drawing/2014/main" id="{EE902435-C6B5-B17A-A524-77F22BCC81AB}"/>
                        </a:ext>
                      </a:extLst>
                    </p:cNvPr>
                    <p:cNvPicPr/>
                    <p:nvPr/>
                  </p:nvPicPr>
                  <p:blipFill>
                    <a:blip r:embed="rId10"/>
                    <a:stretch>
                      <a:fillRect/>
                    </a:stretch>
                  </p:blipFill>
                  <p:spPr>
                    <a:xfrm>
                      <a:off x="7324175" y="4242161"/>
                      <a:ext cx="1149612" cy="1776220"/>
                    </a:xfrm>
                    <a:prstGeom prst="rect">
                      <a:avLst/>
                    </a:prstGeom>
                  </p:spPr>
                </p:pic>
              </mc:Fallback>
            </mc:AlternateContent>
            <mc:AlternateContent xmlns:mc="http://schemas.openxmlformats.org/markup-compatibility/2006" xmlns:p14="http://schemas.microsoft.com/office/powerpoint/2010/main">
              <mc:Choice Requires="p14">
                <p:contentPart p14:bwMode="auto" r:id="rId11">
                  <p14:nvContentPartPr>
                    <p14:cNvPr id="20" name="Ink 19">
                      <a:extLst>
                        <a:ext uri="{FF2B5EF4-FFF2-40B4-BE49-F238E27FC236}">
                          <a16:creationId xmlns:a16="http://schemas.microsoft.com/office/drawing/2014/main" id="{34329674-14AC-A64A-520A-32F62F5B2C98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5537790" y="4405635"/>
                    <a:ext cx="1282320" cy="1324800"/>
                  </p14:xfrm>
                </p:contentPart>
              </mc:Choice>
              <mc:Fallback xmlns="">
                <p:pic>
                  <p:nvPicPr>
                    <p:cNvPr id="20" name="Ink 19">
                      <a:extLst>
                        <a:ext uri="{FF2B5EF4-FFF2-40B4-BE49-F238E27FC236}">
                          <a16:creationId xmlns:a16="http://schemas.microsoft.com/office/drawing/2014/main" id="{34329674-14AC-A64A-520A-32F62F5B2C98}"/>
                        </a:ext>
                      </a:extLst>
                    </p:cNvPr>
                    <p:cNvPicPr/>
                    <p:nvPr/>
                  </p:nvPicPr>
                  <p:blipFill>
                    <a:blip r:embed="rId12"/>
                    <a:stretch>
                      <a:fillRect/>
                    </a:stretch>
                  </p:blipFill>
                  <p:spPr>
                    <a:xfrm>
                      <a:off x="5526333" y="4394442"/>
                      <a:ext cx="1304777" cy="1346738"/>
                    </a:xfrm>
                    <a:prstGeom prst="rect">
                      <a:avLst/>
                    </a:prstGeom>
                  </p:spPr>
                </p:pic>
              </mc:Fallback>
            </mc:AlternateContent>
            <mc:AlternateContent xmlns:mc="http://schemas.openxmlformats.org/markup-compatibility/2006" xmlns:p14="http://schemas.microsoft.com/office/powerpoint/2010/main">
              <mc:Choice Requires="p14">
                <p:contentPart p14:bwMode="auto" r:id="rId13">
                  <p14:nvContentPartPr>
                    <p14:cNvPr id="21" name="Ink 20">
                      <a:extLst>
                        <a:ext uri="{FF2B5EF4-FFF2-40B4-BE49-F238E27FC236}">
                          <a16:creationId xmlns:a16="http://schemas.microsoft.com/office/drawing/2014/main" id="{7D0CE7A8-BA19-C2D9-7147-1167E17C3A48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5635710" y="3395115"/>
                    <a:ext cx="2880360" cy="582480"/>
                  </p14:xfrm>
                </p:contentPart>
              </mc:Choice>
              <mc:Fallback xmlns="">
                <p:pic>
                  <p:nvPicPr>
                    <p:cNvPr id="21" name="Ink 20">
                      <a:extLst>
                        <a:ext uri="{FF2B5EF4-FFF2-40B4-BE49-F238E27FC236}">
                          <a16:creationId xmlns:a16="http://schemas.microsoft.com/office/drawing/2014/main" id="{7D0CE7A8-BA19-C2D9-7147-1167E17C3A48}"/>
                        </a:ext>
                      </a:extLst>
                    </p:cNvPr>
                    <p:cNvPicPr/>
                    <p:nvPr/>
                  </p:nvPicPr>
                  <p:blipFill>
                    <a:blip r:embed="rId14"/>
                    <a:stretch>
                      <a:fillRect/>
                    </a:stretch>
                  </p:blipFill>
                  <p:spPr>
                    <a:xfrm>
                      <a:off x="5624253" y="3383913"/>
                      <a:ext cx="2902816" cy="604435"/>
                    </a:xfrm>
                    <a:prstGeom prst="rect">
                      <a:avLst/>
                    </a:prstGeom>
                  </p:spPr>
                </p:pic>
              </mc:Fallback>
            </mc:AlternateContent>
          </p:grpSp>
          <mc:AlternateContent xmlns:mc="http://schemas.openxmlformats.org/markup-compatibility/2006" xmlns:p14="http://schemas.microsoft.com/office/powerpoint/2010/main">
            <mc:Choice Requires="p14">
              <p:contentPart p14:bwMode="auto" r:id="rId15">
                <p14:nvContentPartPr>
                  <p14:cNvPr id="11" name="Ink 10">
                    <a:extLst>
                      <a:ext uri="{FF2B5EF4-FFF2-40B4-BE49-F238E27FC236}">
                        <a16:creationId xmlns:a16="http://schemas.microsoft.com/office/drawing/2014/main" id="{DEF7D25A-2E6E-0E26-248B-C1DF3BB73985}"/>
                      </a:ext>
                    </a:extLst>
                  </p14:cNvPr>
                  <p14:cNvContentPartPr/>
                  <p14:nvPr/>
                </p14:nvContentPartPr>
                <p14:xfrm>
                  <a:off x="5005395" y="3351195"/>
                  <a:ext cx="614880" cy="547200"/>
                </p14:xfrm>
              </p:contentPart>
            </mc:Choice>
            <mc:Fallback xmlns="">
              <p:pic>
                <p:nvPicPr>
                  <p:cNvPr id="11" name="Ink 10">
                    <a:extLst>
                      <a:ext uri="{FF2B5EF4-FFF2-40B4-BE49-F238E27FC236}">
                        <a16:creationId xmlns:a16="http://schemas.microsoft.com/office/drawing/2014/main" id="{DEF7D25A-2E6E-0E26-248B-C1DF3BB73985}"/>
                      </a:ext>
                    </a:extLst>
                  </p:cNvPr>
                  <p:cNvPicPr/>
                  <p:nvPr/>
                </p:nvPicPr>
                <p:blipFill>
                  <a:blip r:embed="rId16"/>
                  <a:stretch>
                    <a:fillRect/>
                  </a:stretch>
                </p:blipFill>
                <p:spPr>
                  <a:xfrm>
                    <a:off x="4993940" y="3340009"/>
                    <a:ext cx="637331" cy="569124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17">
                <p14:nvContentPartPr>
                  <p14:cNvPr id="12" name="Ink 11">
                    <a:extLst>
                      <a:ext uri="{FF2B5EF4-FFF2-40B4-BE49-F238E27FC236}">
                        <a16:creationId xmlns:a16="http://schemas.microsoft.com/office/drawing/2014/main" id="{0397994E-04AD-C6BD-AAE3-53AB55945ED7}"/>
                      </a:ext>
                    </a:extLst>
                  </p14:cNvPr>
                  <p14:cNvContentPartPr/>
                  <p14:nvPr/>
                </p14:nvContentPartPr>
                <p14:xfrm>
                  <a:off x="6319755" y="5899275"/>
                  <a:ext cx="632160" cy="414000"/>
                </p14:xfrm>
              </p:contentPart>
            </mc:Choice>
            <mc:Fallback xmlns="">
              <p:pic>
                <p:nvPicPr>
                  <p:cNvPr id="12" name="Ink 11">
                    <a:extLst>
                      <a:ext uri="{FF2B5EF4-FFF2-40B4-BE49-F238E27FC236}">
                        <a16:creationId xmlns:a16="http://schemas.microsoft.com/office/drawing/2014/main" id="{0397994E-04AD-C6BD-AAE3-53AB55945ED7}"/>
                      </a:ext>
                    </a:extLst>
                  </p:cNvPr>
                  <p:cNvPicPr/>
                  <p:nvPr/>
                </p:nvPicPr>
                <p:blipFill>
                  <a:blip r:embed="rId18"/>
                  <a:stretch>
                    <a:fillRect/>
                  </a:stretch>
                </p:blipFill>
                <p:spPr>
                  <a:xfrm>
                    <a:off x="6308295" y="5888086"/>
                    <a:ext cx="654623" cy="435931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19">
                <p14:nvContentPartPr>
                  <p14:cNvPr id="13" name="Ink 12">
                    <a:extLst>
                      <a:ext uri="{FF2B5EF4-FFF2-40B4-BE49-F238E27FC236}">
                        <a16:creationId xmlns:a16="http://schemas.microsoft.com/office/drawing/2014/main" id="{3990E7AE-0CD0-E518-F38F-47C3F50C23CA}"/>
                      </a:ext>
                    </a:extLst>
                  </p14:cNvPr>
                  <p14:cNvContentPartPr/>
                  <p14:nvPr/>
                </p14:nvContentPartPr>
                <p14:xfrm>
                  <a:off x="8628075" y="3539835"/>
                  <a:ext cx="548640" cy="742320"/>
                </p14:xfrm>
              </p:contentPart>
            </mc:Choice>
            <mc:Fallback xmlns="">
              <p:pic>
                <p:nvPicPr>
                  <p:cNvPr id="13" name="Ink 12">
                    <a:extLst>
                      <a:ext uri="{FF2B5EF4-FFF2-40B4-BE49-F238E27FC236}">
                        <a16:creationId xmlns:a16="http://schemas.microsoft.com/office/drawing/2014/main" id="{3990E7AE-0CD0-E518-F38F-47C3F50C23CA}"/>
                      </a:ext>
                    </a:extLst>
                  </p:cNvPr>
                  <p:cNvPicPr/>
                  <p:nvPr/>
                </p:nvPicPr>
                <p:blipFill>
                  <a:blip r:embed="rId20"/>
                  <a:stretch>
                    <a:fillRect/>
                  </a:stretch>
                </p:blipFill>
                <p:spPr>
                  <a:xfrm>
                    <a:off x="8616616" y="3528642"/>
                    <a:ext cx="571099" cy="764258"/>
                  </a:xfrm>
                  <a:prstGeom prst="rect">
                    <a:avLst/>
                  </a:prstGeom>
                </p:spPr>
              </p:pic>
            </mc:Fallback>
          </mc:AlternateContent>
        </p:grpSp>
        <mc:AlternateContent xmlns:mc="http://schemas.openxmlformats.org/markup-compatibility/2006" xmlns:p14="http://schemas.microsoft.com/office/powerpoint/2010/main">
          <mc:Choice Requires="p14">
            <p:contentPart p14:bwMode="auto" r:id="rId21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AFEB4444-2E52-AA7C-2D20-5BBE0132BB42}"/>
                    </a:ext>
                  </a:extLst>
                </p14:cNvPr>
                <p14:cNvContentPartPr/>
                <p14:nvPr/>
              </p14:nvContentPartPr>
              <p14:xfrm>
                <a:off x="4437817" y="3609006"/>
                <a:ext cx="528840" cy="37764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AFEB4444-2E52-AA7C-2D20-5BBE0132BB42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4425261" y="3596616"/>
                  <a:ext cx="553449" cy="401924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3860861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Title 28">
            <a:extLst>
              <a:ext uri="{FF2B5EF4-FFF2-40B4-BE49-F238E27FC236}">
                <a16:creationId xmlns:a16="http://schemas.microsoft.com/office/drawing/2014/main" id="{6694613E-8FAB-C53D-0E58-5919E230EA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US" dirty="0"/>
              <a:t>GAE: </a:t>
            </a:r>
            <a:r>
              <a:rPr lang="en-US" dirty="0">
                <a:solidFill>
                  <a:schemeClr val="accent1"/>
                </a:solidFill>
              </a:rPr>
              <a:t>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CFAEB64-9F59-85B3-CB1F-1FACD7690587}"/>
                  </a:ext>
                </a:extLst>
              </p:cNvPr>
              <p:cNvSpPr txBox="1"/>
              <p:nvPr/>
            </p:nvSpPr>
            <p:spPr>
              <a:xfrm>
                <a:off x="4480568" y="5939135"/>
                <a:ext cx="4248022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dirty="0"/>
                  <a:t> (</a:t>
                </a:r>
                <a:r>
                  <a:rPr lang="en-US" dirty="0" err="1"/>
                  <a:t>edge_index</a:t>
                </a:r>
                <a:r>
                  <a:rPr lang="en-US" dirty="0"/>
                  <a:t>, </a:t>
                </a:r>
                <a:r>
                  <a:rPr lang="en-US" dirty="0" err="1"/>
                  <a:t>edge_weights</a:t>
                </a:r>
                <a:r>
                  <a:rPr lang="en-US" dirty="0"/>
                  <a:t>)</a:t>
                </a:r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CFAEB64-9F59-85B3-CB1F-1FACD76905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80568" y="5939135"/>
                <a:ext cx="4248022" cy="461665"/>
              </a:xfrm>
              <a:prstGeom prst="rect">
                <a:avLst/>
              </a:prstGeom>
              <a:blipFill>
                <a:blip r:embed="rId3"/>
                <a:stretch>
                  <a:fillRect l="-298" t="-10526" r="-1190" b="-289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7" name="Group 6">
            <a:extLst>
              <a:ext uri="{FF2B5EF4-FFF2-40B4-BE49-F238E27FC236}">
                <a16:creationId xmlns:a16="http://schemas.microsoft.com/office/drawing/2014/main" id="{CA48B980-5BC5-E98C-9875-9CAE9923BA9A}"/>
              </a:ext>
            </a:extLst>
          </p:cNvPr>
          <p:cNvGrpSpPr/>
          <p:nvPr/>
        </p:nvGrpSpPr>
        <p:grpSpPr>
          <a:xfrm>
            <a:off x="5414232" y="2012087"/>
            <a:ext cx="3424968" cy="3775780"/>
            <a:chOff x="5185632" y="2012087"/>
            <a:chExt cx="3424968" cy="3775780"/>
          </a:xfrm>
        </p:grpSpPr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DCC4AD6C-0FEB-944F-93A3-E2BF44FB9B8B}"/>
                </a:ext>
              </a:extLst>
            </p:cNvPr>
            <p:cNvSpPr txBox="1"/>
            <p:nvPr/>
          </p:nvSpPr>
          <p:spPr>
            <a:xfrm>
              <a:off x="5185632" y="4878668"/>
              <a:ext cx="1519968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solidFill>
                    <a:srgbClr val="0033CC"/>
                  </a:solidFill>
                </a:rPr>
                <a:t>GNNConv</a:t>
              </a:r>
              <a:endParaRPr lang="en-US" dirty="0">
                <a:solidFill>
                  <a:srgbClr val="0033CC"/>
                </a:solidFill>
              </a:endParaRPr>
            </a:p>
          </p:txBody>
        </p:sp>
        <p:grpSp>
          <p:nvGrpSpPr>
            <p:cNvPr id="60" name="Group 59">
              <a:extLst>
                <a:ext uri="{FF2B5EF4-FFF2-40B4-BE49-F238E27FC236}">
                  <a16:creationId xmlns:a16="http://schemas.microsoft.com/office/drawing/2014/main" id="{7389EA8A-7D33-4D9E-755F-CE6AC7D6CE0C}"/>
                </a:ext>
              </a:extLst>
            </p:cNvPr>
            <p:cNvGrpSpPr/>
            <p:nvPr/>
          </p:nvGrpSpPr>
          <p:grpSpPr>
            <a:xfrm>
              <a:off x="6629400" y="2012087"/>
              <a:ext cx="1981200" cy="3775780"/>
              <a:chOff x="6629400" y="2012087"/>
              <a:chExt cx="1981200" cy="3775780"/>
            </a:xfrm>
          </p:grpSpPr>
          <p:grpSp>
            <p:nvGrpSpPr>
              <p:cNvPr id="96" name="Group 95">
                <a:extLst>
                  <a:ext uri="{FF2B5EF4-FFF2-40B4-BE49-F238E27FC236}">
                    <a16:creationId xmlns:a16="http://schemas.microsoft.com/office/drawing/2014/main" id="{03B0AF1B-D3AB-D766-5E2B-01E64A052E01}"/>
                  </a:ext>
                </a:extLst>
              </p:cNvPr>
              <p:cNvGrpSpPr/>
              <p:nvPr/>
            </p:nvGrpSpPr>
            <p:grpSpPr>
              <a:xfrm>
                <a:off x="6629400" y="2454118"/>
                <a:ext cx="1981200" cy="3333749"/>
                <a:chOff x="6629400" y="2454118"/>
                <a:chExt cx="1981200" cy="3333749"/>
              </a:xfrm>
            </p:grpSpPr>
            <p:sp>
              <p:nvSpPr>
                <p:cNvPr id="70" name="Rounded Rectangle 69">
                  <a:extLst>
                    <a:ext uri="{FF2B5EF4-FFF2-40B4-BE49-F238E27FC236}">
                      <a16:creationId xmlns:a16="http://schemas.microsoft.com/office/drawing/2014/main" id="{A725998B-A42D-C89C-EF11-6D5B09808074}"/>
                    </a:ext>
                  </a:extLst>
                </p:cNvPr>
                <p:cNvSpPr/>
                <p:nvPr/>
              </p:nvSpPr>
              <p:spPr bwMode="auto">
                <a:xfrm>
                  <a:off x="6629400" y="2842346"/>
                  <a:ext cx="1885624" cy="2359248"/>
                </a:xfrm>
                <a:prstGeom prst="roundRect">
                  <a:avLst/>
                </a:prstGeom>
                <a:solidFill>
                  <a:srgbClr val="EAECA4"/>
                </a:solidFill>
                <a:ln w="127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  <a:spAutoFit/>
                </a:bodyPr>
                <a:lstStyle/>
                <a:p>
                  <a:pPr marL="0" marR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en-US" sz="2400" b="0" i="0" u="none" strike="noStrike" cap="none" normalizeH="0" baseline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Times New Roman" pitchFamily="-65" charset="0"/>
                  </a:endParaRPr>
                </a:p>
              </p:txBody>
            </p:sp>
            <p:cxnSp>
              <p:nvCxnSpPr>
                <p:cNvPr id="50" name="Straight Connector 49">
                  <a:extLst>
                    <a:ext uri="{FF2B5EF4-FFF2-40B4-BE49-F238E27FC236}">
                      <a16:creationId xmlns:a16="http://schemas.microsoft.com/office/drawing/2014/main" id="{B9202E31-65D0-9576-6D83-1D41E940DB9A}"/>
                    </a:ext>
                  </a:extLst>
                </p:cNvPr>
                <p:cNvCxnSpPr>
                  <a:cxnSpLocks/>
                </p:cNvCxnSpPr>
                <p:nvPr/>
              </p:nvCxnSpPr>
              <p:spPr bwMode="auto">
                <a:xfrm>
                  <a:off x="7505164" y="2454118"/>
                  <a:ext cx="25757" cy="2956082"/>
                </a:xfrm>
                <a:prstGeom prst="line">
                  <a:avLst/>
                </a:prstGeom>
                <a:noFill/>
                <a:ln w="381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sp>
              <p:nvSpPr>
                <p:cNvPr id="58" name="TextBox 57">
                  <a:extLst>
                    <a:ext uri="{FF2B5EF4-FFF2-40B4-BE49-F238E27FC236}">
                      <a16:creationId xmlns:a16="http://schemas.microsoft.com/office/drawing/2014/main" id="{66DB924C-331F-C1A9-0A35-CDE804EC0960}"/>
                    </a:ext>
                  </a:extLst>
                </p:cNvPr>
                <p:cNvSpPr txBox="1"/>
                <p:nvPr/>
              </p:nvSpPr>
              <p:spPr>
                <a:xfrm>
                  <a:off x="7733763" y="3489561"/>
                  <a:ext cx="430403" cy="42239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b="1" dirty="0"/>
                    <a:t>@</a:t>
                  </a:r>
                </a:p>
              </p:txBody>
            </p:sp>
            <p:cxnSp>
              <p:nvCxnSpPr>
                <p:cNvPr id="59" name="Straight Connector 58">
                  <a:extLst>
                    <a:ext uri="{FF2B5EF4-FFF2-40B4-BE49-F238E27FC236}">
                      <a16:creationId xmlns:a16="http://schemas.microsoft.com/office/drawing/2014/main" id="{61736A47-DC51-AEB2-C70A-7A279B688F5A}"/>
                    </a:ext>
                  </a:extLst>
                </p:cNvPr>
                <p:cNvCxnSpPr>
                  <a:cxnSpLocks/>
                </p:cNvCxnSpPr>
                <p:nvPr/>
              </p:nvCxnSpPr>
              <p:spPr bwMode="auto">
                <a:xfrm flipH="1">
                  <a:off x="8031906" y="3733800"/>
                  <a:ext cx="350094" cy="0"/>
                </a:xfrm>
                <a:prstGeom prst="line">
                  <a:avLst/>
                </a:prstGeom>
                <a:noFill/>
                <a:ln w="381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61" name="Straight Connector 60">
                  <a:extLst>
                    <a:ext uri="{FF2B5EF4-FFF2-40B4-BE49-F238E27FC236}">
                      <a16:creationId xmlns:a16="http://schemas.microsoft.com/office/drawing/2014/main" id="{250107DE-B107-1FE8-F863-777BA249168D}"/>
                    </a:ext>
                  </a:extLst>
                </p:cNvPr>
                <p:cNvCxnSpPr>
                  <a:cxnSpLocks/>
                </p:cNvCxnSpPr>
                <p:nvPr/>
              </p:nvCxnSpPr>
              <p:spPr bwMode="auto">
                <a:xfrm flipH="1">
                  <a:off x="7542590" y="3729442"/>
                  <a:ext cx="350094" cy="0"/>
                </a:xfrm>
                <a:prstGeom prst="line">
                  <a:avLst/>
                </a:prstGeom>
                <a:noFill/>
                <a:ln w="381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67" name="TextBox 66">
                      <a:extLst>
                        <a:ext uri="{FF2B5EF4-FFF2-40B4-BE49-F238E27FC236}">
                          <a16:creationId xmlns:a16="http://schemas.microsoft.com/office/drawing/2014/main" id="{B97BFD51-937E-FB78-3F2B-4D9BCA0E4C6D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8144575" y="5326202"/>
                      <a:ext cx="466025" cy="461665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𝐸</m:t>
                            </m:r>
                          </m:oMath>
                        </m:oMathPara>
                      </a14:m>
                      <a:endParaRPr lang="en-US" dirty="0"/>
                    </a:p>
                  </p:txBody>
                </p:sp>
              </mc:Choice>
              <mc:Fallback xmlns="">
                <p:sp>
                  <p:nvSpPr>
                    <p:cNvPr id="67" name="TextBox 66">
                      <a:extLst>
                        <a:ext uri="{FF2B5EF4-FFF2-40B4-BE49-F238E27FC236}">
                          <a16:creationId xmlns:a16="http://schemas.microsoft.com/office/drawing/2014/main" id="{B97BFD51-937E-FB78-3F2B-4D9BCA0E4C6D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8144575" y="5326202"/>
                      <a:ext cx="466025" cy="461665"/>
                    </a:xfrm>
                    <a:prstGeom prst="rect">
                      <a:avLst/>
                    </a:prstGeom>
                    <a:blipFill>
                      <a:blip r:embed="rId9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68" name="TextBox 67">
                      <a:extLst>
                        <a:ext uri="{FF2B5EF4-FFF2-40B4-BE49-F238E27FC236}">
                          <a16:creationId xmlns:a16="http://schemas.microsoft.com/office/drawing/2014/main" id="{EB483BAB-EDF2-AD2E-E11B-AD37B3BE1F99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7304516" y="5326202"/>
                      <a:ext cx="467884" cy="461665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𝑋</m:t>
                            </m:r>
                          </m:oMath>
                        </m:oMathPara>
                      </a14:m>
                      <a:endParaRPr lang="en-US" dirty="0"/>
                    </a:p>
                  </p:txBody>
                </p:sp>
              </mc:Choice>
              <mc:Fallback xmlns="">
                <p:sp>
                  <p:nvSpPr>
                    <p:cNvPr id="68" name="TextBox 67">
                      <a:extLst>
                        <a:ext uri="{FF2B5EF4-FFF2-40B4-BE49-F238E27FC236}">
                          <a16:creationId xmlns:a16="http://schemas.microsoft.com/office/drawing/2014/main" id="{EB483BAB-EDF2-AD2E-E11B-AD37B3BE1F99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304516" y="5326202"/>
                      <a:ext cx="467884" cy="461665"/>
                    </a:xfrm>
                    <a:prstGeom prst="rect">
                      <a:avLst/>
                    </a:prstGeom>
                    <a:blipFill>
                      <a:blip r:embed="rId10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54" name="Rectangle 53">
                  <a:extLst>
                    <a:ext uri="{FF2B5EF4-FFF2-40B4-BE49-F238E27FC236}">
                      <a16:creationId xmlns:a16="http://schemas.microsoft.com/office/drawing/2014/main" id="{7325713F-1890-BF5B-233D-5C62F5578F05}"/>
                    </a:ext>
                  </a:extLst>
                </p:cNvPr>
                <p:cNvSpPr/>
                <p:nvPr/>
              </p:nvSpPr>
              <p:spPr bwMode="auto">
                <a:xfrm>
                  <a:off x="6773431" y="3105090"/>
                  <a:ext cx="1470396" cy="400110"/>
                </a:xfrm>
                <a:prstGeom prst="rect">
                  <a:avLst/>
                </a:prstGeom>
                <a:solidFill>
                  <a:srgbClr val="FFFF00"/>
                </a:solidFill>
                <a:ln w="12700" cap="flat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  <a:spAutoFit/>
                </a:bodyPr>
                <a:lstStyle/>
                <a:p>
                  <a:pPr marL="0" marR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r>
                    <a:rPr lang="en-US" sz="2000" dirty="0">
                      <a:latin typeface="Times New Roman" pitchFamily="-65" charset="0"/>
                    </a:rPr>
                    <a:t>Linear</a:t>
                  </a:r>
                  <a:endParaRPr kumimoji="0" lang="en-US" sz="20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Times New Roman" pitchFamily="-65" charset="0"/>
                  </a:endParaRPr>
                </a:p>
              </p:txBody>
            </p:sp>
            <p:cxnSp>
              <p:nvCxnSpPr>
                <p:cNvPr id="95" name="Straight Connector 94">
                  <a:extLst>
                    <a:ext uri="{FF2B5EF4-FFF2-40B4-BE49-F238E27FC236}">
                      <a16:creationId xmlns:a16="http://schemas.microsoft.com/office/drawing/2014/main" id="{691871E4-7B03-0F7B-C456-3265AC771CBA}"/>
                    </a:ext>
                  </a:extLst>
                </p:cNvPr>
                <p:cNvCxnSpPr>
                  <a:cxnSpLocks/>
                </p:cNvCxnSpPr>
                <p:nvPr/>
              </p:nvCxnSpPr>
              <p:spPr bwMode="auto">
                <a:xfrm>
                  <a:off x="8382000" y="3709175"/>
                  <a:ext cx="0" cy="1701025"/>
                </a:xfrm>
                <a:prstGeom prst="line">
                  <a:avLst/>
                </a:prstGeom>
                <a:noFill/>
                <a:ln w="381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sp>
              <p:nvSpPr>
                <p:cNvPr id="38" name="Rectangle 37">
                  <a:extLst>
                    <a:ext uri="{FF2B5EF4-FFF2-40B4-BE49-F238E27FC236}">
                      <a16:creationId xmlns:a16="http://schemas.microsoft.com/office/drawing/2014/main" id="{1730E8D1-9CB3-E807-FD5F-F36855F2DB6C}"/>
                    </a:ext>
                  </a:extLst>
                </p:cNvPr>
                <p:cNvSpPr/>
                <p:nvPr/>
              </p:nvSpPr>
              <p:spPr bwMode="auto">
                <a:xfrm>
                  <a:off x="6781800" y="4559296"/>
                  <a:ext cx="1470396" cy="400110"/>
                </a:xfrm>
                <a:prstGeom prst="rect">
                  <a:avLst/>
                </a:prstGeom>
                <a:solidFill>
                  <a:srgbClr val="FFC000"/>
                </a:solidFill>
                <a:ln w="12700" cap="flat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  <a:spAutoFit/>
                </a:bodyPr>
                <a:lstStyle/>
                <a:p>
                  <a:pPr marL="0" marR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r>
                    <a:rPr lang="en-US" sz="2000" dirty="0">
                      <a:latin typeface="Times New Roman" pitchFamily="-65" charset="0"/>
                    </a:rPr>
                    <a:t>e</a:t>
                  </a:r>
                  <a:r>
                    <a:rPr kumimoji="0" lang="en-US" sz="2000" b="0" i="0" u="none" strike="noStrike" cap="none" normalizeH="0" baseline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latin typeface="Times New Roman" pitchFamily="-65" charset="0"/>
                    </a:rPr>
                    <a:t>mbed</a:t>
                  </a:r>
                </a:p>
              </p:txBody>
            </p:sp>
            <p:sp>
              <p:nvSpPr>
                <p:cNvPr id="47" name="Rectangle 46">
                  <a:extLst>
                    <a:ext uri="{FF2B5EF4-FFF2-40B4-BE49-F238E27FC236}">
                      <a16:creationId xmlns:a16="http://schemas.microsoft.com/office/drawing/2014/main" id="{1F84BEB2-3450-15C6-96B6-CC77DB7BBC0F}"/>
                    </a:ext>
                  </a:extLst>
                </p:cNvPr>
                <p:cNvSpPr/>
                <p:nvPr/>
              </p:nvSpPr>
              <p:spPr bwMode="auto">
                <a:xfrm>
                  <a:off x="6762424" y="3962400"/>
                  <a:ext cx="1470396" cy="400110"/>
                </a:xfrm>
                <a:prstGeom prst="rect">
                  <a:avLst/>
                </a:prstGeom>
                <a:solidFill>
                  <a:schemeClr val="accent5"/>
                </a:solidFill>
                <a:ln w="12700" cap="flat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  <a:spAutoFit/>
                </a:bodyPr>
                <a:lstStyle/>
                <a:p>
                  <a:pPr marL="0" marR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r>
                    <a:rPr lang="en-US" sz="2000" dirty="0" err="1">
                      <a:latin typeface="Times New Roman" pitchFamily="-65" charset="0"/>
                    </a:rPr>
                    <a:t>relu</a:t>
                  </a:r>
                  <a:endParaRPr kumimoji="0" lang="en-US" sz="20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Times New Roman" pitchFamily="-65" charset="0"/>
                  </a:endParaRPr>
                </a:p>
              </p:txBody>
            </p: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6" name="TextBox 55">
                    <a:extLst>
                      <a:ext uri="{FF2B5EF4-FFF2-40B4-BE49-F238E27FC236}">
                        <a16:creationId xmlns:a16="http://schemas.microsoft.com/office/drawing/2014/main" id="{61ACA059-6F72-F5CE-65BF-2FBC3D52A056}"/>
                      </a:ext>
                    </a:extLst>
                  </p:cNvPr>
                  <p:cNvSpPr txBox="1"/>
                  <p:nvPr/>
                </p:nvSpPr>
                <p:spPr>
                  <a:xfrm>
                    <a:off x="7295903" y="2012087"/>
                    <a:ext cx="451854" cy="461665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𝑍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56" name="TextBox 55">
                    <a:extLst>
                      <a:ext uri="{FF2B5EF4-FFF2-40B4-BE49-F238E27FC236}">
                        <a16:creationId xmlns:a16="http://schemas.microsoft.com/office/drawing/2014/main" id="{61ACA059-6F72-F5CE-65BF-2FBC3D52A05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295903" y="2012087"/>
                    <a:ext cx="451854" cy="461665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3D21D55C-6DEF-1308-DCE5-726EB2212462}"/>
              </a:ext>
            </a:extLst>
          </p:cNvPr>
          <p:cNvGrpSpPr/>
          <p:nvPr/>
        </p:nvGrpSpPr>
        <p:grpSpPr>
          <a:xfrm>
            <a:off x="594911" y="-95097"/>
            <a:ext cx="3708840" cy="6481465"/>
            <a:chOff x="594911" y="-95097"/>
            <a:chExt cx="3708840" cy="6481465"/>
          </a:xfrm>
        </p:grpSpPr>
        <p:grpSp>
          <p:nvGrpSpPr>
            <p:cNvPr id="57" name="Group 56">
              <a:extLst>
                <a:ext uri="{FF2B5EF4-FFF2-40B4-BE49-F238E27FC236}">
                  <a16:creationId xmlns:a16="http://schemas.microsoft.com/office/drawing/2014/main" id="{7D7F2C0B-D3F2-7A07-DC82-A4052A8F72DA}"/>
                </a:ext>
              </a:extLst>
            </p:cNvPr>
            <p:cNvGrpSpPr/>
            <p:nvPr/>
          </p:nvGrpSpPr>
          <p:grpSpPr>
            <a:xfrm>
              <a:off x="1613716" y="-95097"/>
              <a:ext cx="2690035" cy="6481465"/>
              <a:chOff x="1613716" y="-95097"/>
              <a:chExt cx="2690035" cy="6481465"/>
            </a:xfrm>
          </p:grpSpPr>
          <p:cxnSp>
            <p:nvCxnSpPr>
              <p:cNvPr id="40" name="Straight Connector 39">
                <a:extLst>
                  <a:ext uri="{FF2B5EF4-FFF2-40B4-BE49-F238E27FC236}">
                    <a16:creationId xmlns:a16="http://schemas.microsoft.com/office/drawing/2014/main" id="{680C2DE1-5EF4-D87D-C60D-B5FD7C21CDDD}"/>
                  </a:ext>
                </a:extLst>
              </p:cNvPr>
              <p:cNvCxnSpPr>
                <a:cxnSpLocks/>
              </p:cNvCxnSpPr>
              <p:nvPr/>
            </p:nvCxnSpPr>
            <p:spPr bwMode="auto">
              <a:xfrm>
                <a:off x="2552163" y="5365484"/>
                <a:ext cx="0" cy="422383"/>
              </a:xfrm>
              <a:prstGeom prst="line">
                <a:avLst/>
              </a:prstGeom>
              <a:noFill/>
              <a:ln w="381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cxnSp>
            <p:nvCxnSpPr>
              <p:cNvPr id="4" name="Straight Connector 3">
                <a:extLst>
                  <a:ext uri="{FF2B5EF4-FFF2-40B4-BE49-F238E27FC236}">
                    <a16:creationId xmlns:a16="http://schemas.microsoft.com/office/drawing/2014/main" id="{039EE2F9-C23C-8244-598F-4E6C06037857}"/>
                  </a:ext>
                </a:extLst>
              </p:cNvPr>
              <p:cNvCxnSpPr>
                <a:cxnSpLocks/>
              </p:cNvCxnSpPr>
              <p:nvPr/>
            </p:nvCxnSpPr>
            <p:spPr bwMode="auto">
              <a:xfrm>
                <a:off x="3214566" y="5536871"/>
                <a:ext cx="8183" cy="444579"/>
              </a:xfrm>
              <a:prstGeom prst="line">
                <a:avLst/>
              </a:prstGeom>
              <a:noFill/>
              <a:ln w="381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grpSp>
            <p:nvGrpSpPr>
              <p:cNvPr id="41" name="Group 40">
                <a:extLst>
                  <a:ext uri="{FF2B5EF4-FFF2-40B4-BE49-F238E27FC236}">
                    <a16:creationId xmlns:a16="http://schemas.microsoft.com/office/drawing/2014/main" id="{F255B932-B2A8-1992-8FF4-5E3824466486}"/>
                  </a:ext>
                </a:extLst>
              </p:cNvPr>
              <p:cNvGrpSpPr/>
              <p:nvPr/>
            </p:nvGrpSpPr>
            <p:grpSpPr>
              <a:xfrm>
                <a:off x="1613716" y="-95097"/>
                <a:ext cx="2690035" cy="6481465"/>
                <a:chOff x="1371600" y="0"/>
                <a:chExt cx="2690035" cy="6481465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86" name="TextBox 85">
                      <a:extLst>
                        <a:ext uri="{FF2B5EF4-FFF2-40B4-BE49-F238E27FC236}">
                          <a16:creationId xmlns:a16="http://schemas.microsoft.com/office/drawing/2014/main" id="{0C12C309-46E6-A745-C1E3-520DD469EF2A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270504" y="4820594"/>
                      <a:ext cx="466025" cy="461665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𝐸</m:t>
                            </m:r>
                          </m:oMath>
                        </m:oMathPara>
                      </a14:m>
                      <a:endParaRPr lang="en-US" dirty="0"/>
                    </a:p>
                  </p:txBody>
                </p:sp>
              </mc:Choice>
              <mc:Fallback xmlns="">
                <p:sp>
                  <p:nvSpPr>
                    <p:cNvPr id="86" name="TextBox 85">
                      <a:extLst>
                        <a:ext uri="{FF2B5EF4-FFF2-40B4-BE49-F238E27FC236}">
                          <a16:creationId xmlns:a16="http://schemas.microsoft.com/office/drawing/2014/main" id="{0C12C309-46E6-A745-C1E3-520DD469EF2A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270504" y="4820594"/>
                      <a:ext cx="466025" cy="461665"/>
                    </a:xfrm>
                    <a:prstGeom prst="rect">
                      <a:avLst/>
                    </a:prstGeom>
                    <a:blipFill>
                      <a:blip r:embed="rId5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87" name="Straight Connector 86">
                  <a:extLst>
                    <a:ext uri="{FF2B5EF4-FFF2-40B4-BE49-F238E27FC236}">
                      <a16:creationId xmlns:a16="http://schemas.microsoft.com/office/drawing/2014/main" id="{3565D367-628B-C6D4-C07B-44092B8B79F9}"/>
                    </a:ext>
                  </a:extLst>
                </p:cNvPr>
                <p:cNvCxnSpPr>
                  <a:cxnSpLocks/>
                </p:cNvCxnSpPr>
                <p:nvPr/>
              </p:nvCxnSpPr>
              <p:spPr bwMode="auto">
                <a:xfrm flipH="1">
                  <a:off x="1902146" y="5871865"/>
                  <a:ext cx="393879" cy="0"/>
                </a:xfrm>
                <a:prstGeom prst="line">
                  <a:avLst/>
                </a:prstGeom>
                <a:noFill/>
                <a:ln w="381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91" name="TextBox 90">
                      <a:extLst>
                        <a:ext uri="{FF2B5EF4-FFF2-40B4-BE49-F238E27FC236}">
                          <a16:creationId xmlns:a16="http://schemas.microsoft.com/office/drawing/2014/main" id="{6EE9265F-3516-6744-0608-2B44700827E6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719199" y="6019800"/>
                      <a:ext cx="2342436" cy="461665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14:m>
                        <m:oMath xmlns:m="http://schemas.openxmlformats.org/officeDocument/2006/math"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</m:oMath>
                      </a14:m>
                      <a:r>
                        <a:rPr lang="en-US" dirty="0"/>
                        <a:t>      </a:t>
                      </a:r>
                      <a:r>
                        <a:rPr lang="en-US" dirty="0" err="1"/>
                        <a:t>edge_index</a:t>
                      </a:r>
                      <a:r>
                        <a:rPr lang="en-US" dirty="0"/>
                        <a:t> </a:t>
                      </a:r>
                    </a:p>
                  </p:txBody>
                </p:sp>
              </mc:Choice>
              <mc:Fallback xmlns="">
                <p:sp>
                  <p:nvSpPr>
                    <p:cNvPr id="91" name="TextBox 90">
                      <a:extLst>
                        <a:ext uri="{FF2B5EF4-FFF2-40B4-BE49-F238E27FC236}">
                          <a16:creationId xmlns:a16="http://schemas.microsoft.com/office/drawing/2014/main" id="{6EE9265F-3516-6744-0608-2B44700827E6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719199" y="6019800"/>
                      <a:ext cx="2342436" cy="461665"/>
                    </a:xfrm>
                    <a:prstGeom prst="rect">
                      <a:avLst/>
                    </a:prstGeom>
                    <a:blipFill>
                      <a:blip r:embed="rId6"/>
                      <a:stretch>
                        <a:fillRect l="-541" t="-10526" b="-28947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grpSp>
              <p:nvGrpSpPr>
                <p:cNvPr id="10" name="Group 9">
                  <a:extLst>
                    <a:ext uri="{FF2B5EF4-FFF2-40B4-BE49-F238E27FC236}">
                      <a16:creationId xmlns:a16="http://schemas.microsoft.com/office/drawing/2014/main" id="{71D928CC-B3E3-5CB7-DAD5-3E11E45060D8}"/>
                    </a:ext>
                  </a:extLst>
                </p:cNvPr>
                <p:cNvGrpSpPr/>
                <p:nvPr/>
              </p:nvGrpSpPr>
              <p:grpSpPr>
                <a:xfrm>
                  <a:off x="1384340" y="2766524"/>
                  <a:ext cx="1776747" cy="2051041"/>
                  <a:chOff x="1384340" y="2766524"/>
                  <a:chExt cx="1776747" cy="2051041"/>
                </a:xfrm>
              </p:grpSpPr>
              <p:sp>
                <p:nvSpPr>
                  <p:cNvPr id="74" name="Rounded Rectangle 73">
                    <a:extLst>
                      <a:ext uri="{FF2B5EF4-FFF2-40B4-BE49-F238E27FC236}">
                        <a16:creationId xmlns:a16="http://schemas.microsoft.com/office/drawing/2014/main" id="{C7C37F08-DA32-E844-063E-6E290E81DD35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1384340" y="2893161"/>
                    <a:ext cx="1776747" cy="1924404"/>
                  </a:xfrm>
                  <a:prstGeom prst="roundRect">
                    <a:avLst/>
                  </a:prstGeom>
                  <a:solidFill>
                    <a:srgbClr val="EAECA4"/>
                  </a:solidFill>
                  <a:ln w="12700" cap="flat" cmpd="sng" algn="ctr">
                    <a:solidFill>
                      <a:schemeClr val="tx1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  <a:spAutoFit/>
                  </a:bodyPr>
                  <a:lstStyle/>
                  <a:p>
                    <a:pPr marL="0" marR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endParaRPr kumimoji="0" lang="en-US" sz="2400" b="0" i="0" u="none" strike="noStrike" cap="none" normalizeH="0" baseline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latin typeface="Times New Roman" pitchFamily="-65" charset="0"/>
                    </a:endParaRPr>
                  </a:p>
                </p:txBody>
              </p:sp>
              <p:cxnSp>
                <p:nvCxnSpPr>
                  <p:cNvPr id="92" name="Straight Connector 91">
                    <a:extLst>
                      <a:ext uri="{FF2B5EF4-FFF2-40B4-BE49-F238E27FC236}">
                        <a16:creationId xmlns:a16="http://schemas.microsoft.com/office/drawing/2014/main" id="{CDCA3C89-FC66-798C-CBC1-5E6EEC46E29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 bwMode="auto">
                  <a:xfrm>
                    <a:off x="2256555" y="2766524"/>
                    <a:ext cx="0" cy="1738327"/>
                  </a:xfrm>
                  <a:prstGeom prst="line">
                    <a:avLst/>
                  </a:prstGeom>
                  <a:noFill/>
                  <a:ln w="38100" cap="flat" cmpd="sng" algn="ctr">
                    <a:solidFill>
                      <a:schemeClr val="tx1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</p:cxnSp>
              <p:sp>
                <p:nvSpPr>
                  <p:cNvPr id="3" name="Rectangle 2">
                    <a:extLst>
                      <a:ext uri="{FF2B5EF4-FFF2-40B4-BE49-F238E27FC236}">
                        <a16:creationId xmlns:a16="http://schemas.microsoft.com/office/drawing/2014/main" id="{DCD4C433-3583-D953-CC27-CD22C0F9255C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1525412" y="3630498"/>
                    <a:ext cx="1470396" cy="400110"/>
                  </a:xfrm>
                  <a:prstGeom prst="rect">
                    <a:avLst/>
                  </a:prstGeom>
                  <a:solidFill>
                    <a:schemeClr val="accent5"/>
                  </a:solidFill>
                  <a:ln w="12700" cap="flat" cmpd="sng" algn="ctr">
                    <a:noFill/>
                    <a:prstDash val="solid"/>
                    <a:round/>
                    <a:headEnd type="none" w="med" len="med"/>
                    <a:tailEnd type="none" w="med" len="med"/>
                  </a:ln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  <a:spAutoFit/>
                  </a:bodyPr>
                  <a:lstStyle/>
                  <a:p>
                    <a:pPr marL="0" marR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lang="en-US" sz="2000" dirty="0" err="1">
                        <a:latin typeface="Times New Roman" pitchFamily="-65" charset="0"/>
                      </a:rPr>
                      <a:t>relu</a:t>
                    </a:r>
                    <a:endParaRPr kumimoji="0" lang="en-US" sz="2000" b="0" i="0" u="none" strike="noStrike" cap="none" normalizeH="0" baseline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latin typeface="Times New Roman" pitchFamily="-65" charset="0"/>
                    </a:endParaRPr>
                  </a:p>
                </p:txBody>
              </p:sp>
              <p:sp>
                <p:nvSpPr>
                  <p:cNvPr id="77" name="Rectangle 76">
                    <a:extLst>
                      <a:ext uri="{FF2B5EF4-FFF2-40B4-BE49-F238E27FC236}">
                        <a16:creationId xmlns:a16="http://schemas.microsoft.com/office/drawing/2014/main" id="{E3CB5C07-BE60-B255-886D-767A5AC2A9A9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1514139" y="4238030"/>
                    <a:ext cx="1445254" cy="329185"/>
                  </a:xfrm>
                  <a:prstGeom prst="rect">
                    <a:avLst/>
                  </a:prstGeom>
                  <a:solidFill>
                    <a:schemeClr val="accent3">
                      <a:lumMod val="85000"/>
                    </a:schemeClr>
                  </a:solidFill>
                  <a:ln w="12700" cap="flat" cmpd="sng" algn="ctr">
                    <a:noFill/>
                    <a:prstDash val="solid"/>
                    <a:round/>
                    <a:headEnd type="none" w="med" len="med"/>
                    <a:tailEnd type="none" w="med" len="med"/>
                  </a:ln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  <a:spAutoFit/>
                  </a:bodyPr>
                  <a:lstStyle/>
                  <a:p>
                    <a:pPr marL="0" marR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2000" b="0" i="0" u="none" strike="noStrike" cap="none" normalizeH="0" baseline="0" dirty="0" err="1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-65" charset="0"/>
                      </a:rPr>
                      <a:t>GNNConv</a:t>
                    </a:r>
                    <a:endParaRPr kumimoji="0" lang="en-US" sz="2000" b="0" i="0" u="none" strike="noStrike" cap="none" normalizeH="0" baseline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latin typeface="Times New Roman" pitchFamily="-65" charset="0"/>
                    </a:endParaRPr>
                  </a:p>
                </p:txBody>
              </p:sp>
              <p:sp>
                <p:nvSpPr>
                  <p:cNvPr id="79" name="Rectangle 78">
                    <a:extLst>
                      <a:ext uri="{FF2B5EF4-FFF2-40B4-BE49-F238E27FC236}">
                        <a16:creationId xmlns:a16="http://schemas.microsoft.com/office/drawing/2014/main" id="{09043836-E026-EC17-679D-87F7CAEE5AF5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1521357" y="3048000"/>
                    <a:ext cx="1445254" cy="400110"/>
                  </a:xfrm>
                  <a:prstGeom prst="rect">
                    <a:avLst/>
                  </a:prstGeom>
                  <a:solidFill>
                    <a:srgbClr val="ECDBA2"/>
                  </a:solidFill>
                  <a:ln w="12700" cap="flat" cmpd="sng" algn="ctr">
                    <a:noFill/>
                    <a:prstDash val="solid"/>
                    <a:round/>
                    <a:headEnd type="none" w="med" len="med"/>
                    <a:tailEnd type="none" w="med" len="med"/>
                  </a:ln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  <a:spAutoFit/>
                  </a:bodyPr>
                  <a:lstStyle/>
                  <a:p>
                    <a:pPr marL="0" marR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lang="en-US" sz="2000" dirty="0">
                        <a:latin typeface="Times New Roman" pitchFamily="-65" charset="0"/>
                      </a:rPr>
                      <a:t>d</a:t>
                    </a:r>
                    <a:r>
                      <a:rPr kumimoji="0" lang="en-US" sz="2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-65" charset="0"/>
                      </a:rPr>
                      <a:t>ropout</a:t>
                    </a:r>
                  </a:p>
                </p:txBody>
              </p:sp>
            </p:grpSp>
            <p:cxnSp>
              <p:nvCxnSpPr>
                <p:cNvPr id="6" name="Straight Connector 5">
                  <a:extLst>
                    <a:ext uri="{FF2B5EF4-FFF2-40B4-BE49-F238E27FC236}">
                      <a16:creationId xmlns:a16="http://schemas.microsoft.com/office/drawing/2014/main" id="{AEEA58F8-4C42-6194-6E19-EE275AA8205D}"/>
                    </a:ext>
                  </a:extLst>
                </p:cNvPr>
                <p:cNvCxnSpPr>
                  <a:cxnSpLocks/>
                </p:cNvCxnSpPr>
                <p:nvPr/>
              </p:nvCxnSpPr>
              <p:spPr bwMode="auto">
                <a:xfrm>
                  <a:off x="1904324" y="4595001"/>
                  <a:ext cx="0" cy="1486978"/>
                </a:xfrm>
                <a:prstGeom prst="line">
                  <a:avLst/>
                </a:prstGeom>
                <a:noFill/>
                <a:ln w="381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grpSp>
              <p:nvGrpSpPr>
                <p:cNvPr id="11" name="Group 10">
                  <a:extLst>
                    <a:ext uri="{FF2B5EF4-FFF2-40B4-BE49-F238E27FC236}">
                      <a16:creationId xmlns:a16="http://schemas.microsoft.com/office/drawing/2014/main" id="{53926854-1C06-6B95-7D80-1924E614F4F7}"/>
                    </a:ext>
                  </a:extLst>
                </p:cNvPr>
                <p:cNvGrpSpPr/>
                <p:nvPr/>
              </p:nvGrpSpPr>
              <p:grpSpPr>
                <a:xfrm>
                  <a:off x="1371600" y="200024"/>
                  <a:ext cx="1776747" cy="2232308"/>
                  <a:chOff x="1384340" y="2585257"/>
                  <a:chExt cx="1776747" cy="2232308"/>
                </a:xfrm>
              </p:grpSpPr>
              <p:sp>
                <p:nvSpPr>
                  <p:cNvPr id="12" name="Rounded Rectangle 11">
                    <a:extLst>
                      <a:ext uri="{FF2B5EF4-FFF2-40B4-BE49-F238E27FC236}">
                        <a16:creationId xmlns:a16="http://schemas.microsoft.com/office/drawing/2014/main" id="{8B04E1E8-DDBA-3851-E128-6D0A2198B05D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1384340" y="2893161"/>
                    <a:ext cx="1776747" cy="1924404"/>
                  </a:xfrm>
                  <a:prstGeom prst="roundRect">
                    <a:avLst/>
                  </a:prstGeom>
                  <a:solidFill>
                    <a:srgbClr val="EAECA4"/>
                  </a:solidFill>
                  <a:ln w="12700" cap="flat" cmpd="sng" algn="ctr">
                    <a:solidFill>
                      <a:schemeClr val="tx1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  <a:spAutoFit/>
                  </a:bodyPr>
                  <a:lstStyle/>
                  <a:p>
                    <a:pPr marL="0" marR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endParaRPr kumimoji="0" lang="en-US" sz="2400" b="0" i="0" u="none" strike="noStrike" cap="none" normalizeH="0" baseline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latin typeface="Times New Roman" pitchFamily="-65" charset="0"/>
                    </a:endParaRPr>
                  </a:p>
                </p:txBody>
              </p:sp>
              <p:cxnSp>
                <p:nvCxnSpPr>
                  <p:cNvPr id="13" name="Straight Connector 12">
                    <a:extLst>
                      <a:ext uri="{FF2B5EF4-FFF2-40B4-BE49-F238E27FC236}">
                        <a16:creationId xmlns:a16="http://schemas.microsoft.com/office/drawing/2014/main" id="{05AE4343-1194-6290-FE94-86BCAFA11BA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 bwMode="auto">
                  <a:xfrm>
                    <a:off x="2256555" y="2585257"/>
                    <a:ext cx="0" cy="1981506"/>
                  </a:xfrm>
                  <a:prstGeom prst="line">
                    <a:avLst/>
                  </a:prstGeom>
                  <a:noFill/>
                  <a:ln w="38100" cap="flat" cmpd="sng" algn="ctr">
                    <a:solidFill>
                      <a:schemeClr val="tx1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</p:cxnSp>
              <p:sp>
                <p:nvSpPr>
                  <p:cNvPr id="14" name="Rectangle 13">
                    <a:extLst>
                      <a:ext uri="{FF2B5EF4-FFF2-40B4-BE49-F238E27FC236}">
                        <a16:creationId xmlns:a16="http://schemas.microsoft.com/office/drawing/2014/main" id="{9C747068-A66B-C6C8-9DA2-E0FFD5B6D271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1514139" y="3647278"/>
                    <a:ext cx="1470396" cy="400110"/>
                  </a:xfrm>
                  <a:prstGeom prst="rect">
                    <a:avLst/>
                  </a:prstGeom>
                  <a:solidFill>
                    <a:schemeClr val="accent5"/>
                  </a:solidFill>
                  <a:ln w="12700" cap="flat" cmpd="sng" algn="ctr">
                    <a:noFill/>
                    <a:prstDash val="solid"/>
                    <a:round/>
                    <a:headEnd type="none" w="med" len="med"/>
                    <a:tailEnd type="none" w="med" len="med"/>
                  </a:ln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  <a:spAutoFit/>
                  </a:bodyPr>
                  <a:lstStyle/>
                  <a:p>
                    <a:pPr marL="0" marR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lang="en-US" sz="2000" dirty="0" err="1">
                        <a:latin typeface="Times New Roman" pitchFamily="-65" charset="0"/>
                      </a:rPr>
                      <a:t>relu</a:t>
                    </a:r>
                    <a:endParaRPr kumimoji="0" lang="en-US" sz="2000" b="0" i="0" u="none" strike="noStrike" cap="none" normalizeH="0" baseline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latin typeface="Times New Roman" pitchFamily="-65" charset="0"/>
                    </a:endParaRPr>
                  </a:p>
                </p:txBody>
              </p:sp>
              <p:sp>
                <p:nvSpPr>
                  <p:cNvPr id="15" name="Rectangle 14">
                    <a:extLst>
                      <a:ext uri="{FF2B5EF4-FFF2-40B4-BE49-F238E27FC236}">
                        <a16:creationId xmlns:a16="http://schemas.microsoft.com/office/drawing/2014/main" id="{2E6B5660-1056-0E67-7480-2CBA3B9802FD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1514139" y="4250909"/>
                    <a:ext cx="1445254" cy="329185"/>
                  </a:xfrm>
                  <a:prstGeom prst="rect">
                    <a:avLst/>
                  </a:prstGeom>
                  <a:solidFill>
                    <a:schemeClr val="accent3">
                      <a:lumMod val="85000"/>
                    </a:schemeClr>
                  </a:solidFill>
                  <a:ln w="12700" cap="flat" cmpd="sng" algn="ctr">
                    <a:noFill/>
                    <a:prstDash val="solid"/>
                    <a:round/>
                    <a:headEnd type="none" w="med" len="med"/>
                    <a:tailEnd type="none" w="med" len="med"/>
                  </a:ln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  <a:spAutoFit/>
                  </a:bodyPr>
                  <a:lstStyle/>
                  <a:p>
                    <a:pPr marL="0" marR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2000" b="0" i="0" u="none" strike="noStrike" cap="none" normalizeH="0" baseline="0" dirty="0" err="1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-65" charset="0"/>
                      </a:rPr>
                      <a:t>GNNConv</a:t>
                    </a:r>
                    <a:endParaRPr kumimoji="0" lang="en-US" sz="2000" b="0" i="0" u="none" strike="noStrike" cap="none" normalizeH="0" baseline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latin typeface="Times New Roman" pitchFamily="-65" charset="0"/>
                    </a:endParaRPr>
                  </a:p>
                </p:txBody>
              </p:sp>
              <p:sp>
                <p:nvSpPr>
                  <p:cNvPr id="16" name="Rectangle 15">
                    <a:extLst>
                      <a:ext uri="{FF2B5EF4-FFF2-40B4-BE49-F238E27FC236}">
                        <a16:creationId xmlns:a16="http://schemas.microsoft.com/office/drawing/2014/main" id="{251C9667-5FD3-CA09-E39B-8052E4BDED0D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1521357" y="3058492"/>
                    <a:ext cx="1445254" cy="400110"/>
                  </a:xfrm>
                  <a:prstGeom prst="rect">
                    <a:avLst/>
                  </a:prstGeom>
                  <a:solidFill>
                    <a:srgbClr val="ECDBA2"/>
                  </a:solidFill>
                  <a:ln w="12700" cap="flat" cmpd="sng" algn="ctr">
                    <a:noFill/>
                    <a:prstDash val="solid"/>
                    <a:round/>
                    <a:headEnd type="none" w="med" len="med"/>
                    <a:tailEnd type="none" w="med" len="med"/>
                  </a:ln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  <a:spAutoFit/>
                  </a:bodyPr>
                  <a:lstStyle/>
                  <a:p>
                    <a:pPr marL="0" marR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lang="en-US" sz="2000" dirty="0">
                        <a:latin typeface="Times New Roman" pitchFamily="-65" charset="0"/>
                      </a:rPr>
                      <a:t>d</a:t>
                    </a:r>
                    <a:r>
                      <a:rPr kumimoji="0" lang="en-US" sz="2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-65" charset="0"/>
                      </a:rPr>
                      <a:t>ropout</a:t>
                    </a:r>
                  </a:p>
                </p:txBody>
              </p:sp>
            </p:grpSp>
            <p:cxnSp>
              <p:nvCxnSpPr>
                <p:cNvPr id="17" name="Straight Connector 16">
                  <a:extLst>
                    <a:ext uri="{FF2B5EF4-FFF2-40B4-BE49-F238E27FC236}">
                      <a16:creationId xmlns:a16="http://schemas.microsoft.com/office/drawing/2014/main" id="{12C42DF3-2875-27F0-4F86-2FCDB1A44452}"/>
                    </a:ext>
                  </a:extLst>
                </p:cNvPr>
                <p:cNvCxnSpPr>
                  <a:cxnSpLocks/>
                </p:cNvCxnSpPr>
                <p:nvPr/>
              </p:nvCxnSpPr>
              <p:spPr bwMode="auto">
                <a:xfrm>
                  <a:off x="3324242" y="2780812"/>
                  <a:ext cx="13929" cy="2353164"/>
                </a:xfrm>
                <a:prstGeom prst="line">
                  <a:avLst/>
                </a:prstGeom>
                <a:noFill/>
                <a:ln w="381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20" name="Straight Connector 19">
                  <a:extLst>
                    <a:ext uri="{FF2B5EF4-FFF2-40B4-BE49-F238E27FC236}">
                      <a16:creationId xmlns:a16="http://schemas.microsoft.com/office/drawing/2014/main" id="{7E7A77A4-64DF-E841-13CC-B6D93710F450}"/>
                    </a:ext>
                  </a:extLst>
                </p:cNvPr>
                <p:cNvCxnSpPr>
                  <a:cxnSpLocks/>
                </p:cNvCxnSpPr>
                <p:nvPr/>
              </p:nvCxnSpPr>
              <p:spPr bwMode="auto">
                <a:xfrm flipH="1">
                  <a:off x="2653777" y="2780812"/>
                  <a:ext cx="671515" cy="0"/>
                </a:xfrm>
                <a:prstGeom prst="line">
                  <a:avLst/>
                </a:prstGeom>
                <a:noFill/>
                <a:ln w="381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21" name="Straight Connector 20">
                  <a:extLst>
                    <a:ext uri="{FF2B5EF4-FFF2-40B4-BE49-F238E27FC236}">
                      <a16:creationId xmlns:a16="http://schemas.microsoft.com/office/drawing/2014/main" id="{2623EA14-31BF-E8BD-2CC4-C032007F386D}"/>
                    </a:ext>
                  </a:extLst>
                </p:cNvPr>
                <p:cNvCxnSpPr>
                  <a:cxnSpLocks/>
                </p:cNvCxnSpPr>
                <p:nvPr/>
              </p:nvCxnSpPr>
              <p:spPr bwMode="auto">
                <a:xfrm flipH="1">
                  <a:off x="1870370" y="2787229"/>
                  <a:ext cx="376983" cy="0"/>
                </a:xfrm>
                <a:prstGeom prst="line">
                  <a:avLst/>
                </a:prstGeom>
                <a:noFill/>
                <a:ln w="381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23" name="Straight Connector 22">
                  <a:extLst>
                    <a:ext uri="{FF2B5EF4-FFF2-40B4-BE49-F238E27FC236}">
                      <a16:creationId xmlns:a16="http://schemas.microsoft.com/office/drawing/2014/main" id="{740F1C11-13FA-C4D4-E6F3-1D271D0D12AD}"/>
                    </a:ext>
                  </a:extLst>
                </p:cNvPr>
                <p:cNvCxnSpPr>
                  <a:cxnSpLocks/>
                </p:cNvCxnSpPr>
                <p:nvPr/>
              </p:nvCxnSpPr>
              <p:spPr bwMode="auto">
                <a:xfrm>
                  <a:off x="2635408" y="2223065"/>
                  <a:ext cx="0" cy="563141"/>
                </a:xfrm>
                <a:prstGeom prst="line">
                  <a:avLst/>
                </a:prstGeom>
                <a:noFill/>
                <a:ln w="381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26" name="Straight Connector 25">
                  <a:extLst>
                    <a:ext uri="{FF2B5EF4-FFF2-40B4-BE49-F238E27FC236}">
                      <a16:creationId xmlns:a16="http://schemas.microsoft.com/office/drawing/2014/main" id="{68A88D3D-B3C8-7A12-5A15-FA5C6A4AD3E1}"/>
                    </a:ext>
                  </a:extLst>
                </p:cNvPr>
                <p:cNvCxnSpPr>
                  <a:cxnSpLocks/>
                </p:cNvCxnSpPr>
                <p:nvPr/>
              </p:nvCxnSpPr>
              <p:spPr bwMode="auto">
                <a:xfrm>
                  <a:off x="1892121" y="2224088"/>
                  <a:ext cx="0" cy="563141"/>
                </a:xfrm>
                <a:prstGeom prst="line">
                  <a:avLst/>
                </a:prstGeom>
                <a:noFill/>
                <a:ln w="381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27" name="Straight Connector 26">
                  <a:extLst>
                    <a:ext uri="{FF2B5EF4-FFF2-40B4-BE49-F238E27FC236}">
                      <a16:creationId xmlns:a16="http://schemas.microsoft.com/office/drawing/2014/main" id="{F9A0F1C4-B66A-CFF9-6030-280E5C7EDD7C}"/>
                    </a:ext>
                  </a:extLst>
                </p:cNvPr>
                <p:cNvCxnSpPr>
                  <a:cxnSpLocks/>
                </p:cNvCxnSpPr>
                <p:nvPr/>
              </p:nvCxnSpPr>
              <p:spPr bwMode="auto">
                <a:xfrm flipH="1">
                  <a:off x="2653445" y="5121097"/>
                  <a:ext cx="671515" cy="0"/>
                </a:xfrm>
                <a:prstGeom prst="line">
                  <a:avLst/>
                </a:prstGeom>
                <a:noFill/>
                <a:ln w="381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83" name="Straight Connector 82">
                  <a:extLst>
                    <a:ext uri="{FF2B5EF4-FFF2-40B4-BE49-F238E27FC236}">
                      <a16:creationId xmlns:a16="http://schemas.microsoft.com/office/drawing/2014/main" id="{76FB0A34-DB70-0C73-959D-C67588B174C8}"/>
                    </a:ext>
                  </a:extLst>
                </p:cNvPr>
                <p:cNvCxnSpPr>
                  <a:cxnSpLocks/>
                  <a:endCxn id="73" idx="2"/>
                </p:cNvCxnSpPr>
                <p:nvPr/>
              </p:nvCxnSpPr>
              <p:spPr bwMode="auto">
                <a:xfrm flipH="1">
                  <a:off x="2648465" y="4595001"/>
                  <a:ext cx="1231" cy="1039969"/>
                </a:xfrm>
                <a:prstGeom prst="line">
                  <a:avLst/>
                </a:prstGeom>
                <a:noFill/>
                <a:ln w="381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sp>
              <p:nvSpPr>
                <p:cNvPr id="35" name="TextBox 34">
                  <a:extLst>
                    <a:ext uri="{FF2B5EF4-FFF2-40B4-BE49-F238E27FC236}">
                      <a16:creationId xmlns:a16="http://schemas.microsoft.com/office/drawing/2014/main" id="{B6AC6556-4923-0302-8DB6-71421453B69C}"/>
                    </a:ext>
                  </a:extLst>
                </p:cNvPr>
                <p:cNvSpPr txBox="1"/>
                <p:nvPr/>
              </p:nvSpPr>
              <p:spPr>
                <a:xfrm>
                  <a:off x="2286000" y="0"/>
                  <a:ext cx="526106" cy="46166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(a)</a:t>
                  </a:r>
                </a:p>
              </p:txBody>
            </p:sp>
            <p:sp>
              <p:nvSpPr>
                <p:cNvPr id="73" name="Rectangle 72">
                  <a:extLst>
                    <a:ext uri="{FF2B5EF4-FFF2-40B4-BE49-F238E27FC236}">
                      <a16:creationId xmlns:a16="http://schemas.microsoft.com/office/drawing/2014/main" id="{BC834490-B999-6940-46BD-91A56B03ACC5}"/>
                    </a:ext>
                  </a:extLst>
                </p:cNvPr>
                <p:cNvSpPr/>
                <p:nvPr/>
              </p:nvSpPr>
              <p:spPr bwMode="auto">
                <a:xfrm>
                  <a:off x="1998470" y="5234860"/>
                  <a:ext cx="1299989" cy="400110"/>
                </a:xfrm>
                <a:prstGeom prst="rect">
                  <a:avLst/>
                </a:prstGeom>
                <a:solidFill>
                  <a:schemeClr val="accent6">
                    <a:lumMod val="60000"/>
                    <a:lumOff val="40000"/>
                  </a:schemeClr>
                </a:solidFill>
                <a:ln w="12700" cap="flat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  <a:spAutoFit/>
                </a:bodyPr>
                <a:lstStyle/>
                <a:p>
                  <a:pPr marL="0" marR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r>
                    <a:rPr lang="en-US" sz="2000" dirty="0">
                      <a:latin typeface="Times New Roman" pitchFamily="-65" charset="0"/>
                    </a:rPr>
                    <a:t>e</a:t>
                  </a:r>
                  <a:r>
                    <a:rPr kumimoji="0" lang="en-US" sz="2000" b="0" i="0" u="none" strike="noStrike" cap="none" normalizeH="0" baseline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latin typeface="Times New Roman" pitchFamily="-65" charset="0"/>
                    </a:rPr>
                    <a:t>dges</a:t>
                  </a:r>
                </a:p>
              </p:txBody>
            </p: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2" name="TextBox 21">
                    <a:extLst>
                      <a:ext uri="{FF2B5EF4-FFF2-40B4-BE49-F238E27FC236}">
                        <a16:creationId xmlns:a16="http://schemas.microsoft.com/office/drawing/2014/main" id="{49382512-2B42-6FC4-FF4D-352EEE85D316}"/>
                      </a:ext>
                    </a:extLst>
                  </p:cNvPr>
                  <p:cNvSpPr txBox="1"/>
                  <p:nvPr/>
                </p:nvSpPr>
                <p:spPr>
                  <a:xfrm>
                    <a:off x="2869121" y="2286000"/>
                    <a:ext cx="466025" cy="461665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22" name="TextBox 21">
                    <a:extLst>
                      <a:ext uri="{FF2B5EF4-FFF2-40B4-BE49-F238E27FC236}">
                        <a16:creationId xmlns:a16="http://schemas.microsoft.com/office/drawing/2014/main" id="{49382512-2B42-6FC4-FF4D-352EEE85D31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869121" y="2286000"/>
                    <a:ext cx="466025" cy="461665"/>
                  </a:xfrm>
                  <a:prstGeom prst="rect">
                    <a:avLst/>
                  </a:prstGeom>
                  <a:blipFill>
                    <a:blip r:embed="rId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4" name="TextBox 23">
                    <a:extLst>
                      <a:ext uri="{FF2B5EF4-FFF2-40B4-BE49-F238E27FC236}">
                        <a16:creationId xmlns:a16="http://schemas.microsoft.com/office/drawing/2014/main" id="{7474777B-E709-72E3-C5A6-61E9E13203FF}"/>
                      </a:ext>
                    </a:extLst>
                  </p:cNvPr>
                  <p:cNvSpPr txBox="1"/>
                  <p:nvPr/>
                </p:nvSpPr>
                <p:spPr>
                  <a:xfrm>
                    <a:off x="2112310" y="2286000"/>
                    <a:ext cx="467884" cy="461665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24" name="TextBox 23">
                    <a:extLst>
                      <a:ext uri="{FF2B5EF4-FFF2-40B4-BE49-F238E27FC236}">
                        <a16:creationId xmlns:a16="http://schemas.microsoft.com/office/drawing/2014/main" id="{7474777B-E709-72E3-C5A6-61E9E13203F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112310" y="2286000"/>
                    <a:ext cx="467884" cy="461665"/>
                  </a:xfrm>
                  <a:prstGeom prst="rect">
                    <a:avLst/>
                  </a:prstGeom>
                  <a:blipFill>
                    <a:blip r:embed="rId8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59170951-6AEB-F48D-E24F-13CAB4FAE761}"/>
                </a:ext>
              </a:extLst>
            </p:cNvPr>
            <p:cNvSpPr txBox="1"/>
            <p:nvPr/>
          </p:nvSpPr>
          <p:spPr>
            <a:xfrm>
              <a:off x="594911" y="2281535"/>
              <a:ext cx="1157689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33CC"/>
                  </a:solidFill>
                </a:rPr>
                <a:t>encoder</a:t>
              </a:r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E6CB3157-7E49-F521-14A1-F01AAC07A7E1}"/>
              </a:ext>
            </a:extLst>
          </p:cNvPr>
          <p:cNvGrpSpPr/>
          <p:nvPr/>
        </p:nvGrpSpPr>
        <p:grpSpPr>
          <a:xfrm>
            <a:off x="4114800" y="1052461"/>
            <a:ext cx="3746218" cy="3576347"/>
            <a:chOff x="4114800" y="1052461"/>
            <a:chExt cx="3746218" cy="3576347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88A075DB-2461-A707-D10F-8B3D07EEFE32}"/>
                </a:ext>
              </a:extLst>
            </p:cNvPr>
            <p:cNvGrpSpPr/>
            <p:nvPr/>
          </p:nvGrpSpPr>
          <p:grpSpPr>
            <a:xfrm>
              <a:off x="4114800" y="1052461"/>
              <a:ext cx="3746218" cy="3576347"/>
              <a:chOff x="4114800" y="1052461"/>
              <a:chExt cx="3746218" cy="3576347"/>
            </a:xfrm>
          </p:grpSpPr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44" name="TextBox 43">
                    <a:extLst>
                      <a:ext uri="{FF2B5EF4-FFF2-40B4-BE49-F238E27FC236}">
                        <a16:creationId xmlns:a16="http://schemas.microsoft.com/office/drawing/2014/main" id="{19E87098-DD41-6A22-2257-AAECE24EB34C}"/>
                      </a:ext>
                    </a:extLst>
                  </p:cNvPr>
                  <p:cNvSpPr txBox="1"/>
                  <p:nvPr/>
                </p:nvSpPr>
                <p:spPr>
                  <a:xfrm>
                    <a:off x="4114800" y="1052461"/>
                    <a:ext cx="3746218" cy="471539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acc>
                            <m:accPr>
                              <m:chr m:val="̂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𝑉</m:t>
                              </m:r>
                            </m:e>
                          </m:acc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model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nor/>
                            </m:rPr>
                            <a:rPr lang="en-US" dirty="0"/>
                            <m:t>edge</m:t>
                          </m:r>
                          <m:r>
                            <m:rPr>
                              <m:nor/>
                            </m:rPr>
                            <a:rPr lang="en-US" dirty="0"/>
                            <m:t>_</m:t>
                          </m:r>
                          <m:r>
                            <m:rPr>
                              <m:nor/>
                            </m:rPr>
                            <a:rPr lang="en-US" dirty="0"/>
                            <m:t>index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>
              <p:sp>
                <p:nvSpPr>
                  <p:cNvPr id="44" name="TextBox 43">
                    <a:extLst>
                      <a:ext uri="{FF2B5EF4-FFF2-40B4-BE49-F238E27FC236}">
                        <a16:creationId xmlns:a16="http://schemas.microsoft.com/office/drawing/2014/main" id="{19E87098-DD41-6A22-2257-AAECE24EB34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114800" y="1052461"/>
                    <a:ext cx="3746218" cy="471539"/>
                  </a:xfrm>
                  <a:prstGeom prst="rect">
                    <a:avLst/>
                  </a:prstGeom>
                  <a:blipFill>
                    <a:blip r:embed="rId12"/>
                    <a:stretch>
                      <a:fillRect t="-10526" b="-21053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32" name="Group 31">
                <a:extLst>
                  <a:ext uri="{FF2B5EF4-FFF2-40B4-BE49-F238E27FC236}">
                    <a16:creationId xmlns:a16="http://schemas.microsoft.com/office/drawing/2014/main" id="{25C3ACFD-AB4C-D05B-A6C8-929A7F053512}"/>
                  </a:ext>
                </a:extLst>
              </p:cNvPr>
              <p:cNvGrpSpPr/>
              <p:nvPr/>
            </p:nvGrpSpPr>
            <p:grpSpPr>
              <a:xfrm>
                <a:off x="4206559" y="1447800"/>
                <a:ext cx="1660841" cy="3181008"/>
                <a:chOff x="3637809" y="1492979"/>
                <a:chExt cx="1660841" cy="3181008"/>
              </a:xfrm>
            </p:grpSpPr>
            <p:grpSp>
              <p:nvGrpSpPr>
                <p:cNvPr id="43" name="Group 42">
                  <a:extLst>
                    <a:ext uri="{FF2B5EF4-FFF2-40B4-BE49-F238E27FC236}">
                      <a16:creationId xmlns:a16="http://schemas.microsoft.com/office/drawing/2014/main" id="{EAF5F684-84C4-A14E-1B0D-3B8035197D98}"/>
                    </a:ext>
                  </a:extLst>
                </p:cNvPr>
                <p:cNvGrpSpPr/>
                <p:nvPr/>
              </p:nvGrpSpPr>
              <p:grpSpPr>
                <a:xfrm>
                  <a:off x="3637809" y="1492979"/>
                  <a:ext cx="1660841" cy="3181008"/>
                  <a:chOff x="3651742" y="1229759"/>
                  <a:chExt cx="1660841" cy="3086863"/>
                </a:xfrm>
              </p:grpSpPr>
              <p:grpSp>
                <p:nvGrpSpPr>
                  <p:cNvPr id="2" name="Group 1">
                    <a:extLst>
                      <a:ext uri="{FF2B5EF4-FFF2-40B4-BE49-F238E27FC236}">
                        <a16:creationId xmlns:a16="http://schemas.microsoft.com/office/drawing/2014/main" id="{BAC969E4-01F3-BB5B-9242-8788A33CFDDC}"/>
                      </a:ext>
                    </a:extLst>
                  </p:cNvPr>
                  <p:cNvGrpSpPr/>
                  <p:nvPr/>
                </p:nvGrpSpPr>
                <p:grpSpPr>
                  <a:xfrm>
                    <a:off x="3651742" y="1229759"/>
                    <a:ext cx="1660841" cy="2909893"/>
                    <a:chOff x="1418079" y="555145"/>
                    <a:chExt cx="1660841" cy="2909893"/>
                  </a:xfrm>
                </p:grpSpPr>
                <p:sp>
                  <p:nvSpPr>
                    <p:cNvPr id="124" name="Rounded Rectangle 123">
                      <a:extLst>
                        <a:ext uri="{FF2B5EF4-FFF2-40B4-BE49-F238E27FC236}">
                          <a16:creationId xmlns:a16="http://schemas.microsoft.com/office/drawing/2014/main" id="{83D5407D-2C93-F6CA-3DA2-85A98BF25405}"/>
                        </a:ext>
                      </a:extLst>
                    </p:cNvPr>
                    <p:cNvSpPr/>
                    <p:nvPr/>
                  </p:nvSpPr>
                  <p:spPr bwMode="auto">
                    <a:xfrm>
                      <a:off x="1418079" y="816723"/>
                      <a:ext cx="1660841" cy="2326881"/>
                    </a:xfrm>
                    <a:prstGeom prst="roundRect">
                      <a:avLst/>
                    </a:prstGeom>
                    <a:solidFill>
                      <a:srgbClr val="EAECA4"/>
                    </a:solidFill>
                    <a:ln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>
                    <a:effectLst>
                      <a:outerShdw blurRad="50800" dist="38100" dir="2700000" algn="tl" rotWithShape="0">
                        <a:prstClr val="black">
                          <a:alpha val="40000"/>
                        </a:prstClr>
                      </a:outerShdw>
                    </a:effectLst>
                  </p:spPr>
                  <p:txBody>
                    <a:bodyPr vert="horz" wrap="square" lIns="91440" tIns="45720" rIns="91440" bIns="45720" numCol="1" rtlCol="0" anchor="t" anchorCtr="0" compatLnSpc="1">
                      <a:prstTxWarp prst="textNoShape">
                        <a:avLst/>
                      </a:prstTxWarp>
                      <a:spAutoFit/>
                    </a:bodyPr>
                    <a:lstStyle/>
                    <a:p>
                      <a:pPr marL="0" marR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2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-65" charset="0"/>
                      </a:endParaRPr>
                    </a:p>
                  </p:txBody>
                </p:sp>
                <p:grpSp>
                  <p:nvGrpSpPr>
                    <p:cNvPr id="119" name="Group 118">
                      <a:extLst>
                        <a:ext uri="{FF2B5EF4-FFF2-40B4-BE49-F238E27FC236}">
                          <a16:creationId xmlns:a16="http://schemas.microsoft.com/office/drawing/2014/main" id="{FAB6B393-F63A-CBE3-4B17-2C167F17D139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537538" y="555145"/>
                      <a:ext cx="1439434" cy="2909893"/>
                      <a:chOff x="5376500" y="-648841"/>
                      <a:chExt cx="1470396" cy="3536847"/>
                    </a:xfrm>
                  </p:grpSpPr>
                  <p:cxnSp>
                    <p:nvCxnSpPr>
                      <p:cNvPr id="118" name="Straight Connector 117">
                        <a:extLst>
                          <a:ext uri="{FF2B5EF4-FFF2-40B4-BE49-F238E27FC236}">
                            <a16:creationId xmlns:a16="http://schemas.microsoft.com/office/drawing/2014/main" id="{58899AEB-5A07-5610-AEFA-8C63A83CBE87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 bwMode="auto">
                      <a:xfrm>
                        <a:off x="6088282" y="-648841"/>
                        <a:ext cx="5563" cy="3536847"/>
                      </a:xfrm>
                      <a:prstGeom prst="line">
                        <a:avLst/>
                      </a:prstGeom>
                      <a:noFill/>
                      <a:ln w="38100" cap="flat" cmpd="sng" algn="ctr">
                        <a:solidFill>
                          <a:schemeClr val="tx1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>
                      <a:effectLst/>
                    </p:spPr>
                  </p:cxnSp>
                  <p:sp>
                    <p:nvSpPr>
                      <p:cNvPr id="115" name="Rectangle 114">
                        <a:extLst>
                          <a:ext uri="{FF2B5EF4-FFF2-40B4-BE49-F238E27FC236}">
                            <a16:creationId xmlns:a16="http://schemas.microsoft.com/office/drawing/2014/main" id="{5DB4E0B5-25E8-2D0A-4D03-302C0055B1C9}"/>
                          </a:ext>
                        </a:extLst>
                      </p:cNvPr>
                      <p:cNvSpPr/>
                      <p:nvPr/>
                    </p:nvSpPr>
                    <p:spPr bwMode="auto">
                      <a:xfrm>
                        <a:off x="5376500" y="1782451"/>
                        <a:ext cx="1470396" cy="471923"/>
                      </a:xfrm>
                      <a:prstGeom prst="rect">
                        <a:avLst/>
                      </a:prstGeom>
                      <a:solidFill>
                        <a:srgbClr val="FFFF00"/>
                      </a:solidFill>
                      <a:ln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>
                      <a:effectLst>
                        <a:outerShdw blurRad="50800" dist="38100" dir="2700000" algn="tl" rotWithShape="0">
                          <a:prstClr val="black">
                            <a:alpha val="40000"/>
                          </a:prstClr>
                        </a:outerShdw>
                      </a:effectLst>
                    </p:spPr>
                    <p:txBody>
                      <a:bodyPr vert="horz" wrap="square" lIns="91440" tIns="45720" rIns="91440" bIns="45720" numCol="1" rtlCol="0" anchor="t" anchorCtr="0" compatLnSpc="1">
                        <a:prstTxWarp prst="textNoShape">
                          <a:avLst/>
                        </a:prstTxWarp>
                        <a:spAutoFit/>
                      </a:bodyPr>
                      <a:lstStyle/>
                      <a:p>
                        <a:pPr marL="0" marR="0" indent="0" algn="ctr" defTabSz="914400" rtl="0" eaLnBrk="0" fontAlgn="base" latinLnBrk="0" hangingPunct="0">
                          <a:lnSpc>
                            <a:spcPct val="100000"/>
                          </a:lnSpc>
                          <a:spcBef>
                            <a:spcPct val="0"/>
                          </a:spcBef>
                          <a:spcAft>
                            <a:spcPct val="0"/>
                          </a:spcAft>
                          <a:buClrTx/>
                          <a:buSzTx/>
                          <a:buFontTx/>
                          <a:buNone/>
                          <a:tabLst/>
                        </a:pPr>
                        <a:r>
                          <a:rPr lang="en-US" sz="2000" dirty="0">
                            <a:latin typeface="Times New Roman" pitchFamily="-65" charset="0"/>
                          </a:rPr>
                          <a:t>Linear</a:t>
                        </a:r>
                        <a:endPara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-65" charset="0"/>
                        </a:endParaRPr>
                      </a:p>
                    </p:txBody>
                  </p:sp>
                </p:grpSp>
              </p:grpSp>
              <p:sp>
                <p:nvSpPr>
                  <p:cNvPr id="36" name="TextBox 35">
                    <a:extLst>
                      <a:ext uri="{FF2B5EF4-FFF2-40B4-BE49-F238E27FC236}">
                        <a16:creationId xmlns:a16="http://schemas.microsoft.com/office/drawing/2014/main" id="{49FDADF7-22C9-12C4-5D1F-563E589E9BCB}"/>
                      </a:ext>
                    </a:extLst>
                  </p:cNvPr>
                  <p:cNvSpPr txBox="1"/>
                  <p:nvPr/>
                </p:nvSpPr>
                <p:spPr>
                  <a:xfrm>
                    <a:off x="4503207" y="3854957"/>
                    <a:ext cx="526106" cy="461665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dirty="0"/>
                      <a:t>(a)</a:t>
                    </a:r>
                  </a:p>
                </p:txBody>
              </p:sp>
            </p:grpSp>
            <p:sp>
              <p:nvSpPr>
                <p:cNvPr id="25" name="Rectangle 24">
                  <a:extLst>
                    <a:ext uri="{FF2B5EF4-FFF2-40B4-BE49-F238E27FC236}">
                      <a16:creationId xmlns:a16="http://schemas.microsoft.com/office/drawing/2014/main" id="{C71C4509-3788-3308-4C1E-9A97D197318B}"/>
                    </a:ext>
                  </a:extLst>
                </p:cNvPr>
                <p:cNvSpPr/>
                <p:nvPr/>
              </p:nvSpPr>
              <p:spPr bwMode="auto">
                <a:xfrm>
                  <a:off x="3726306" y="2990760"/>
                  <a:ext cx="1470396" cy="400110"/>
                </a:xfrm>
                <a:prstGeom prst="rect">
                  <a:avLst/>
                </a:prstGeom>
                <a:solidFill>
                  <a:schemeClr val="accent5"/>
                </a:solidFill>
                <a:ln w="12700" cap="flat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  <a:spAutoFit/>
                </a:bodyPr>
                <a:lstStyle/>
                <a:p>
                  <a:pPr marL="0" marR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r>
                    <a:rPr lang="en-US" sz="2000" dirty="0" err="1">
                      <a:latin typeface="Times New Roman" pitchFamily="-65" charset="0"/>
                    </a:rPr>
                    <a:t>relu</a:t>
                  </a:r>
                  <a:endParaRPr kumimoji="0" lang="en-US" sz="20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Times New Roman" pitchFamily="-65" charset="0"/>
                  </a:endParaRPr>
                </a:p>
              </p:txBody>
            </p:sp>
            <p:sp>
              <p:nvSpPr>
                <p:cNvPr id="28" name="Rectangle 27">
                  <a:extLst>
                    <a:ext uri="{FF2B5EF4-FFF2-40B4-BE49-F238E27FC236}">
                      <a16:creationId xmlns:a16="http://schemas.microsoft.com/office/drawing/2014/main" id="{86270853-0989-0DF8-1B2C-B408777F5DB9}"/>
                    </a:ext>
                  </a:extLst>
                </p:cNvPr>
                <p:cNvSpPr/>
                <p:nvPr/>
              </p:nvSpPr>
              <p:spPr bwMode="auto">
                <a:xfrm>
                  <a:off x="3735130" y="2434020"/>
                  <a:ext cx="1445254" cy="400110"/>
                </a:xfrm>
                <a:prstGeom prst="rect">
                  <a:avLst/>
                </a:prstGeom>
                <a:solidFill>
                  <a:srgbClr val="ECDBA2"/>
                </a:solidFill>
                <a:ln w="12700" cap="flat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  <a:spAutoFit/>
                </a:bodyPr>
                <a:lstStyle/>
                <a:p>
                  <a:pPr marL="0" marR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r>
                    <a:rPr lang="en-US" sz="2000" dirty="0">
                      <a:latin typeface="Times New Roman" pitchFamily="-65" charset="0"/>
                    </a:rPr>
                    <a:t>d</a:t>
                  </a:r>
                  <a:r>
                    <a:rPr kumimoji="0" lang="en-US" sz="2000" b="0" i="0" u="none" strike="noStrike" cap="none" normalizeH="0" baseline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latin typeface="Times New Roman" pitchFamily="-65" charset="0"/>
                    </a:rPr>
                    <a:t>ropout</a:t>
                  </a:r>
                </a:p>
              </p:txBody>
            </p:sp>
            <p:sp>
              <p:nvSpPr>
                <p:cNvPr id="31" name="Rectangle 30">
                  <a:extLst>
                    <a:ext uri="{FF2B5EF4-FFF2-40B4-BE49-F238E27FC236}">
                      <a16:creationId xmlns:a16="http://schemas.microsoft.com/office/drawing/2014/main" id="{CE41AA0C-00F1-ABA7-5663-FF468F661227}"/>
                    </a:ext>
                  </a:extLst>
                </p:cNvPr>
                <p:cNvSpPr/>
                <p:nvPr/>
              </p:nvSpPr>
              <p:spPr bwMode="auto">
                <a:xfrm>
                  <a:off x="3726306" y="1899132"/>
                  <a:ext cx="1439434" cy="400110"/>
                </a:xfrm>
                <a:prstGeom prst="rect">
                  <a:avLst/>
                </a:prstGeom>
                <a:solidFill>
                  <a:srgbClr val="FFFF00"/>
                </a:solidFill>
                <a:ln w="12700" cap="flat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  <a:spAutoFit/>
                </a:bodyPr>
                <a:lstStyle/>
                <a:p>
                  <a:pPr marL="0" marR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r>
                    <a:rPr lang="en-US" sz="2000" dirty="0">
                      <a:latin typeface="Times New Roman" pitchFamily="-65" charset="0"/>
                    </a:rPr>
                    <a:t>Linear</a:t>
                  </a:r>
                  <a:endParaRPr kumimoji="0" lang="en-US" sz="20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Times New Roman" pitchFamily="-65" charset="0"/>
                  </a:endParaRPr>
                </a:p>
              </p:txBody>
            </p:sp>
          </p:grpSp>
        </p:grp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6BDCFCD1-238B-8A51-B284-66E1866F3358}"/>
                </a:ext>
              </a:extLst>
            </p:cNvPr>
            <p:cNvSpPr txBox="1"/>
            <p:nvPr/>
          </p:nvSpPr>
          <p:spPr>
            <a:xfrm>
              <a:off x="5867400" y="2281535"/>
              <a:ext cx="1157689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33CC"/>
                  </a:solidFill>
                </a:rPr>
                <a:t>decoder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8866381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898FA4-CF99-DC3C-6050-C69E2C2A83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15" name="Ink 14">
                <a:extLst>
                  <a:ext uri="{FF2B5EF4-FFF2-40B4-BE49-F238E27FC236}">
                    <a16:creationId xmlns:a16="http://schemas.microsoft.com/office/drawing/2014/main" id="{FAF14474-E226-552A-6D50-DAE70B4F32E3}"/>
                  </a:ext>
                </a:extLst>
              </p14:cNvPr>
              <p14:cNvContentPartPr/>
              <p14:nvPr/>
            </p14:nvContentPartPr>
            <p14:xfrm>
              <a:off x="-3466170" y="1018035"/>
              <a:ext cx="360" cy="360"/>
            </p14:xfrm>
          </p:contentPart>
        </mc:Choice>
        <mc:Fallback>
          <p:pic>
            <p:nvPicPr>
              <p:cNvPr id="15" name="Ink 14">
                <a:extLst>
                  <a:ext uri="{FF2B5EF4-FFF2-40B4-BE49-F238E27FC236}">
                    <a16:creationId xmlns:a16="http://schemas.microsoft.com/office/drawing/2014/main" id="{FAF14474-E226-552A-6D50-DAE70B4F32E3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-3475170" y="1009035"/>
                <a:ext cx="18000" cy="1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2626D0E4-341E-9E13-F191-F79F09AB2FD9}"/>
                  </a:ext>
                </a:extLst>
              </p14:cNvPr>
              <p14:cNvContentPartPr/>
              <p14:nvPr/>
            </p14:nvContentPartPr>
            <p14:xfrm>
              <a:off x="-1442970" y="3601395"/>
              <a:ext cx="360" cy="360"/>
            </p14:xfrm>
          </p:contentPart>
        </mc:Choice>
        <mc:Fallback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2626D0E4-341E-9E13-F191-F79F09AB2FD9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-1451970" y="3592395"/>
                <a:ext cx="18000" cy="1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">
            <p14:nvContentPartPr>
              <p14:cNvPr id="17" name="Ink 16">
                <a:extLst>
                  <a:ext uri="{FF2B5EF4-FFF2-40B4-BE49-F238E27FC236}">
                    <a16:creationId xmlns:a16="http://schemas.microsoft.com/office/drawing/2014/main" id="{02546EC7-B403-0961-DACC-DB015C3B3681}"/>
                  </a:ext>
                </a:extLst>
              </p14:cNvPr>
              <p14:cNvContentPartPr/>
              <p14:nvPr/>
            </p14:nvContentPartPr>
            <p14:xfrm>
              <a:off x="-2639610" y="602595"/>
              <a:ext cx="360" cy="360"/>
            </p14:xfrm>
          </p:contentPart>
        </mc:Choice>
        <mc:Fallback>
          <p:pic>
            <p:nvPicPr>
              <p:cNvPr id="17" name="Ink 16">
                <a:extLst>
                  <a:ext uri="{FF2B5EF4-FFF2-40B4-BE49-F238E27FC236}">
                    <a16:creationId xmlns:a16="http://schemas.microsoft.com/office/drawing/2014/main" id="{02546EC7-B403-0961-DACC-DB015C3B3681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-2648610" y="593595"/>
                <a:ext cx="18000" cy="1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">
            <p14:nvContentPartPr>
              <p14:cNvPr id="18" name="Ink 17">
                <a:extLst>
                  <a:ext uri="{FF2B5EF4-FFF2-40B4-BE49-F238E27FC236}">
                    <a16:creationId xmlns:a16="http://schemas.microsoft.com/office/drawing/2014/main" id="{6C2345B8-5918-E305-F7FE-AEB922E83474}"/>
                  </a:ext>
                </a:extLst>
              </p14:cNvPr>
              <p14:cNvContentPartPr/>
              <p14:nvPr/>
            </p14:nvContentPartPr>
            <p14:xfrm>
              <a:off x="-1243530" y="3062835"/>
              <a:ext cx="360" cy="360"/>
            </p14:xfrm>
          </p:contentPart>
        </mc:Choice>
        <mc:Fallback>
          <p:pic>
            <p:nvPicPr>
              <p:cNvPr id="18" name="Ink 17">
                <a:extLst>
                  <a:ext uri="{FF2B5EF4-FFF2-40B4-BE49-F238E27FC236}">
                    <a16:creationId xmlns:a16="http://schemas.microsoft.com/office/drawing/2014/main" id="{6C2345B8-5918-E305-F7FE-AEB922E83474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-1252530" y="3053835"/>
                <a:ext cx="18000" cy="18000"/>
              </a:xfrm>
              <a:prstGeom prst="rect">
                <a:avLst/>
              </a:prstGeom>
            </p:spPr>
          </p:pic>
        </mc:Fallback>
      </mc:AlternateContent>
      <p:sp>
        <p:nvSpPr>
          <p:cNvPr id="6" name="Title 5">
            <a:extLst>
              <a:ext uri="{FF2B5EF4-FFF2-40B4-BE49-F238E27FC236}">
                <a16:creationId xmlns:a16="http://schemas.microsoft.com/office/drawing/2014/main" id="{D2F50184-4D9D-6299-9ABE-153690E1EC9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err="1"/>
              <a:t>P</a:t>
            </a:r>
            <a:r>
              <a:rPr lang="en-US" sz="2800" dirty="0" err="1"/>
              <a:t>y</a:t>
            </a:r>
            <a:r>
              <a:rPr lang="en-US" dirty="0" err="1"/>
              <a:t>torch</a:t>
            </a:r>
            <a:r>
              <a:rPr lang="en-US" dirty="0"/>
              <a:t> geometric (</a:t>
            </a:r>
            <a:r>
              <a:rPr lang="en-US" dirty="0" err="1"/>
              <a:t>P</a:t>
            </a:r>
            <a:r>
              <a:rPr lang="en-US" sz="2800" dirty="0" err="1"/>
              <a:t>y</a:t>
            </a:r>
            <a:r>
              <a:rPr lang="en-US" dirty="0" err="1"/>
              <a:t>G</a:t>
            </a:r>
            <a:r>
              <a:rPr lang="en-US" dirty="0"/>
              <a:t>)</a:t>
            </a:r>
            <a:br>
              <a:rPr lang="en-US" dirty="0"/>
            </a:br>
            <a:endParaRPr lang="en-US" dirty="0">
              <a:solidFill>
                <a:schemeClr val="accent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1420286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0CD405-C1D4-0F56-E4E0-63BDC63571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F98C69E7-E9A8-6C27-78C8-47C367C4C43D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The toolkit </a:t>
                </a:r>
                <a:r>
                  <a:rPr lang="en-US" dirty="0" err="1">
                    <a:solidFill>
                      <a:srgbClr val="0033CC"/>
                    </a:solidFill>
                  </a:rPr>
                  <a:t>PyTorch</a:t>
                </a:r>
                <a:r>
                  <a:rPr lang="en-US" dirty="0">
                    <a:solidFill>
                      <a:srgbClr val="0033CC"/>
                    </a:solidFill>
                  </a:rPr>
                  <a:t> Geometric (</a:t>
                </a:r>
                <a:r>
                  <a:rPr lang="en-US" dirty="0" err="1">
                    <a:solidFill>
                      <a:srgbClr val="0033CC"/>
                    </a:solidFill>
                  </a:rPr>
                  <a:t>PyG</a:t>
                </a:r>
                <a:r>
                  <a:rPr lang="en-US" dirty="0">
                    <a:solidFill>
                      <a:srgbClr val="0033CC"/>
                    </a:solidFill>
                  </a:rPr>
                  <a:t>) </a:t>
                </a:r>
                <a:r>
                  <a:rPr lang="en-US" dirty="0"/>
                  <a:t>solves two problems (among many others):</a:t>
                </a:r>
              </a:p>
              <a:p>
                <a:r>
                  <a:rPr lang="en-US" dirty="0"/>
                  <a:t>How to do matrix algebra with </a:t>
                </a:r>
                <a:r>
                  <a:rPr lang="en-US" dirty="0">
                    <a:solidFill>
                      <a:srgbClr val="0033CC"/>
                    </a:solidFill>
                  </a:rPr>
                  <a:t>sparse matrices.</a:t>
                </a:r>
              </a:p>
              <a:p>
                <a:r>
                  <a:rPr lang="en-US" dirty="0"/>
                  <a:t>How to do </a:t>
                </a:r>
                <a:r>
                  <a:rPr lang="en-US" dirty="0">
                    <a:solidFill>
                      <a:srgbClr val="0033CC"/>
                    </a:solidFill>
                  </a:rPr>
                  <a:t>batch processing </a:t>
                </a:r>
                <a:r>
                  <a:rPr lang="en-US" dirty="0"/>
                  <a:t>of graphs.</a:t>
                </a:r>
                <a:br>
                  <a:rPr lang="en-US" dirty="0"/>
                </a:b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In our earlier GNN example, step </a:t>
                </a:r>
                <a:r>
                  <a:rPr lang="en-US" i="1" dirty="0">
                    <a:solidFill>
                      <a:srgbClr val="C00000"/>
                    </a:solidFill>
                  </a:rPr>
                  <a:t>2</a:t>
                </a:r>
                <a:r>
                  <a:rPr lang="en-US" dirty="0"/>
                  <a:t> below used</a:t>
                </a:r>
              </a:p>
              <a:p>
                <a:pPr marL="0" indent="0">
                  <a:buNone/>
                </a:pPr>
                <a:r>
                  <a:rPr lang="en-US" dirty="0" err="1">
                    <a:solidFill>
                      <a:srgbClr val="0033CC"/>
                    </a:solidFill>
                  </a:rPr>
                  <a:t>torch.matmul</a:t>
                </a:r>
                <a:r>
                  <a:rPr lang="en-US" dirty="0">
                    <a:solidFill>
                      <a:srgbClr val="0033CC"/>
                    </a:solidFill>
                  </a:rPr>
                  <a:t>(</a:t>
                </a:r>
                <a:r>
                  <a:rPr lang="en-US" i="1" dirty="0">
                    <a:solidFill>
                      <a:srgbClr val="0033CC"/>
                    </a:solidFill>
                  </a:rPr>
                  <a:t>A</a:t>
                </a:r>
                <a:r>
                  <a:rPr lang="en-US" dirty="0">
                    <a:solidFill>
                      <a:srgbClr val="0033CC"/>
                    </a:solidFill>
                  </a:rPr>
                  <a:t>, </a:t>
                </a:r>
                <a:r>
                  <a:rPr lang="en-US" i="1" dirty="0">
                    <a:solidFill>
                      <a:srgbClr val="0033CC"/>
                    </a:solidFill>
                  </a:rPr>
                  <a:t>X</a:t>
                </a:r>
                <a:r>
                  <a:rPr lang="en-US" dirty="0">
                    <a:solidFill>
                      <a:srgbClr val="0033CC"/>
                    </a:solidFill>
                  </a:rPr>
                  <a:t>). </a:t>
                </a:r>
                <a:r>
                  <a:rPr lang="en-US" dirty="0"/>
                  <a:t>But in </a:t>
                </a:r>
                <a:r>
                  <a:rPr lang="en-US" dirty="0" err="1"/>
                  <a:t>PyG</a:t>
                </a:r>
                <a:r>
                  <a:rPr lang="en-US" dirty="0"/>
                  <a:t> (pi-gee) </a:t>
                </a:r>
                <a:br>
                  <a:rPr lang="en-US" dirty="0"/>
                </a:b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p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𝐴𝑋</m:t>
                    </m:r>
                  </m:oMath>
                </a14:m>
                <a:r>
                  <a:rPr lang="en-US" dirty="0">
                    <a:solidFill>
                      <a:srgbClr val="0033CC"/>
                    </a:solidFill>
                  </a:rPr>
                  <a:t> </a:t>
                </a:r>
                <a:r>
                  <a:rPr lang="en-US" dirty="0"/>
                  <a:t>is computed using </a:t>
                </a:r>
                <a:r>
                  <a:rPr lang="en-US" i="1" dirty="0">
                    <a:solidFill>
                      <a:srgbClr val="0033CC"/>
                    </a:solidFill>
                  </a:rPr>
                  <a:t>X </a:t>
                </a:r>
                <a:r>
                  <a:rPr lang="en-US" dirty="0"/>
                  <a:t>and the </a:t>
                </a:r>
                <a:r>
                  <a:rPr lang="en-US" dirty="0">
                    <a:solidFill>
                      <a:srgbClr val="0033CC"/>
                    </a:solidFill>
                  </a:rPr>
                  <a:t>edges</a:t>
                </a:r>
                <a:r>
                  <a:rPr lang="en-US" dirty="0"/>
                  <a:t>.</a:t>
                </a:r>
                <a:endParaRPr lang="en-US" i="1" dirty="0">
                  <a:latin typeface="Cambria Math" panose="02040503050406030204" pitchFamily="18" charset="0"/>
                </a:endParaRPr>
              </a:p>
              <a:p>
                <a:pPr marL="457200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𝜎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𝑉</m:t>
                        </m:r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𝑊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p>
                        </m:sSubSup>
                        <m:r>
                          <a:rPr lang="en-US" i="1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/>
                  <a:t>	node embedding</a:t>
                </a:r>
              </a:p>
              <a:p>
                <a:pPr marL="457200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𝐴𝑋</m:t>
                    </m:r>
                  </m:oMath>
                </a14:m>
                <a:r>
                  <a:rPr lang="en-US" dirty="0"/>
                  <a:t>			node attention</a:t>
                </a:r>
              </a:p>
              <a:p>
                <a:pPr marL="457200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𝑍</m:t>
                    </m:r>
                    <m:r>
                      <a:rPr lang="en-US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′</m:t>
                    </m:r>
                    <m:sSubSup>
                      <m:sSubSupPr>
                        <m:ctrlP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bSup>
                    <m:r>
                      <a:rPr lang="en-US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en-US" dirty="0">
                  <a:solidFill>
                    <a:schemeClr val="tx1"/>
                  </a:solidFill>
                </a:endParaRPr>
              </a:p>
              <a:p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F98C69E7-E9A8-6C27-78C8-47C367C4C43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3"/>
                <a:stretch>
                  <a:fillRect l="-1309" t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9" name="Title 28">
            <a:extLst>
              <a:ext uri="{FF2B5EF4-FFF2-40B4-BE49-F238E27FC236}">
                <a16:creationId xmlns:a16="http://schemas.microsoft.com/office/drawing/2014/main" id="{0793D6EC-D8BD-B2F4-78DC-526DB35CFF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solidFill>
                  <a:srgbClr val="0033CC"/>
                </a:solidFill>
              </a:rPr>
              <a:t>PyTorch</a:t>
            </a:r>
            <a:r>
              <a:rPr lang="en-US" dirty="0">
                <a:solidFill>
                  <a:srgbClr val="0033CC"/>
                </a:solidFill>
              </a:rPr>
              <a:t> Geometric (1)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70AD2327-F719-947C-DAED-2F197DEBB6C8}"/>
              </a:ext>
            </a:extLst>
          </p:cNvPr>
          <p:cNvSpPr txBox="1"/>
          <p:nvPr/>
        </p:nvSpPr>
        <p:spPr>
          <a:xfrm>
            <a:off x="7295903" y="5742463"/>
            <a:ext cx="151996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GNNConv</a:t>
            </a:r>
            <a:endParaRPr lang="en-US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143DFE48-C1AD-9564-4F6A-768BED429591}"/>
              </a:ext>
            </a:extLst>
          </p:cNvPr>
          <p:cNvGrpSpPr/>
          <p:nvPr/>
        </p:nvGrpSpPr>
        <p:grpSpPr>
          <a:xfrm>
            <a:off x="6934200" y="2012087"/>
            <a:ext cx="1981200" cy="3775780"/>
            <a:chOff x="6629400" y="2012087"/>
            <a:chExt cx="1981200" cy="3775780"/>
          </a:xfrm>
        </p:grpSpPr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661E5E82-830B-54EF-7C13-8DD89DC1A602}"/>
                </a:ext>
              </a:extLst>
            </p:cNvPr>
            <p:cNvGrpSpPr/>
            <p:nvPr/>
          </p:nvGrpSpPr>
          <p:grpSpPr>
            <a:xfrm>
              <a:off x="6629400" y="2454118"/>
              <a:ext cx="1981200" cy="3333749"/>
              <a:chOff x="6629400" y="2454118"/>
              <a:chExt cx="1981200" cy="3333749"/>
            </a:xfrm>
          </p:grpSpPr>
          <p:sp>
            <p:nvSpPr>
              <p:cNvPr id="19" name="Rounded Rectangle 18">
                <a:extLst>
                  <a:ext uri="{FF2B5EF4-FFF2-40B4-BE49-F238E27FC236}">
                    <a16:creationId xmlns:a16="http://schemas.microsoft.com/office/drawing/2014/main" id="{761430C8-BB4B-360F-3221-095248226F63}"/>
                  </a:ext>
                </a:extLst>
              </p:cNvPr>
              <p:cNvSpPr/>
              <p:nvPr/>
            </p:nvSpPr>
            <p:spPr bwMode="auto">
              <a:xfrm>
                <a:off x="6629400" y="2842346"/>
                <a:ext cx="1975754" cy="2359248"/>
              </a:xfrm>
              <a:prstGeom prst="roundRect">
                <a:avLst/>
              </a:prstGeom>
              <a:solidFill>
                <a:srgbClr val="EAECA4"/>
              </a:solidFill>
              <a:ln w="127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  <a:spAutoFit/>
              </a:bodyPr>
              <a:lstStyle/>
              <a:p>
                <a:pPr marL="0" marR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2400" b="0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itchFamily="-65" charset="0"/>
                </a:endParaRPr>
              </a:p>
            </p:txBody>
          </p:sp>
          <p:cxnSp>
            <p:nvCxnSpPr>
              <p:cNvPr id="30" name="Straight Connector 29">
                <a:extLst>
                  <a:ext uri="{FF2B5EF4-FFF2-40B4-BE49-F238E27FC236}">
                    <a16:creationId xmlns:a16="http://schemas.microsoft.com/office/drawing/2014/main" id="{1CB6A739-9A9B-80E8-A81D-D0DF9B7D27EF}"/>
                  </a:ext>
                </a:extLst>
              </p:cNvPr>
              <p:cNvCxnSpPr>
                <a:cxnSpLocks/>
              </p:cNvCxnSpPr>
              <p:nvPr/>
            </p:nvCxnSpPr>
            <p:spPr bwMode="auto">
              <a:xfrm>
                <a:off x="7505164" y="2454118"/>
                <a:ext cx="25757" cy="2956082"/>
              </a:xfrm>
              <a:prstGeom prst="line">
                <a:avLst/>
              </a:prstGeom>
              <a:noFill/>
              <a:ln w="381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1F615B14-9431-9ACE-F8E6-4543264C797A}"/>
                  </a:ext>
                </a:extLst>
              </p:cNvPr>
              <p:cNvSpPr txBox="1"/>
              <p:nvPr/>
            </p:nvSpPr>
            <p:spPr>
              <a:xfrm>
                <a:off x="7733763" y="3489561"/>
                <a:ext cx="430403" cy="42239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b="1" dirty="0"/>
                  <a:t>@</a:t>
                </a:r>
              </a:p>
            </p:txBody>
          </p:sp>
          <p:cxnSp>
            <p:nvCxnSpPr>
              <p:cNvPr id="34" name="Straight Connector 33">
                <a:extLst>
                  <a:ext uri="{FF2B5EF4-FFF2-40B4-BE49-F238E27FC236}">
                    <a16:creationId xmlns:a16="http://schemas.microsoft.com/office/drawing/2014/main" id="{BF46BD13-8DF4-EE64-7DA2-7981B2E2462A}"/>
                  </a:ext>
                </a:extLst>
              </p:cNvPr>
              <p:cNvCxnSpPr>
                <a:cxnSpLocks/>
              </p:cNvCxnSpPr>
              <p:nvPr/>
            </p:nvCxnSpPr>
            <p:spPr bwMode="auto">
              <a:xfrm flipH="1">
                <a:off x="8031906" y="3733800"/>
                <a:ext cx="350094" cy="0"/>
              </a:xfrm>
              <a:prstGeom prst="line">
                <a:avLst/>
              </a:prstGeom>
              <a:noFill/>
              <a:ln w="381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cxnSp>
            <p:nvCxnSpPr>
              <p:cNvPr id="39" name="Straight Connector 38">
                <a:extLst>
                  <a:ext uri="{FF2B5EF4-FFF2-40B4-BE49-F238E27FC236}">
                    <a16:creationId xmlns:a16="http://schemas.microsoft.com/office/drawing/2014/main" id="{68F8F73B-CEB7-6B92-7C10-5C11C9F1AB76}"/>
                  </a:ext>
                </a:extLst>
              </p:cNvPr>
              <p:cNvCxnSpPr>
                <a:cxnSpLocks/>
              </p:cNvCxnSpPr>
              <p:nvPr/>
            </p:nvCxnSpPr>
            <p:spPr bwMode="auto">
              <a:xfrm flipH="1">
                <a:off x="7542590" y="3729442"/>
                <a:ext cx="350094" cy="0"/>
              </a:xfrm>
              <a:prstGeom prst="line">
                <a:avLst/>
              </a:prstGeom>
              <a:noFill/>
              <a:ln w="381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0" name="TextBox 39">
                    <a:extLst>
                      <a:ext uri="{FF2B5EF4-FFF2-40B4-BE49-F238E27FC236}">
                        <a16:creationId xmlns:a16="http://schemas.microsoft.com/office/drawing/2014/main" id="{662B57AC-D3DF-4B29-9C4C-36D213B9E4F5}"/>
                      </a:ext>
                    </a:extLst>
                  </p:cNvPr>
                  <p:cNvSpPr txBox="1"/>
                  <p:nvPr/>
                </p:nvSpPr>
                <p:spPr>
                  <a:xfrm>
                    <a:off x="8144575" y="5326202"/>
                    <a:ext cx="466025" cy="461665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40" name="TextBox 39">
                    <a:extLst>
                      <a:ext uri="{FF2B5EF4-FFF2-40B4-BE49-F238E27FC236}">
                        <a16:creationId xmlns:a16="http://schemas.microsoft.com/office/drawing/2014/main" id="{662B57AC-D3DF-4B29-9C4C-36D213B9E4F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144575" y="5326202"/>
                    <a:ext cx="466025" cy="461665"/>
                  </a:xfrm>
                  <a:prstGeom prst="rect">
                    <a:avLst/>
                  </a:prstGeom>
                  <a:blipFill>
                    <a:blip r:embed="rId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2" name="TextBox 41">
                    <a:extLst>
                      <a:ext uri="{FF2B5EF4-FFF2-40B4-BE49-F238E27FC236}">
                        <a16:creationId xmlns:a16="http://schemas.microsoft.com/office/drawing/2014/main" id="{61AD9897-8F1D-3794-BE86-A6D53C7C1BE5}"/>
                      </a:ext>
                    </a:extLst>
                  </p:cNvPr>
                  <p:cNvSpPr txBox="1"/>
                  <p:nvPr/>
                </p:nvSpPr>
                <p:spPr>
                  <a:xfrm>
                    <a:off x="7304516" y="5326202"/>
                    <a:ext cx="467884" cy="461665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42" name="TextBox 41">
                    <a:extLst>
                      <a:ext uri="{FF2B5EF4-FFF2-40B4-BE49-F238E27FC236}">
                        <a16:creationId xmlns:a16="http://schemas.microsoft.com/office/drawing/2014/main" id="{61AD9897-8F1D-3794-BE86-A6D53C7C1BE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304516" y="5326202"/>
                    <a:ext cx="467884" cy="461665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45" name="Rectangle 44">
                <a:extLst>
                  <a:ext uri="{FF2B5EF4-FFF2-40B4-BE49-F238E27FC236}">
                    <a16:creationId xmlns:a16="http://schemas.microsoft.com/office/drawing/2014/main" id="{648DF4C4-AB5C-FF87-6424-32C74A0E79D4}"/>
                  </a:ext>
                </a:extLst>
              </p:cNvPr>
              <p:cNvSpPr/>
              <p:nvPr/>
            </p:nvSpPr>
            <p:spPr bwMode="auto">
              <a:xfrm>
                <a:off x="6773431" y="3105090"/>
                <a:ext cx="1470396" cy="400110"/>
              </a:xfrm>
              <a:prstGeom prst="rect">
                <a:avLst/>
              </a:prstGeom>
              <a:solidFill>
                <a:srgbClr val="FFFF00"/>
              </a:solidFill>
              <a:ln w="12700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  <a:spAutoFit/>
              </a:bodyPr>
              <a:lstStyle/>
              <a:p>
                <a:pPr marL="0" marR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lang="en-US" sz="2000" dirty="0">
                    <a:latin typeface="Times New Roman" pitchFamily="-65" charset="0"/>
                  </a:rPr>
                  <a:t>Linear</a:t>
                </a:r>
                <a:endParaRPr kumimoji="0" lang="en-US" sz="2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itchFamily="-65" charset="0"/>
                </a:endParaRPr>
              </a:p>
            </p:txBody>
          </p:sp>
          <p:cxnSp>
            <p:nvCxnSpPr>
              <p:cNvPr id="46" name="Straight Connector 45">
                <a:extLst>
                  <a:ext uri="{FF2B5EF4-FFF2-40B4-BE49-F238E27FC236}">
                    <a16:creationId xmlns:a16="http://schemas.microsoft.com/office/drawing/2014/main" id="{7816ABE7-C72A-CB66-7C6E-797E1EA10D31}"/>
                  </a:ext>
                </a:extLst>
              </p:cNvPr>
              <p:cNvCxnSpPr>
                <a:cxnSpLocks/>
              </p:cNvCxnSpPr>
              <p:nvPr/>
            </p:nvCxnSpPr>
            <p:spPr bwMode="auto">
              <a:xfrm>
                <a:off x="8382000" y="3709175"/>
                <a:ext cx="0" cy="1701025"/>
              </a:xfrm>
              <a:prstGeom prst="line">
                <a:avLst/>
              </a:prstGeom>
              <a:noFill/>
              <a:ln w="381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B2BBF294-3697-069F-F0EB-F1121C005DC2}"/>
                  </a:ext>
                </a:extLst>
              </p:cNvPr>
              <p:cNvSpPr/>
              <p:nvPr/>
            </p:nvSpPr>
            <p:spPr bwMode="auto">
              <a:xfrm>
                <a:off x="6781800" y="4559296"/>
                <a:ext cx="1470396" cy="400110"/>
              </a:xfrm>
              <a:prstGeom prst="rect">
                <a:avLst/>
              </a:prstGeom>
              <a:solidFill>
                <a:srgbClr val="FFC000"/>
              </a:solidFill>
              <a:ln w="12700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  <a:spAutoFit/>
              </a:bodyPr>
              <a:lstStyle/>
              <a:p>
                <a:pPr marL="0" marR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en-US" sz="20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Times New Roman" pitchFamily="-65" charset="0"/>
                  </a:rPr>
                  <a:t>Embed</a:t>
                </a:r>
              </a:p>
            </p:txBody>
          </p:sp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D9C6E439-52DB-AB6F-F4FE-374182FB3C6A}"/>
                  </a:ext>
                </a:extLst>
              </p:cNvPr>
              <p:cNvSpPr/>
              <p:nvPr/>
            </p:nvSpPr>
            <p:spPr bwMode="auto">
              <a:xfrm>
                <a:off x="6762424" y="3962400"/>
                <a:ext cx="1470396" cy="400110"/>
              </a:xfrm>
              <a:prstGeom prst="rect">
                <a:avLst/>
              </a:prstGeom>
              <a:solidFill>
                <a:schemeClr val="accent5"/>
              </a:solidFill>
              <a:ln w="12700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  <a:spAutoFit/>
              </a:bodyPr>
              <a:lstStyle/>
              <a:p>
                <a:pPr marL="0" marR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lang="en-US" sz="2000" dirty="0" err="1">
                    <a:latin typeface="Times New Roman" pitchFamily="-65" charset="0"/>
                  </a:rPr>
                  <a:t>relu</a:t>
                </a:r>
                <a:endParaRPr kumimoji="0" lang="en-US" sz="2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itchFamily="-65" charset="0"/>
                </a:endParaRP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737B16F7-E552-EA18-BE02-3CC438FDEF22}"/>
                    </a:ext>
                  </a:extLst>
                </p:cNvPr>
                <p:cNvSpPr txBox="1"/>
                <p:nvPr/>
              </p:nvSpPr>
              <p:spPr>
                <a:xfrm>
                  <a:off x="7295903" y="2012087"/>
                  <a:ext cx="451854" cy="46166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𝑍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737B16F7-E552-EA18-BE02-3CC438FDEF2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295903" y="2012087"/>
                  <a:ext cx="451854" cy="461665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2367142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521470-76B4-F934-DB34-60D597BA55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8078176-F7F9-1DDA-82EC-1A09F67E49A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In our 4-node graph example, </a:t>
            </a:r>
            <a:r>
              <a:rPr lang="en-US" dirty="0" err="1">
                <a:latin typeface="+mn-lt"/>
              </a:rPr>
              <a:t>PyG</a:t>
            </a:r>
            <a:r>
              <a:rPr lang="en-US" dirty="0">
                <a:latin typeface="+mn-lt"/>
              </a:rPr>
              <a:t> uses 3 data structures:</a:t>
            </a:r>
          </a:p>
          <a:p>
            <a:pPr marL="0" indent="0">
              <a:buNone/>
            </a:pPr>
            <a:endParaRPr lang="en-US" dirty="0">
              <a:latin typeface="+mn-lt"/>
            </a:endParaRPr>
          </a:p>
          <a:p>
            <a:pPr marL="0" indent="0">
              <a:buNone/>
            </a:pPr>
            <a:r>
              <a:rPr lang="en-US" dirty="0">
                <a:latin typeface="+mn-lt"/>
              </a:rPr>
              <a:t>				</a:t>
            </a:r>
          </a:p>
          <a:p>
            <a:pPr marL="0" indent="0">
              <a:buNone/>
            </a:pPr>
            <a:r>
              <a:rPr lang="en-US" dirty="0"/>
              <a:t>				</a:t>
            </a:r>
            <a:r>
              <a:rPr lang="en-US" dirty="0" err="1"/>
              <a:t>edge_index</a:t>
            </a: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	nodes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	</a:t>
            </a:r>
          </a:p>
          <a:p>
            <a:pPr marL="0" indent="0">
              <a:buNone/>
            </a:pPr>
            <a:r>
              <a:rPr lang="en-US" dirty="0"/>
              <a:t>	</a:t>
            </a:r>
            <a:r>
              <a:rPr lang="en-US" dirty="0" err="1"/>
              <a:t>edge_weights</a:t>
            </a:r>
            <a:endParaRPr lang="en-US" dirty="0"/>
          </a:p>
        </p:txBody>
      </p:sp>
      <p:sp>
        <p:nvSpPr>
          <p:cNvPr id="29" name="Title 28">
            <a:extLst>
              <a:ext uri="{FF2B5EF4-FFF2-40B4-BE49-F238E27FC236}">
                <a16:creationId xmlns:a16="http://schemas.microsoft.com/office/drawing/2014/main" id="{5B35087F-32A9-7F36-84FE-DBBB7044FE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solidFill>
                  <a:srgbClr val="0033CC"/>
                </a:solidFill>
              </a:rPr>
              <a:t>PyTorch</a:t>
            </a:r>
            <a:r>
              <a:rPr lang="en-US" dirty="0">
                <a:solidFill>
                  <a:srgbClr val="0033CC"/>
                </a:solidFill>
              </a:rPr>
              <a:t> Geometric (2)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A9596978-C3EC-089B-7401-00A22ED11398}"/>
              </a:ext>
            </a:extLst>
          </p:cNvPr>
          <p:cNvSpPr txBox="1"/>
          <p:nvPr/>
        </p:nvSpPr>
        <p:spPr>
          <a:xfrm>
            <a:off x="7295903" y="5742463"/>
            <a:ext cx="151996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GNNConv</a:t>
            </a:r>
            <a:endParaRPr lang="en-US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BA5AF088-D725-08FA-F6D9-86E4901A421F}"/>
              </a:ext>
            </a:extLst>
          </p:cNvPr>
          <p:cNvGrpSpPr/>
          <p:nvPr/>
        </p:nvGrpSpPr>
        <p:grpSpPr>
          <a:xfrm>
            <a:off x="6629400" y="2012087"/>
            <a:ext cx="1981200" cy="3775780"/>
            <a:chOff x="6629400" y="2012087"/>
            <a:chExt cx="1981200" cy="3775780"/>
          </a:xfrm>
        </p:grpSpPr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749A6CF9-F9DD-2DD8-FF0D-D26C5F03A409}"/>
                </a:ext>
              </a:extLst>
            </p:cNvPr>
            <p:cNvGrpSpPr/>
            <p:nvPr/>
          </p:nvGrpSpPr>
          <p:grpSpPr>
            <a:xfrm>
              <a:off x="6629400" y="2454118"/>
              <a:ext cx="1981200" cy="3333749"/>
              <a:chOff x="6629400" y="2454118"/>
              <a:chExt cx="1981200" cy="3333749"/>
            </a:xfrm>
          </p:grpSpPr>
          <p:sp>
            <p:nvSpPr>
              <p:cNvPr id="19" name="Rounded Rectangle 18">
                <a:extLst>
                  <a:ext uri="{FF2B5EF4-FFF2-40B4-BE49-F238E27FC236}">
                    <a16:creationId xmlns:a16="http://schemas.microsoft.com/office/drawing/2014/main" id="{AB10F7DF-5440-34D7-A5FB-6C34B59CA195}"/>
                  </a:ext>
                </a:extLst>
              </p:cNvPr>
              <p:cNvSpPr/>
              <p:nvPr/>
            </p:nvSpPr>
            <p:spPr bwMode="auto">
              <a:xfrm>
                <a:off x="6629400" y="2842346"/>
                <a:ext cx="1975754" cy="2359248"/>
              </a:xfrm>
              <a:prstGeom prst="roundRect">
                <a:avLst/>
              </a:prstGeom>
              <a:solidFill>
                <a:srgbClr val="EAECA4"/>
              </a:solidFill>
              <a:ln w="127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  <a:spAutoFit/>
              </a:bodyPr>
              <a:lstStyle/>
              <a:p>
                <a:pPr marL="0" marR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2400" b="0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itchFamily="-65" charset="0"/>
                </a:endParaRPr>
              </a:p>
            </p:txBody>
          </p:sp>
          <p:cxnSp>
            <p:nvCxnSpPr>
              <p:cNvPr id="30" name="Straight Connector 29">
                <a:extLst>
                  <a:ext uri="{FF2B5EF4-FFF2-40B4-BE49-F238E27FC236}">
                    <a16:creationId xmlns:a16="http://schemas.microsoft.com/office/drawing/2014/main" id="{2D0A3E5E-6145-FCC9-7A7C-6AF97A0B835F}"/>
                  </a:ext>
                </a:extLst>
              </p:cNvPr>
              <p:cNvCxnSpPr>
                <a:cxnSpLocks/>
              </p:cNvCxnSpPr>
              <p:nvPr/>
            </p:nvCxnSpPr>
            <p:spPr bwMode="auto">
              <a:xfrm>
                <a:off x="7505164" y="2454118"/>
                <a:ext cx="25757" cy="2956082"/>
              </a:xfrm>
              <a:prstGeom prst="line">
                <a:avLst/>
              </a:prstGeom>
              <a:noFill/>
              <a:ln w="381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D4F83700-0D73-D862-74B7-D5F566247C31}"/>
                  </a:ext>
                </a:extLst>
              </p:cNvPr>
              <p:cNvSpPr txBox="1"/>
              <p:nvPr/>
            </p:nvSpPr>
            <p:spPr>
              <a:xfrm>
                <a:off x="7733763" y="3489561"/>
                <a:ext cx="430403" cy="42239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b="1" dirty="0"/>
                  <a:t>@</a:t>
                </a:r>
              </a:p>
            </p:txBody>
          </p:sp>
          <p:cxnSp>
            <p:nvCxnSpPr>
              <p:cNvPr id="34" name="Straight Connector 33">
                <a:extLst>
                  <a:ext uri="{FF2B5EF4-FFF2-40B4-BE49-F238E27FC236}">
                    <a16:creationId xmlns:a16="http://schemas.microsoft.com/office/drawing/2014/main" id="{50E6DA9C-1CD8-336F-1D36-DBAB7E1EDB03}"/>
                  </a:ext>
                </a:extLst>
              </p:cNvPr>
              <p:cNvCxnSpPr>
                <a:cxnSpLocks/>
              </p:cNvCxnSpPr>
              <p:nvPr/>
            </p:nvCxnSpPr>
            <p:spPr bwMode="auto">
              <a:xfrm flipH="1">
                <a:off x="8031906" y="3733800"/>
                <a:ext cx="350094" cy="0"/>
              </a:xfrm>
              <a:prstGeom prst="line">
                <a:avLst/>
              </a:prstGeom>
              <a:noFill/>
              <a:ln w="381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cxnSp>
            <p:nvCxnSpPr>
              <p:cNvPr id="39" name="Straight Connector 38">
                <a:extLst>
                  <a:ext uri="{FF2B5EF4-FFF2-40B4-BE49-F238E27FC236}">
                    <a16:creationId xmlns:a16="http://schemas.microsoft.com/office/drawing/2014/main" id="{25DC3549-6CDA-942F-61BB-C2FD1E0F8FC5}"/>
                  </a:ext>
                </a:extLst>
              </p:cNvPr>
              <p:cNvCxnSpPr>
                <a:cxnSpLocks/>
              </p:cNvCxnSpPr>
              <p:nvPr/>
            </p:nvCxnSpPr>
            <p:spPr bwMode="auto">
              <a:xfrm flipH="1">
                <a:off x="7542590" y="3729442"/>
                <a:ext cx="350094" cy="0"/>
              </a:xfrm>
              <a:prstGeom prst="line">
                <a:avLst/>
              </a:prstGeom>
              <a:noFill/>
              <a:ln w="381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0" name="TextBox 39">
                    <a:extLst>
                      <a:ext uri="{FF2B5EF4-FFF2-40B4-BE49-F238E27FC236}">
                        <a16:creationId xmlns:a16="http://schemas.microsoft.com/office/drawing/2014/main" id="{47BAECA6-0858-BC3C-D1B4-AE33EDC394B5}"/>
                      </a:ext>
                    </a:extLst>
                  </p:cNvPr>
                  <p:cNvSpPr txBox="1"/>
                  <p:nvPr/>
                </p:nvSpPr>
                <p:spPr>
                  <a:xfrm>
                    <a:off x="8144575" y="5326202"/>
                    <a:ext cx="466025" cy="461665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40" name="TextBox 39">
                    <a:extLst>
                      <a:ext uri="{FF2B5EF4-FFF2-40B4-BE49-F238E27FC236}">
                        <a16:creationId xmlns:a16="http://schemas.microsoft.com/office/drawing/2014/main" id="{47BAECA6-0858-BC3C-D1B4-AE33EDC394B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144575" y="5326202"/>
                    <a:ext cx="466025" cy="461665"/>
                  </a:xfrm>
                  <a:prstGeom prst="rect">
                    <a:avLst/>
                  </a:prstGeom>
                  <a:blipFill>
                    <a:blip r:embed="rId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2" name="TextBox 41">
                    <a:extLst>
                      <a:ext uri="{FF2B5EF4-FFF2-40B4-BE49-F238E27FC236}">
                        <a16:creationId xmlns:a16="http://schemas.microsoft.com/office/drawing/2014/main" id="{5122BD16-D627-9D80-F89E-5E20516A7734}"/>
                      </a:ext>
                    </a:extLst>
                  </p:cNvPr>
                  <p:cNvSpPr txBox="1"/>
                  <p:nvPr/>
                </p:nvSpPr>
                <p:spPr>
                  <a:xfrm>
                    <a:off x="7304516" y="5326202"/>
                    <a:ext cx="467884" cy="461665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42" name="TextBox 41">
                    <a:extLst>
                      <a:ext uri="{FF2B5EF4-FFF2-40B4-BE49-F238E27FC236}">
                        <a16:creationId xmlns:a16="http://schemas.microsoft.com/office/drawing/2014/main" id="{5122BD16-D627-9D80-F89E-5E20516A773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304516" y="5326202"/>
                    <a:ext cx="467884" cy="461665"/>
                  </a:xfrm>
                  <a:prstGeom prst="rect">
                    <a:avLst/>
                  </a:prstGeom>
                  <a:blipFill>
                    <a:blip r:embed="rId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45" name="Rectangle 44">
                <a:extLst>
                  <a:ext uri="{FF2B5EF4-FFF2-40B4-BE49-F238E27FC236}">
                    <a16:creationId xmlns:a16="http://schemas.microsoft.com/office/drawing/2014/main" id="{9CB09FC7-F761-B0C3-CF1D-83CEEEA36746}"/>
                  </a:ext>
                </a:extLst>
              </p:cNvPr>
              <p:cNvSpPr/>
              <p:nvPr/>
            </p:nvSpPr>
            <p:spPr bwMode="auto">
              <a:xfrm>
                <a:off x="6773431" y="3105090"/>
                <a:ext cx="1470396" cy="400110"/>
              </a:xfrm>
              <a:prstGeom prst="rect">
                <a:avLst/>
              </a:prstGeom>
              <a:solidFill>
                <a:srgbClr val="FFFF00"/>
              </a:solidFill>
              <a:ln w="12700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  <a:spAutoFit/>
              </a:bodyPr>
              <a:lstStyle/>
              <a:p>
                <a:pPr marL="0" marR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lang="en-US" sz="2000" dirty="0">
                    <a:latin typeface="Times New Roman" pitchFamily="-65" charset="0"/>
                  </a:rPr>
                  <a:t>Linear</a:t>
                </a:r>
                <a:endParaRPr kumimoji="0" lang="en-US" sz="2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itchFamily="-65" charset="0"/>
                </a:endParaRPr>
              </a:p>
            </p:txBody>
          </p:sp>
          <p:cxnSp>
            <p:nvCxnSpPr>
              <p:cNvPr id="46" name="Straight Connector 45">
                <a:extLst>
                  <a:ext uri="{FF2B5EF4-FFF2-40B4-BE49-F238E27FC236}">
                    <a16:creationId xmlns:a16="http://schemas.microsoft.com/office/drawing/2014/main" id="{F22831B1-052B-FD1A-F9C5-5F7AD3F6A6A5}"/>
                  </a:ext>
                </a:extLst>
              </p:cNvPr>
              <p:cNvCxnSpPr>
                <a:cxnSpLocks/>
              </p:cNvCxnSpPr>
              <p:nvPr/>
            </p:nvCxnSpPr>
            <p:spPr bwMode="auto">
              <a:xfrm>
                <a:off x="8382000" y="3709175"/>
                <a:ext cx="0" cy="1701025"/>
              </a:xfrm>
              <a:prstGeom prst="line">
                <a:avLst/>
              </a:prstGeom>
              <a:noFill/>
              <a:ln w="381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0415872A-40B9-A5D1-ECA1-2E060589612F}"/>
                  </a:ext>
                </a:extLst>
              </p:cNvPr>
              <p:cNvSpPr/>
              <p:nvPr/>
            </p:nvSpPr>
            <p:spPr bwMode="auto">
              <a:xfrm>
                <a:off x="6781800" y="4559296"/>
                <a:ext cx="1470396" cy="400110"/>
              </a:xfrm>
              <a:prstGeom prst="rect">
                <a:avLst/>
              </a:prstGeom>
              <a:solidFill>
                <a:srgbClr val="FFC000"/>
              </a:solidFill>
              <a:ln w="12700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  <a:spAutoFit/>
              </a:bodyPr>
              <a:lstStyle/>
              <a:p>
                <a:pPr marL="0" marR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en-US" sz="20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Times New Roman" pitchFamily="-65" charset="0"/>
                  </a:rPr>
                  <a:t>Embed</a:t>
                </a:r>
              </a:p>
            </p:txBody>
          </p:sp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08650A26-B2BE-F1CD-391C-5A38E8ACB92D}"/>
                  </a:ext>
                </a:extLst>
              </p:cNvPr>
              <p:cNvSpPr/>
              <p:nvPr/>
            </p:nvSpPr>
            <p:spPr bwMode="auto">
              <a:xfrm>
                <a:off x="6762424" y="3962400"/>
                <a:ext cx="1470396" cy="400110"/>
              </a:xfrm>
              <a:prstGeom prst="rect">
                <a:avLst/>
              </a:prstGeom>
              <a:solidFill>
                <a:schemeClr val="accent5"/>
              </a:solidFill>
              <a:ln w="12700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  <a:spAutoFit/>
              </a:bodyPr>
              <a:lstStyle/>
              <a:p>
                <a:pPr marL="0" marR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lang="en-US" sz="2000" dirty="0" err="1">
                    <a:latin typeface="Times New Roman" pitchFamily="-65" charset="0"/>
                  </a:rPr>
                  <a:t>relu</a:t>
                </a:r>
                <a:endParaRPr kumimoji="0" lang="en-US" sz="2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itchFamily="-65" charset="0"/>
                </a:endParaRP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28E045B4-E1BB-53C5-D992-4EA4FBF2A1B8}"/>
                    </a:ext>
                  </a:extLst>
                </p:cNvPr>
                <p:cNvSpPr txBox="1"/>
                <p:nvPr/>
              </p:nvSpPr>
              <p:spPr>
                <a:xfrm>
                  <a:off x="7295903" y="2012087"/>
                  <a:ext cx="451854" cy="46166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𝑍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28E045B4-E1BB-53C5-D992-4EA4FBF2A1B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295903" y="2012087"/>
                  <a:ext cx="451854" cy="461665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10215736-E506-EF83-3C30-45DD97CE9250}"/>
              </a:ext>
            </a:extLst>
          </p:cNvPr>
          <p:cNvGrpSpPr/>
          <p:nvPr/>
        </p:nvGrpSpPr>
        <p:grpSpPr>
          <a:xfrm>
            <a:off x="3830827" y="3124200"/>
            <a:ext cx="2440902" cy="1513341"/>
            <a:chOff x="2667000" y="3062835"/>
            <a:chExt cx="4572000" cy="3465925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2AFCBCB2-465F-2EAE-06BF-DBF697FD09F2}"/>
                </a:ext>
              </a:extLst>
            </p:cNvPr>
            <p:cNvGrpSpPr/>
            <p:nvPr/>
          </p:nvGrpSpPr>
          <p:grpSpPr>
            <a:xfrm>
              <a:off x="2667000" y="3062835"/>
              <a:ext cx="4572000" cy="3465925"/>
              <a:chOff x="5005395" y="3351195"/>
              <a:chExt cx="4171320" cy="3129206"/>
            </a:xfrm>
          </p:grpSpPr>
          <p:grpSp>
            <p:nvGrpSpPr>
              <p:cNvPr id="6" name="Group 5">
                <a:extLst>
                  <a:ext uri="{FF2B5EF4-FFF2-40B4-BE49-F238E27FC236}">
                    <a16:creationId xmlns:a16="http://schemas.microsoft.com/office/drawing/2014/main" id="{1FE8A334-129E-A42A-68DA-2B3ABE6BBE09}"/>
                  </a:ext>
                </a:extLst>
              </p:cNvPr>
              <p:cNvGrpSpPr/>
              <p:nvPr/>
            </p:nvGrpSpPr>
            <p:grpSpPr>
              <a:xfrm>
                <a:off x="5091709" y="3395115"/>
                <a:ext cx="3747491" cy="3085286"/>
                <a:chOff x="5091709" y="3395115"/>
                <a:chExt cx="3747491" cy="3085286"/>
              </a:xfrm>
            </p:grpSpPr>
            <p:grpSp>
              <p:nvGrpSpPr>
                <p:cNvPr id="12" name="Group 11">
                  <a:extLst>
                    <a:ext uri="{FF2B5EF4-FFF2-40B4-BE49-F238E27FC236}">
                      <a16:creationId xmlns:a16="http://schemas.microsoft.com/office/drawing/2014/main" id="{E297B948-6754-D5D2-C11E-ABDBE5ABB11D}"/>
                    </a:ext>
                  </a:extLst>
                </p:cNvPr>
                <p:cNvGrpSpPr/>
                <p:nvPr/>
              </p:nvGrpSpPr>
              <p:grpSpPr>
                <a:xfrm>
                  <a:off x="5091709" y="3660875"/>
                  <a:ext cx="3747491" cy="2819526"/>
                  <a:chOff x="5091709" y="3660875"/>
                  <a:chExt cx="3747491" cy="2819526"/>
                </a:xfrm>
              </p:grpSpPr>
              <p:sp>
                <p:nvSpPr>
                  <p:cNvPr id="21" name="Oval 20">
                    <a:extLst>
                      <a:ext uri="{FF2B5EF4-FFF2-40B4-BE49-F238E27FC236}">
                        <a16:creationId xmlns:a16="http://schemas.microsoft.com/office/drawing/2014/main" id="{E50C2549-3E20-5BFE-5DBB-297AD3DBFA56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8215311" y="3660875"/>
                    <a:ext cx="623889" cy="881189"/>
                  </a:xfrm>
                  <a:prstGeom prst="ellipse">
                    <a:avLst/>
                  </a:prstGeom>
                  <a:gradFill flip="none" rotWithShape="1">
                    <a:gsLst>
                      <a:gs pos="0">
                        <a:srgbClr val="98CA00">
                          <a:shade val="30000"/>
                          <a:satMod val="115000"/>
                        </a:srgbClr>
                      </a:gs>
                      <a:gs pos="50000">
                        <a:srgbClr val="98CA00">
                          <a:shade val="67500"/>
                          <a:satMod val="115000"/>
                        </a:srgbClr>
                      </a:gs>
                      <a:gs pos="100000">
                        <a:srgbClr val="98CA00">
                          <a:shade val="100000"/>
                          <a:satMod val="115000"/>
                        </a:srgbClr>
                      </a:gs>
                    </a:gsLst>
                    <a:lin ang="10800000" scaled="1"/>
                    <a:tileRect/>
                  </a:gradFill>
                  <a:ln w="12700" cap="flat" cmpd="sng" algn="ctr">
                    <a:noFill/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  <a:spAutoFit/>
                  </a:bodyPr>
                  <a:lstStyle/>
                  <a:p>
                    <a:pPr marL="0" marR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lang="en-US" sz="1600" dirty="0">
                        <a:latin typeface="Times New Roman" pitchFamily="-65" charset="0"/>
                      </a:rPr>
                      <a:t>0</a:t>
                    </a:r>
                    <a:endParaRPr kumimoji="0" lang="en-US" sz="1600" b="0" i="0" u="none" strike="noStrike" cap="none" normalizeH="0" baseline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latin typeface="Times New Roman" pitchFamily="-65" charset="0"/>
                    </a:endParaRPr>
                  </a:p>
                </p:txBody>
              </p:sp>
              <p:sp>
                <p:nvSpPr>
                  <p:cNvPr id="22" name="Oval 21">
                    <a:extLst>
                      <a:ext uri="{FF2B5EF4-FFF2-40B4-BE49-F238E27FC236}">
                        <a16:creationId xmlns:a16="http://schemas.microsoft.com/office/drawing/2014/main" id="{B6359255-AC7B-369E-C95E-6750674CDB34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5091709" y="3779192"/>
                    <a:ext cx="604042" cy="881189"/>
                  </a:xfrm>
                  <a:prstGeom prst="ellipse">
                    <a:avLst/>
                  </a:prstGeom>
                  <a:gradFill flip="none" rotWithShape="1">
                    <a:gsLst>
                      <a:gs pos="0">
                        <a:srgbClr val="98CA00">
                          <a:shade val="30000"/>
                          <a:satMod val="115000"/>
                        </a:srgbClr>
                      </a:gs>
                      <a:gs pos="50000">
                        <a:srgbClr val="98CA00">
                          <a:shade val="67500"/>
                          <a:satMod val="115000"/>
                        </a:srgbClr>
                      </a:gs>
                      <a:gs pos="100000">
                        <a:srgbClr val="98CA00">
                          <a:shade val="100000"/>
                          <a:satMod val="115000"/>
                        </a:srgbClr>
                      </a:gs>
                    </a:gsLst>
                    <a:lin ang="10800000" scaled="1"/>
                    <a:tileRect/>
                  </a:gradFill>
                  <a:ln w="12700" cap="flat" cmpd="sng" algn="ctr">
                    <a:noFill/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  <a:spAutoFit/>
                  </a:bodyPr>
                  <a:lstStyle/>
                  <a:p>
                    <a:pPr marL="0" marR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1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-65" charset="0"/>
                      </a:rPr>
                      <a:t>1</a:t>
                    </a:r>
                  </a:p>
                </p:txBody>
              </p:sp>
              <p:sp>
                <p:nvSpPr>
                  <p:cNvPr id="23" name="Oval 22">
                    <a:extLst>
                      <a:ext uri="{FF2B5EF4-FFF2-40B4-BE49-F238E27FC236}">
                        <a16:creationId xmlns:a16="http://schemas.microsoft.com/office/drawing/2014/main" id="{10FB2858-0DC5-5E85-C7B9-0009B70C9B71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6707184" y="5599212"/>
                    <a:ext cx="623889" cy="881189"/>
                  </a:xfrm>
                  <a:prstGeom prst="ellipse">
                    <a:avLst/>
                  </a:prstGeom>
                  <a:gradFill flip="none" rotWithShape="1">
                    <a:gsLst>
                      <a:gs pos="0">
                        <a:srgbClr val="98CA00">
                          <a:shade val="30000"/>
                          <a:satMod val="115000"/>
                        </a:srgbClr>
                      </a:gs>
                      <a:gs pos="50000">
                        <a:srgbClr val="98CA00">
                          <a:shade val="67500"/>
                          <a:satMod val="115000"/>
                        </a:srgbClr>
                      </a:gs>
                      <a:gs pos="100000">
                        <a:srgbClr val="98CA00">
                          <a:shade val="100000"/>
                          <a:satMod val="115000"/>
                        </a:srgbClr>
                      </a:gs>
                    </a:gsLst>
                    <a:lin ang="10800000" scaled="1"/>
                    <a:tileRect/>
                  </a:gradFill>
                  <a:ln w="12700" cap="flat" cmpd="sng" algn="ctr">
                    <a:noFill/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  <a:spAutoFit/>
                  </a:bodyPr>
                  <a:lstStyle/>
                  <a:p>
                    <a:pPr marL="0" marR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lang="en-US" sz="1600" dirty="0">
                        <a:latin typeface="Times New Roman" pitchFamily="-65" charset="0"/>
                      </a:rPr>
                      <a:t>3</a:t>
                    </a:r>
                    <a:endParaRPr kumimoji="0" lang="en-US" sz="1600" b="0" i="0" u="none" strike="noStrike" cap="none" normalizeH="0" baseline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latin typeface="Times New Roman" pitchFamily="-65" charset="0"/>
                    </a:endParaRPr>
                  </a:p>
                </p:txBody>
              </p:sp>
              <p:sp>
                <p:nvSpPr>
                  <p:cNvPr id="24" name="Oval 23">
                    <a:extLst>
                      <a:ext uri="{FF2B5EF4-FFF2-40B4-BE49-F238E27FC236}">
                        <a16:creationId xmlns:a16="http://schemas.microsoft.com/office/drawing/2014/main" id="{80EDFBA7-BC6C-7EBC-E061-C928432A8CB1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6554389" y="4066432"/>
                    <a:ext cx="623889" cy="881189"/>
                  </a:xfrm>
                  <a:prstGeom prst="ellipse">
                    <a:avLst/>
                  </a:prstGeom>
                  <a:gradFill flip="none" rotWithShape="1">
                    <a:gsLst>
                      <a:gs pos="0">
                        <a:srgbClr val="98CA00">
                          <a:shade val="30000"/>
                          <a:satMod val="115000"/>
                        </a:srgbClr>
                      </a:gs>
                      <a:gs pos="50000">
                        <a:srgbClr val="98CA00">
                          <a:shade val="67500"/>
                          <a:satMod val="115000"/>
                        </a:srgbClr>
                      </a:gs>
                      <a:gs pos="100000">
                        <a:srgbClr val="98CA00">
                          <a:shade val="100000"/>
                          <a:satMod val="115000"/>
                        </a:srgbClr>
                      </a:gs>
                    </a:gsLst>
                    <a:lin ang="10800000" scaled="1"/>
                    <a:tileRect/>
                  </a:gradFill>
                  <a:ln w="12700" cap="flat" cmpd="sng" algn="ctr">
                    <a:noFill/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  <a:spAutoFit/>
                  </a:bodyPr>
                  <a:lstStyle/>
                  <a:p>
                    <a:pPr marL="0" marR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1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-65" charset="0"/>
                      </a:rPr>
                      <a:t>2</a:t>
                    </a:r>
                  </a:p>
                </p:txBody>
              </p:sp>
            </p:grpSp>
            <mc:AlternateContent xmlns:mc="http://schemas.openxmlformats.org/markup-compatibility/2006" xmlns:p14="http://schemas.microsoft.com/office/powerpoint/2010/main">
              <mc:Choice Requires="p14">
                <p:contentPart p14:bwMode="auto" r:id="rId6">
                  <p14:nvContentPartPr>
                    <p14:cNvPr id="13" name="Ink 12">
                      <a:extLst>
                        <a:ext uri="{FF2B5EF4-FFF2-40B4-BE49-F238E27FC236}">
                          <a16:creationId xmlns:a16="http://schemas.microsoft.com/office/drawing/2014/main" id="{1A614BC2-8F47-5B80-E392-BF2A3EB2BA95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5713470" y="4158675"/>
                    <a:ext cx="898920" cy="155520"/>
                  </p14:xfrm>
                </p:contentPart>
              </mc:Choice>
              <mc:Fallback xmlns="">
                <p:pic>
                  <p:nvPicPr>
                    <p:cNvPr id="13" name="Ink 12">
                      <a:extLst>
                        <a:ext uri="{FF2B5EF4-FFF2-40B4-BE49-F238E27FC236}">
                          <a16:creationId xmlns:a16="http://schemas.microsoft.com/office/drawing/2014/main" id="{1A614BC2-8F47-5B80-E392-BF2A3EB2BA95}"/>
                        </a:ext>
                      </a:extLst>
                    </p:cNvPr>
                    <p:cNvPicPr/>
                    <p:nvPr/>
                  </p:nvPicPr>
                  <p:blipFill>
                    <a:blip r:embed="rId7"/>
                    <a:stretch>
                      <a:fillRect/>
                    </a:stretch>
                  </p:blipFill>
                  <p:spPr>
                    <a:xfrm>
                      <a:off x="5697197" y="4142060"/>
                      <a:ext cx="930815" cy="188086"/>
                    </a:xfrm>
                    <a:prstGeom prst="rect">
                      <a:avLst/>
                    </a:prstGeom>
                  </p:spPr>
                </p:pic>
              </mc:Fallback>
            </mc:AlternateContent>
            <mc:AlternateContent xmlns:mc="http://schemas.openxmlformats.org/markup-compatibility/2006" xmlns:p14="http://schemas.microsoft.com/office/powerpoint/2010/main">
              <mc:Choice Requires="p14">
                <p:contentPart p14:bwMode="auto" r:id="rId8">
                  <p14:nvContentPartPr>
                    <p14:cNvPr id="14" name="Ink 13">
                      <a:extLst>
                        <a:ext uri="{FF2B5EF4-FFF2-40B4-BE49-F238E27FC236}">
                          <a16:creationId xmlns:a16="http://schemas.microsoft.com/office/drawing/2014/main" id="{0A30E8E7-5083-CE54-0351-980C51E544CB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7067790" y="4622715"/>
                    <a:ext cx="246600" cy="1087560"/>
                  </p14:xfrm>
                </p:contentPart>
              </mc:Choice>
              <mc:Fallback xmlns="">
                <p:pic>
                  <p:nvPicPr>
                    <p:cNvPr id="14" name="Ink 13">
                      <a:extLst>
                        <a:ext uri="{FF2B5EF4-FFF2-40B4-BE49-F238E27FC236}">
                          <a16:creationId xmlns:a16="http://schemas.microsoft.com/office/drawing/2014/main" id="{0A30E8E7-5083-CE54-0351-980C51E544CB}"/>
                        </a:ext>
                      </a:extLst>
                    </p:cNvPr>
                    <p:cNvPicPr/>
                    <p:nvPr/>
                  </p:nvPicPr>
                  <p:blipFill>
                    <a:blip r:embed="rId9"/>
                    <a:stretch>
                      <a:fillRect/>
                    </a:stretch>
                  </p:blipFill>
                  <p:spPr>
                    <a:xfrm>
                      <a:off x="7051566" y="4606065"/>
                      <a:ext cx="278398" cy="1120193"/>
                    </a:xfrm>
                    <a:prstGeom prst="rect">
                      <a:avLst/>
                    </a:prstGeom>
                  </p:spPr>
                </p:pic>
              </mc:Fallback>
            </mc:AlternateContent>
            <mc:AlternateContent xmlns:mc="http://schemas.openxmlformats.org/markup-compatibility/2006" xmlns:p14="http://schemas.microsoft.com/office/powerpoint/2010/main">
              <mc:Choice Requires="p14">
                <p:contentPart p14:bwMode="auto" r:id="rId10">
                  <p14:nvContentPartPr>
                    <p14:cNvPr id="15" name="Ink 14">
                      <a:extLst>
                        <a:ext uri="{FF2B5EF4-FFF2-40B4-BE49-F238E27FC236}">
                          <a16:creationId xmlns:a16="http://schemas.microsoft.com/office/drawing/2014/main" id="{96A50541-520D-B713-2C7D-6DF064670CD6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7136190" y="3925395"/>
                    <a:ext cx="1103760" cy="357480"/>
                  </p14:xfrm>
                </p:contentPart>
              </mc:Choice>
              <mc:Fallback xmlns="">
                <p:pic>
                  <p:nvPicPr>
                    <p:cNvPr id="15" name="Ink 14">
                      <a:extLst>
                        <a:ext uri="{FF2B5EF4-FFF2-40B4-BE49-F238E27FC236}">
                          <a16:creationId xmlns:a16="http://schemas.microsoft.com/office/drawing/2014/main" id="{96A50541-520D-B713-2C7D-6DF064670CD6}"/>
                        </a:ext>
                      </a:extLst>
                    </p:cNvPr>
                    <p:cNvPicPr/>
                    <p:nvPr/>
                  </p:nvPicPr>
                  <p:blipFill>
                    <a:blip r:embed="rId11"/>
                    <a:stretch>
                      <a:fillRect/>
                    </a:stretch>
                  </p:blipFill>
                  <p:spPr>
                    <a:xfrm>
                      <a:off x="7119910" y="3908753"/>
                      <a:ext cx="1135668" cy="390099"/>
                    </a:xfrm>
                    <a:prstGeom prst="rect">
                      <a:avLst/>
                    </a:prstGeom>
                  </p:spPr>
                </p:pic>
              </mc:Fallback>
            </mc:AlternateContent>
            <mc:AlternateContent xmlns:mc="http://schemas.openxmlformats.org/markup-compatibility/2006" xmlns:p14="http://schemas.microsoft.com/office/powerpoint/2010/main">
              <mc:Choice Requires="p14">
                <p:contentPart p14:bwMode="auto" r:id="rId12">
                  <p14:nvContentPartPr>
                    <p14:cNvPr id="16" name="Ink 15">
                      <a:extLst>
                        <a:ext uri="{FF2B5EF4-FFF2-40B4-BE49-F238E27FC236}">
                          <a16:creationId xmlns:a16="http://schemas.microsoft.com/office/drawing/2014/main" id="{688F2E0F-7A3E-DF38-6181-C5B5E391370E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7335630" y="4253355"/>
                    <a:ext cx="1127160" cy="1754280"/>
                  </p14:xfrm>
                </p:contentPart>
              </mc:Choice>
              <mc:Fallback xmlns="">
                <p:pic>
                  <p:nvPicPr>
                    <p:cNvPr id="16" name="Ink 15">
                      <a:extLst>
                        <a:ext uri="{FF2B5EF4-FFF2-40B4-BE49-F238E27FC236}">
                          <a16:creationId xmlns:a16="http://schemas.microsoft.com/office/drawing/2014/main" id="{688F2E0F-7A3E-DF38-6181-C5B5E391370E}"/>
                        </a:ext>
                      </a:extLst>
                    </p:cNvPr>
                    <p:cNvPicPr/>
                    <p:nvPr/>
                  </p:nvPicPr>
                  <p:blipFill>
                    <a:blip r:embed="rId13"/>
                    <a:stretch>
                      <a:fillRect/>
                    </a:stretch>
                  </p:blipFill>
                  <p:spPr>
                    <a:xfrm>
                      <a:off x="7319351" y="4236698"/>
                      <a:ext cx="1159067" cy="1786927"/>
                    </a:xfrm>
                    <a:prstGeom prst="rect">
                      <a:avLst/>
                    </a:prstGeom>
                  </p:spPr>
                </p:pic>
              </mc:Fallback>
            </mc:AlternateContent>
            <mc:AlternateContent xmlns:mc="http://schemas.openxmlformats.org/markup-compatibility/2006" xmlns:p14="http://schemas.microsoft.com/office/powerpoint/2010/main">
              <mc:Choice Requires="p14">
                <p:contentPart p14:bwMode="auto" r:id="rId14">
                  <p14:nvContentPartPr>
                    <p14:cNvPr id="17" name="Ink 16">
                      <a:extLst>
                        <a:ext uri="{FF2B5EF4-FFF2-40B4-BE49-F238E27FC236}">
                          <a16:creationId xmlns:a16="http://schemas.microsoft.com/office/drawing/2014/main" id="{80BDB508-6096-5ECE-3E07-8E70314F248E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5537790" y="4405635"/>
                    <a:ext cx="1282320" cy="1324800"/>
                  </p14:xfrm>
                </p:contentPart>
              </mc:Choice>
              <mc:Fallback xmlns="">
                <p:pic>
                  <p:nvPicPr>
                    <p:cNvPr id="17" name="Ink 16">
                      <a:extLst>
                        <a:ext uri="{FF2B5EF4-FFF2-40B4-BE49-F238E27FC236}">
                          <a16:creationId xmlns:a16="http://schemas.microsoft.com/office/drawing/2014/main" id="{80BDB508-6096-5ECE-3E07-8E70314F248E}"/>
                        </a:ext>
                      </a:extLst>
                    </p:cNvPr>
                    <p:cNvPicPr/>
                    <p:nvPr/>
                  </p:nvPicPr>
                  <p:blipFill>
                    <a:blip r:embed="rId15"/>
                    <a:stretch>
                      <a:fillRect/>
                    </a:stretch>
                  </p:blipFill>
                  <p:spPr>
                    <a:xfrm>
                      <a:off x="5521509" y="4388983"/>
                      <a:ext cx="1314231" cy="1357437"/>
                    </a:xfrm>
                    <a:prstGeom prst="rect">
                      <a:avLst/>
                    </a:prstGeom>
                  </p:spPr>
                </p:pic>
              </mc:Fallback>
            </mc:AlternateContent>
            <mc:AlternateContent xmlns:mc="http://schemas.openxmlformats.org/markup-compatibility/2006" xmlns:p14="http://schemas.microsoft.com/office/powerpoint/2010/main">
              <mc:Choice Requires="p14">
                <p:contentPart p14:bwMode="auto" r:id="rId16">
                  <p14:nvContentPartPr>
                    <p14:cNvPr id="20" name="Ink 19">
                      <a:extLst>
                        <a:ext uri="{FF2B5EF4-FFF2-40B4-BE49-F238E27FC236}">
                          <a16:creationId xmlns:a16="http://schemas.microsoft.com/office/drawing/2014/main" id="{03BFAFD4-FC44-7425-DB06-943A685A7CE4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5635710" y="3395115"/>
                    <a:ext cx="2880360" cy="582480"/>
                  </p14:xfrm>
                </p:contentPart>
              </mc:Choice>
              <mc:Fallback xmlns="">
                <p:pic>
                  <p:nvPicPr>
                    <p:cNvPr id="20" name="Ink 19">
                      <a:extLst>
                        <a:ext uri="{FF2B5EF4-FFF2-40B4-BE49-F238E27FC236}">
                          <a16:creationId xmlns:a16="http://schemas.microsoft.com/office/drawing/2014/main" id="{03BFAFD4-FC44-7425-DB06-943A685A7CE4}"/>
                        </a:ext>
                      </a:extLst>
                    </p:cNvPr>
                    <p:cNvPicPr/>
                    <p:nvPr/>
                  </p:nvPicPr>
                  <p:blipFill>
                    <a:blip r:embed="rId17"/>
                    <a:stretch>
                      <a:fillRect/>
                    </a:stretch>
                  </p:blipFill>
                  <p:spPr>
                    <a:xfrm>
                      <a:off x="5619426" y="3378454"/>
                      <a:ext cx="2912277" cy="615136"/>
                    </a:xfrm>
                    <a:prstGeom prst="rect">
                      <a:avLst/>
                    </a:prstGeom>
                  </p:spPr>
                </p:pic>
              </mc:Fallback>
            </mc:AlternateContent>
          </p:grpSp>
          <mc:AlternateContent xmlns:mc="http://schemas.openxmlformats.org/markup-compatibility/2006" xmlns:p14="http://schemas.microsoft.com/office/powerpoint/2010/main">
            <mc:Choice Requires="p14">
              <p:contentPart p14:bwMode="auto" r:id="rId18">
                <p14:nvContentPartPr>
                  <p14:cNvPr id="8" name="Ink 7">
                    <a:extLst>
                      <a:ext uri="{FF2B5EF4-FFF2-40B4-BE49-F238E27FC236}">
                        <a16:creationId xmlns:a16="http://schemas.microsoft.com/office/drawing/2014/main" id="{EB097D14-9079-4AE1-261E-79E163592CE9}"/>
                      </a:ext>
                    </a:extLst>
                  </p14:cNvPr>
                  <p14:cNvContentPartPr/>
                  <p14:nvPr/>
                </p14:nvContentPartPr>
                <p14:xfrm>
                  <a:off x="5005395" y="3351195"/>
                  <a:ext cx="614880" cy="547200"/>
                </p14:xfrm>
              </p:contentPart>
            </mc:Choice>
            <mc:Fallback xmlns="">
              <p:pic>
                <p:nvPicPr>
                  <p:cNvPr id="8" name="Ink 7">
                    <a:extLst>
                      <a:ext uri="{FF2B5EF4-FFF2-40B4-BE49-F238E27FC236}">
                        <a16:creationId xmlns:a16="http://schemas.microsoft.com/office/drawing/2014/main" id="{EB097D14-9079-4AE1-261E-79E163592CE9}"/>
                      </a:ext>
                    </a:extLst>
                  </p:cNvPr>
                  <p:cNvPicPr/>
                  <p:nvPr/>
                </p:nvPicPr>
                <p:blipFill>
                  <a:blip r:embed="rId19"/>
                  <a:stretch>
                    <a:fillRect/>
                  </a:stretch>
                </p:blipFill>
                <p:spPr>
                  <a:xfrm>
                    <a:off x="4989128" y="3334553"/>
                    <a:ext cx="646763" cy="579819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20">
                <p14:nvContentPartPr>
                  <p14:cNvPr id="10" name="Ink 9">
                    <a:extLst>
                      <a:ext uri="{FF2B5EF4-FFF2-40B4-BE49-F238E27FC236}">
                        <a16:creationId xmlns:a16="http://schemas.microsoft.com/office/drawing/2014/main" id="{51355C9C-F515-2160-1628-540A937FB81F}"/>
                      </a:ext>
                    </a:extLst>
                  </p14:cNvPr>
                  <p14:cNvContentPartPr/>
                  <p14:nvPr/>
                </p14:nvContentPartPr>
                <p14:xfrm>
                  <a:off x="6319755" y="5899275"/>
                  <a:ext cx="632160" cy="414000"/>
                </p14:xfrm>
              </p:contentPart>
            </mc:Choice>
            <mc:Fallback xmlns="">
              <p:pic>
                <p:nvPicPr>
                  <p:cNvPr id="10" name="Ink 9">
                    <a:extLst>
                      <a:ext uri="{FF2B5EF4-FFF2-40B4-BE49-F238E27FC236}">
                        <a16:creationId xmlns:a16="http://schemas.microsoft.com/office/drawing/2014/main" id="{51355C9C-F515-2160-1628-540A937FB81F}"/>
                      </a:ext>
                    </a:extLst>
                  </p:cNvPr>
                  <p:cNvPicPr/>
                  <p:nvPr/>
                </p:nvPicPr>
                <p:blipFill>
                  <a:blip r:embed="rId21"/>
                  <a:stretch>
                    <a:fillRect/>
                  </a:stretch>
                </p:blipFill>
                <p:spPr>
                  <a:xfrm>
                    <a:off x="6303479" y="5882635"/>
                    <a:ext cx="664061" cy="446614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22">
                <p14:nvContentPartPr>
                  <p14:cNvPr id="11" name="Ink 10">
                    <a:extLst>
                      <a:ext uri="{FF2B5EF4-FFF2-40B4-BE49-F238E27FC236}">
                        <a16:creationId xmlns:a16="http://schemas.microsoft.com/office/drawing/2014/main" id="{4FA0B045-FDF0-A131-6A00-4F29A6F56D37}"/>
                      </a:ext>
                    </a:extLst>
                  </p14:cNvPr>
                  <p14:cNvContentPartPr/>
                  <p14:nvPr/>
                </p14:nvContentPartPr>
                <p14:xfrm>
                  <a:off x="8628075" y="3539835"/>
                  <a:ext cx="548640" cy="742320"/>
                </p14:xfrm>
              </p:contentPart>
            </mc:Choice>
            <mc:Fallback xmlns="">
              <p:pic>
                <p:nvPicPr>
                  <p:cNvPr id="11" name="Ink 10">
                    <a:extLst>
                      <a:ext uri="{FF2B5EF4-FFF2-40B4-BE49-F238E27FC236}">
                        <a16:creationId xmlns:a16="http://schemas.microsoft.com/office/drawing/2014/main" id="{4FA0B045-FDF0-A131-6A00-4F29A6F56D37}"/>
                      </a:ext>
                    </a:extLst>
                  </p:cNvPr>
                  <p:cNvPicPr/>
                  <p:nvPr/>
                </p:nvPicPr>
                <p:blipFill>
                  <a:blip r:embed="rId23"/>
                  <a:stretch>
                    <a:fillRect/>
                  </a:stretch>
                </p:blipFill>
                <p:spPr>
                  <a:xfrm>
                    <a:off x="8611785" y="3523191"/>
                    <a:ext cx="580568" cy="774942"/>
                  </a:xfrm>
                  <a:prstGeom prst="rect">
                    <a:avLst/>
                  </a:prstGeom>
                </p:spPr>
              </p:pic>
            </mc:Fallback>
          </mc:AlternateContent>
        </p:grpSp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734697F7-D4CB-0CD8-5F67-F874158396AF}"/>
                    </a:ext>
                  </a:extLst>
                </p14:cNvPr>
                <p14:cNvContentPartPr/>
                <p14:nvPr/>
              </p14:nvContentPartPr>
              <p14:xfrm>
                <a:off x="4437817" y="3609006"/>
                <a:ext cx="528840" cy="377640"/>
              </p14:xfrm>
            </p:contentPart>
          </mc:Choice>
          <mc:Fallback xmlns=""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734697F7-D4CB-0CD8-5F67-F874158396AF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4419975" y="3590567"/>
                  <a:ext cx="563811" cy="413781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5" name="Table 24">
                <a:extLst>
                  <a:ext uri="{FF2B5EF4-FFF2-40B4-BE49-F238E27FC236}">
                    <a16:creationId xmlns:a16="http://schemas.microsoft.com/office/drawing/2014/main" id="{2BE5F549-57D2-753C-6D72-769F328765B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482223568"/>
                  </p:ext>
                </p:extLst>
              </p:nvPr>
            </p:nvGraphicFramePr>
            <p:xfrm>
              <a:off x="1371600" y="1981200"/>
              <a:ext cx="1981200" cy="1828800"/>
            </p:xfrm>
            <a:graphic>
              <a:graphicData uri="http://schemas.openxmlformats.org/drawingml/2006/table">
                <a:tbl>
                  <a:tblPr firstRow="1" bandRow="1">
                    <a:effectLst>
                      <a:outerShdw blurRad="50800" dist="38100" dir="2700000" algn="tl" rotWithShape="0">
                        <a:prstClr val="black">
                          <a:alpha val="40000"/>
                        </a:prstClr>
                      </a:outerShdw>
                    </a:effectLst>
                    <a:tableStyleId>{69CF1AB2-1976-4502-BF36-3FF5EA218861}</a:tableStyleId>
                  </a:tblPr>
                  <a:tblGrid>
                    <a:gridCol w="660400">
                      <a:extLst>
                        <a:ext uri="{9D8B030D-6E8A-4147-A177-3AD203B41FA5}">
                          <a16:colId xmlns:a16="http://schemas.microsoft.com/office/drawing/2014/main" val="4065791063"/>
                        </a:ext>
                      </a:extLst>
                    </a:gridCol>
                    <a:gridCol w="660400">
                      <a:extLst>
                        <a:ext uri="{9D8B030D-6E8A-4147-A177-3AD203B41FA5}">
                          <a16:colId xmlns:a16="http://schemas.microsoft.com/office/drawing/2014/main" val="377459414"/>
                        </a:ext>
                      </a:extLst>
                    </a:gridCol>
                    <a:gridCol w="660400">
                      <a:extLst>
                        <a:ext uri="{9D8B030D-6E8A-4147-A177-3AD203B41FA5}">
                          <a16:colId xmlns:a16="http://schemas.microsoft.com/office/drawing/2014/main" val="1799289977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p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T</m:t>
                                    </m:r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b="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η</m:t>
                                    </m:r>
                                  </m:e>
                                  <m:sub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b="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ϕ</m:t>
                                    </m:r>
                                  </m:e>
                                  <m:sub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b="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68673737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p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T</m:t>
                                    </m:r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b="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η</m:t>
                                    </m:r>
                                  </m:e>
                                  <m:sub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b="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ϕ</m:t>
                                    </m:r>
                                  </m:e>
                                  <m:sub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b="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23551562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p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T</m:t>
                                    </m:r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b="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η</m:t>
                                    </m:r>
                                  </m:e>
                                  <m:sub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b="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ϕ</m:t>
                                    </m:r>
                                  </m:e>
                                  <m:sub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b="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42723159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p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T</m:t>
                                    </m:r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b="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η</m:t>
                                    </m:r>
                                  </m:e>
                                  <m:sub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b="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ϕ</m:t>
                                    </m:r>
                                  </m:e>
                                  <m:sub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b="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471120089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5" name="Table 24">
                <a:extLst>
                  <a:ext uri="{FF2B5EF4-FFF2-40B4-BE49-F238E27FC236}">
                    <a16:creationId xmlns:a16="http://schemas.microsoft.com/office/drawing/2014/main" id="{2BE5F549-57D2-753C-6D72-769F328765B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482223568"/>
                  </p:ext>
                </p:extLst>
              </p:nvPr>
            </p:nvGraphicFramePr>
            <p:xfrm>
              <a:off x="1371600" y="1981200"/>
              <a:ext cx="1981200" cy="1828800"/>
            </p:xfrm>
            <a:graphic>
              <a:graphicData uri="http://schemas.openxmlformats.org/drawingml/2006/table">
                <a:tbl>
                  <a:tblPr firstRow="1" bandRow="1">
                    <a:effectLst>
                      <a:outerShdw blurRad="50800" dist="38100" dir="2700000" algn="tl" rotWithShape="0">
                        <a:prstClr val="black">
                          <a:alpha val="40000"/>
                        </a:prstClr>
                      </a:outerShdw>
                    </a:effectLst>
                    <a:tableStyleId>{69CF1AB2-1976-4502-BF36-3FF5EA218861}</a:tableStyleId>
                  </a:tblPr>
                  <a:tblGrid>
                    <a:gridCol w="660400">
                      <a:extLst>
                        <a:ext uri="{9D8B030D-6E8A-4147-A177-3AD203B41FA5}">
                          <a16:colId xmlns:a16="http://schemas.microsoft.com/office/drawing/2014/main" val="4065791063"/>
                        </a:ext>
                      </a:extLst>
                    </a:gridCol>
                    <a:gridCol w="660400">
                      <a:extLst>
                        <a:ext uri="{9D8B030D-6E8A-4147-A177-3AD203B41FA5}">
                          <a16:colId xmlns:a16="http://schemas.microsoft.com/office/drawing/2014/main" val="377459414"/>
                        </a:ext>
                      </a:extLst>
                    </a:gridCol>
                    <a:gridCol w="660400">
                      <a:extLst>
                        <a:ext uri="{9D8B030D-6E8A-4147-A177-3AD203B41FA5}">
                          <a16:colId xmlns:a16="http://schemas.microsoft.com/office/drawing/2014/main" val="1799289977"/>
                        </a:ext>
                      </a:extLst>
                    </a:gridCol>
                  </a:tblGrid>
                  <a:tr h="4572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6"/>
                          <a:stretch>
                            <a:fillRect l="-5769" t="-8333" r="-215385" b="-32222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6"/>
                          <a:stretch>
                            <a:fillRect l="-105769" t="-8333" r="-115385" b="-32222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6"/>
                          <a:stretch>
                            <a:fillRect l="-205769" t="-8333" r="-15385" b="-32222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686737370"/>
                      </a:ext>
                    </a:extLst>
                  </a:tr>
                  <a:tr h="4572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6"/>
                          <a:stretch>
                            <a:fillRect l="-5769" t="-108333" r="-215385" b="-22222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6"/>
                          <a:stretch>
                            <a:fillRect l="-105769" t="-108333" r="-115385" b="-22222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6"/>
                          <a:stretch>
                            <a:fillRect l="-205769" t="-108333" r="-15385" b="-22222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235515628"/>
                      </a:ext>
                    </a:extLst>
                  </a:tr>
                  <a:tr h="4572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6"/>
                          <a:stretch>
                            <a:fillRect l="-5769" t="-208333" r="-215385" b="-12222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6"/>
                          <a:stretch>
                            <a:fillRect l="-105769" t="-208333" r="-115385" b="-12222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6"/>
                          <a:stretch>
                            <a:fillRect l="-205769" t="-208333" r="-15385" b="-12222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427231596"/>
                      </a:ext>
                    </a:extLst>
                  </a:tr>
                  <a:tr h="4572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6"/>
                          <a:stretch>
                            <a:fillRect l="-5769" t="-308333" r="-215385" b="-2222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6"/>
                          <a:stretch>
                            <a:fillRect l="-105769" t="-308333" r="-115385" b="-2222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6"/>
                          <a:stretch>
                            <a:fillRect l="-205769" t="-308333" r="-15385" b="-2222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471120089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26" name="Table 25">
                <a:extLst>
                  <a:ext uri="{FF2B5EF4-FFF2-40B4-BE49-F238E27FC236}">
                    <a16:creationId xmlns:a16="http://schemas.microsoft.com/office/drawing/2014/main" id="{B28DE83E-DF0C-61AF-F062-21592556A21A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488688713"/>
                  </p:ext>
                </p:extLst>
              </p:nvPr>
            </p:nvGraphicFramePr>
            <p:xfrm>
              <a:off x="4038600" y="1935480"/>
              <a:ext cx="2899632" cy="731520"/>
            </p:xfrm>
            <a:graphic>
              <a:graphicData uri="http://schemas.openxmlformats.org/drawingml/2006/table">
                <a:tbl>
                  <a:tblPr firstRow="1" bandRow="1">
                    <a:effectLst>
                      <a:outerShdw blurRad="50800" dist="38100" dir="2700000" algn="tl" rotWithShape="0">
                        <a:prstClr val="black">
                          <a:alpha val="40000"/>
                        </a:prstClr>
                      </a:outerShdw>
                    </a:effectLst>
                    <a:tableStyleId>{69CF1AB2-1976-4502-BF36-3FF5EA218861}</a:tableStyleId>
                  </a:tblPr>
                  <a:tblGrid>
                    <a:gridCol w="483272">
                      <a:extLst>
                        <a:ext uri="{9D8B030D-6E8A-4147-A177-3AD203B41FA5}">
                          <a16:colId xmlns:a16="http://schemas.microsoft.com/office/drawing/2014/main" val="374890846"/>
                        </a:ext>
                      </a:extLst>
                    </a:gridCol>
                    <a:gridCol w="483272">
                      <a:extLst>
                        <a:ext uri="{9D8B030D-6E8A-4147-A177-3AD203B41FA5}">
                          <a16:colId xmlns:a16="http://schemas.microsoft.com/office/drawing/2014/main" val="2639365242"/>
                        </a:ext>
                      </a:extLst>
                    </a:gridCol>
                    <a:gridCol w="483272">
                      <a:extLst>
                        <a:ext uri="{9D8B030D-6E8A-4147-A177-3AD203B41FA5}">
                          <a16:colId xmlns:a16="http://schemas.microsoft.com/office/drawing/2014/main" val="110973745"/>
                        </a:ext>
                      </a:extLst>
                    </a:gridCol>
                    <a:gridCol w="483272">
                      <a:extLst>
                        <a:ext uri="{9D8B030D-6E8A-4147-A177-3AD203B41FA5}">
                          <a16:colId xmlns:a16="http://schemas.microsoft.com/office/drawing/2014/main" val="3131861186"/>
                        </a:ext>
                      </a:extLst>
                    </a:gridCol>
                    <a:gridCol w="483272">
                      <a:extLst>
                        <a:ext uri="{9D8B030D-6E8A-4147-A177-3AD203B41FA5}">
                          <a16:colId xmlns:a16="http://schemas.microsoft.com/office/drawing/2014/main" val="2436042647"/>
                        </a:ext>
                      </a:extLst>
                    </a:gridCol>
                    <a:gridCol w="483272">
                      <a:extLst>
                        <a:ext uri="{9D8B030D-6E8A-4147-A177-3AD203B41FA5}">
                          <a16:colId xmlns:a16="http://schemas.microsoft.com/office/drawing/2014/main" val="737485302"/>
                        </a:ext>
                      </a:extLst>
                    </a:gridCol>
                  </a:tblGrid>
                  <a:tr h="342499"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⋯</m:t>
                                </m:r>
                              </m:oMath>
                            </m:oMathPara>
                          </a14:m>
                          <a:endParaRPr lang="en-US" b="1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3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041010978"/>
                      </a:ext>
                    </a:extLst>
                  </a:tr>
                  <a:tr h="342499"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⋯</m:t>
                                </m:r>
                              </m:oMath>
                            </m:oMathPara>
                          </a14:m>
                          <a:endParaRPr lang="en-US" b="1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3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37502411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26" name="Table 25">
                <a:extLst>
                  <a:ext uri="{FF2B5EF4-FFF2-40B4-BE49-F238E27FC236}">
                    <a16:creationId xmlns:a16="http://schemas.microsoft.com/office/drawing/2014/main" id="{B28DE83E-DF0C-61AF-F062-21592556A21A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488688713"/>
                  </p:ext>
                </p:extLst>
              </p:nvPr>
            </p:nvGraphicFramePr>
            <p:xfrm>
              <a:off x="4038600" y="1935480"/>
              <a:ext cx="2899632" cy="731520"/>
            </p:xfrm>
            <a:graphic>
              <a:graphicData uri="http://schemas.openxmlformats.org/drawingml/2006/table">
                <a:tbl>
                  <a:tblPr firstRow="1" bandRow="1">
                    <a:effectLst>
                      <a:outerShdw blurRad="50800" dist="38100" dir="2700000" algn="tl" rotWithShape="0">
                        <a:prstClr val="black">
                          <a:alpha val="40000"/>
                        </a:prstClr>
                      </a:outerShdw>
                    </a:effectLst>
                    <a:tableStyleId>{69CF1AB2-1976-4502-BF36-3FF5EA218861}</a:tableStyleId>
                  </a:tblPr>
                  <a:tblGrid>
                    <a:gridCol w="483272">
                      <a:extLst>
                        <a:ext uri="{9D8B030D-6E8A-4147-A177-3AD203B41FA5}">
                          <a16:colId xmlns:a16="http://schemas.microsoft.com/office/drawing/2014/main" val="374890846"/>
                        </a:ext>
                      </a:extLst>
                    </a:gridCol>
                    <a:gridCol w="483272">
                      <a:extLst>
                        <a:ext uri="{9D8B030D-6E8A-4147-A177-3AD203B41FA5}">
                          <a16:colId xmlns:a16="http://schemas.microsoft.com/office/drawing/2014/main" val="2639365242"/>
                        </a:ext>
                      </a:extLst>
                    </a:gridCol>
                    <a:gridCol w="483272">
                      <a:extLst>
                        <a:ext uri="{9D8B030D-6E8A-4147-A177-3AD203B41FA5}">
                          <a16:colId xmlns:a16="http://schemas.microsoft.com/office/drawing/2014/main" val="110973745"/>
                        </a:ext>
                      </a:extLst>
                    </a:gridCol>
                    <a:gridCol w="483272">
                      <a:extLst>
                        <a:ext uri="{9D8B030D-6E8A-4147-A177-3AD203B41FA5}">
                          <a16:colId xmlns:a16="http://schemas.microsoft.com/office/drawing/2014/main" val="3131861186"/>
                        </a:ext>
                      </a:extLst>
                    </a:gridCol>
                    <a:gridCol w="483272">
                      <a:extLst>
                        <a:ext uri="{9D8B030D-6E8A-4147-A177-3AD203B41FA5}">
                          <a16:colId xmlns:a16="http://schemas.microsoft.com/office/drawing/2014/main" val="2436042647"/>
                        </a:ext>
                      </a:extLst>
                    </a:gridCol>
                    <a:gridCol w="483272">
                      <a:extLst>
                        <a:ext uri="{9D8B030D-6E8A-4147-A177-3AD203B41FA5}">
                          <a16:colId xmlns:a16="http://schemas.microsoft.com/office/drawing/2014/main" val="737485302"/>
                        </a:ext>
                      </a:extLst>
                    </a:gridCol>
                  </a:tblGrid>
                  <a:tr h="365760"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7"/>
                          <a:stretch>
                            <a:fillRect l="-410526" t="-10345" r="-118421" b="-12758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3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041010978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7"/>
                          <a:stretch>
                            <a:fillRect l="-410526" t="-110345" r="-118421" b="-2758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3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37502411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7" name="Table 26">
                <a:extLst>
                  <a:ext uri="{FF2B5EF4-FFF2-40B4-BE49-F238E27FC236}">
                    <a16:creationId xmlns:a16="http://schemas.microsoft.com/office/drawing/2014/main" id="{E2344CCF-B357-7DF4-FAAC-7ECF31E2814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087546004"/>
                  </p:ext>
                </p:extLst>
              </p:nvPr>
            </p:nvGraphicFramePr>
            <p:xfrm>
              <a:off x="903906" y="4689157"/>
              <a:ext cx="4658694" cy="492443"/>
            </p:xfrm>
            <a:graphic>
              <a:graphicData uri="http://schemas.openxmlformats.org/drawingml/2006/table">
                <a:tbl>
                  <a:tblPr firstRow="1" bandRow="1">
                    <a:effectLst>
                      <a:outerShdw blurRad="50800" dist="38100" dir="2700000" algn="tl" rotWithShape="0">
                        <a:prstClr val="black">
                          <a:alpha val="40000"/>
                        </a:prstClr>
                      </a:outerShdw>
                    </a:effectLst>
                    <a:tableStyleId>{69CF1AB2-1976-4502-BF36-3FF5EA218861}</a:tableStyleId>
                  </a:tblPr>
                  <a:tblGrid>
                    <a:gridCol w="776449">
                      <a:extLst>
                        <a:ext uri="{9D8B030D-6E8A-4147-A177-3AD203B41FA5}">
                          <a16:colId xmlns:a16="http://schemas.microsoft.com/office/drawing/2014/main" val="374890846"/>
                        </a:ext>
                      </a:extLst>
                    </a:gridCol>
                    <a:gridCol w="776449">
                      <a:extLst>
                        <a:ext uri="{9D8B030D-6E8A-4147-A177-3AD203B41FA5}">
                          <a16:colId xmlns:a16="http://schemas.microsoft.com/office/drawing/2014/main" val="2639365242"/>
                        </a:ext>
                      </a:extLst>
                    </a:gridCol>
                    <a:gridCol w="776449">
                      <a:extLst>
                        <a:ext uri="{9D8B030D-6E8A-4147-A177-3AD203B41FA5}">
                          <a16:colId xmlns:a16="http://schemas.microsoft.com/office/drawing/2014/main" val="110973745"/>
                        </a:ext>
                      </a:extLst>
                    </a:gridCol>
                    <a:gridCol w="776449">
                      <a:extLst>
                        <a:ext uri="{9D8B030D-6E8A-4147-A177-3AD203B41FA5}">
                          <a16:colId xmlns:a16="http://schemas.microsoft.com/office/drawing/2014/main" val="3131861186"/>
                        </a:ext>
                      </a:extLst>
                    </a:gridCol>
                    <a:gridCol w="776449">
                      <a:extLst>
                        <a:ext uri="{9D8B030D-6E8A-4147-A177-3AD203B41FA5}">
                          <a16:colId xmlns:a16="http://schemas.microsoft.com/office/drawing/2014/main" val="2436042647"/>
                        </a:ext>
                      </a:extLst>
                    </a:gridCol>
                    <a:gridCol w="776449">
                      <a:extLst>
                        <a:ext uri="{9D8B030D-6E8A-4147-A177-3AD203B41FA5}">
                          <a16:colId xmlns:a16="http://schemas.microsoft.com/office/drawing/2014/main" val="737485302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1" smtClean="0">
                                        <a:latin typeface="Cambria Math" panose="02040503050406030204" pitchFamily="18" charset="0"/>
                                      </a:rPr>
                                      <m:t>𝒆</m:t>
                                    </m:r>
                                  </m:e>
                                  <m:sub>
                                    <m:r>
                                      <a:rPr lang="en-US" sz="2400" b="1" i="0" smtClean="0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US" sz="2400" b="1" smtClean="0">
                                        <a:latin typeface="Cambria Math" panose="02040503050406030204" pitchFamily="18" charset="0"/>
                                      </a:rPr>
                                      <m:t>𝟎</m:t>
                                    </m:r>
                                    <m:r>
                                      <a:rPr lang="en-US" sz="2400" b="1" i="0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400" b="1" smtClean="0">
                                        <a:latin typeface="Cambria Math" panose="02040503050406030204" pitchFamily="18" charset="0"/>
                                      </a:rPr>
                                      <m:t>𝟎</m:t>
                                    </m:r>
                                    <m:r>
                                      <a:rPr lang="en-US" sz="2400" b="1" i="0" smtClean="0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b="1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1" smtClean="0">
                                        <a:latin typeface="Cambria Math" panose="02040503050406030204" pitchFamily="18" charset="0"/>
                                      </a:rPr>
                                      <m:t>𝒆</m:t>
                                    </m:r>
                                  </m:e>
                                  <m:sub>
                                    <m:r>
                                      <a:rPr lang="en-US" sz="2400" b="1" i="0" smtClean="0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US" sz="2400" b="1" smtClean="0">
                                        <a:latin typeface="Cambria Math" panose="02040503050406030204" pitchFamily="18" charset="0"/>
                                      </a:rPr>
                                      <m:t>𝟎</m:t>
                                    </m:r>
                                    <m:r>
                                      <a:rPr lang="en-US" sz="2400" b="1" i="0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400" b="1" i="0" smtClean="0"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  <m:r>
                                      <a:rPr lang="en-US" sz="2400" b="1" i="0" smtClean="0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b="1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1" smtClean="0">
                                        <a:latin typeface="Cambria Math" panose="02040503050406030204" pitchFamily="18" charset="0"/>
                                      </a:rPr>
                                      <m:t>𝒆</m:t>
                                    </m:r>
                                  </m:e>
                                  <m:sub>
                                    <m:r>
                                      <a:rPr lang="en-US" sz="2400" b="1" i="0" smtClean="0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US" sz="2400" b="1" smtClean="0">
                                        <a:latin typeface="Cambria Math" panose="02040503050406030204" pitchFamily="18" charset="0"/>
                                      </a:rPr>
                                      <m:t>𝟎</m:t>
                                    </m:r>
                                    <m:r>
                                      <a:rPr lang="en-US" sz="2400" b="1" i="0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400" b="1" i="0" smtClean="0"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  <m:r>
                                      <a:rPr lang="en-US" sz="2400" b="1" i="0" smtClean="0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b="1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1" smtClean="0">
                                        <a:latin typeface="Cambria Math" panose="02040503050406030204" pitchFamily="18" charset="0"/>
                                      </a:rPr>
                                      <m:t>𝒆</m:t>
                                    </m:r>
                                  </m:e>
                                  <m:sub>
                                    <m:r>
                                      <a:rPr lang="en-US" sz="2400" b="1" i="0" smtClean="0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US" sz="2400" b="1" smtClean="0">
                                        <a:latin typeface="Cambria Math" panose="02040503050406030204" pitchFamily="18" charset="0"/>
                                      </a:rPr>
                                      <m:t>𝟎</m:t>
                                    </m:r>
                                    <m:r>
                                      <a:rPr lang="en-US" sz="2400" b="1" i="0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400" b="1" i="0" smtClean="0">
                                        <a:latin typeface="Cambria Math" panose="02040503050406030204" pitchFamily="18" charset="0"/>
                                      </a:rPr>
                                      <m:t>𝟑</m:t>
                                    </m:r>
                                    <m:r>
                                      <a:rPr lang="en-US" sz="2400" b="1" i="0" smtClean="0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b="1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400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⋯</m:t>
                                </m:r>
                              </m:oMath>
                            </m:oMathPara>
                          </a14:m>
                          <a:endParaRPr lang="en-US" sz="2400" b="1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1" smtClean="0">
                                        <a:latin typeface="Cambria Math" panose="02040503050406030204" pitchFamily="18" charset="0"/>
                                      </a:rPr>
                                      <m:t>𝒆</m:t>
                                    </m:r>
                                  </m:e>
                                  <m:sub>
                                    <m:r>
                                      <a:rPr lang="en-US" sz="2400" b="1" i="0" smtClean="0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US" sz="2400" b="1" i="0" smtClean="0">
                                        <a:latin typeface="Cambria Math" panose="02040503050406030204" pitchFamily="18" charset="0"/>
                                      </a:rPr>
                                      <m:t>𝟑</m:t>
                                    </m:r>
                                    <m:r>
                                      <a:rPr lang="en-US" sz="2400" b="1" i="0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400" b="1" i="0" smtClean="0">
                                        <a:latin typeface="Cambria Math" panose="02040503050406030204" pitchFamily="18" charset="0"/>
                                      </a:rPr>
                                      <m:t>𝟑</m:t>
                                    </m:r>
                                    <m:r>
                                      <a:rPr lang="en-US" sz="2400" b="1" i="0" smtClean="0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b="1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37502411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7" name="Table 26">
                <a:extLst>
                  <a:ext uri="{FF2B5EF4-FFF2-40B4-BE49-F238E27FC236}">
                    <a16:creationId xmlns:a16="http://schemas.microsoft.com/office/drawing/2014/main" id="{E2344CCF-B357-7DF4-FAAC-7ECF31E2814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087546004"/>
                  </p:ext>
                </p:extLst>
              </p:nvPr>
            </p:nvGraphicFramePr>
            <p:xfrm>
              <a:off x="903906" y="4689157"/>
              <a:ext cx="4658694" cy="492443"/>
            </p:xfrm>
            <a:graphic>
              <a:graphicData uri="http://schemas.openxmlformats.org/drawingml/2006/table">
                <a:tbl>
                  <a:tblPr firstRow="1" bandRow="1">
                    <a:effectLst>
                      <a:outerShdw blurRad="50800" dist="38100" dir="2700000" algn="tl" rotWithShape="0">
                        <a:prstClr val="black">
                          <a:alpha val="40000"/>
                        </a:prstClr>
                      </a:outerShdw>
                    </a:effectLst>
                    <a:tableStyleId>{69CF1AB2-1976-4502-BF36-3FF5EA218861}</a:tableStyleId>
                  </a:tblPr>
                  <a:tblGrid>
                    <a:gridCol w="776449">
                      <a:extLst>
                        <a:ext uri="{9D8B030D-6E8A-4147-A177-3AD203B41FA5}">
                          <a16:colId xmlns:a16="http://schemas.microsoft.com/office/drawing/2014/main" val="374890846"/>
                        </a:ext>
                      </a:extLst>
                    </a:gridCol>
                    <a:gridCol w="776449">
                      <a:extLst>
                        <a:ext uri="{9D8B030D-6E8A-4147-A177-3AD203B41FA5}">
                          <a16:colId xmlns:a16="http://schemas.microsoft.com/office/drawing/2014/main" val="2639365242"/>
                        </a:ext>
                      </a:extLst>
                    </a:gridCol>
                    <a:gridCol w="776449">
                      <a:extLst>
                        <a:ext uri="{9D8B030D-6E8A-4147-A177-3AD203B41FA5}">
                          <a16:colId xmlns:a16="http://schemas.microsoft.com/office/drawing/2014/main" val="110973745"/>
                        </a:ext>
                      </a:extLst>
                    </a:gridCol>
                    <a:gridCol w="776449">
                      <a:extLst>
                        <a:ext uri="{9D8B030D-6E8A-4147-A177-3AD203B41FA5}">
                          <a16:colId xmlns:a16="http://schemas.microsoft.com/office/drawing/2014/main" val="3131861186"/>
                        </a:ext>
                      </a:extLst>
                    </a:gridCol>
                    <a:gridCol w="776449">
                      <a:extLst>
                        <a:ext uri="{9D8B030D-6E8A-4147-A177-3AD203B41FA5}">
                          <a16:colId xmlns:a16="http://schemas.microsoft.com/office/drawing/2014/main" val="2436042647"/>
                        </a:ext>
                      </a:extLst>
                    </a:gridCol>
                    <a:gridCol w="776449">
                      <a:extLst>
                        <a:ext uri="{9D8B030D-6E8A-4147-A177-3AD203B41FA5}">
                          <a16:colId xmlns:a16="http://schemas.microsoft.com/office/drawing/2014/main" val="737485302"/>
                        </a:ext>
                      </a:extLst>
                    </a:gridCol>
                  </a:tblGrid>
                  <a:tr h="492443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8"/>
                          <a:stretch>
                            <a:fillRect l="-4918" t="-7692" r="-514754" b="-205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8"/>
                          <a:stretch>
                            <a:fillRect l="-104918" t="-7692" r="-414754" b="-205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8"/>
                          <a:stretch>
                            <a:fillRect l="-201613" t="-7692" r="-308065" b="-205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8"/>
                          <a:stretch>
                            <a:fillRect l="-306557" t="-7692" r="-213115" b="-205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8"/>
                          <a:stretch>
                            <a:fillRect l="-406557" t="-7692" r="-113115" b="-205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8"/>
                          <a:stretch>
                            <a:fillRect l="-506557" t="-7692" r="-13115" b="-2051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237502411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348036607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08ACFE-4EE4-B7F4-28DE-1AB17C2227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0603BD7-8AA7-1056-7E6D-1EA88E5F4F6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 err="1"/>
              <a:t>PyG</a:t>
            </a:r>
            <a:r>
              <a:rPr lang="en-US" dirty="0"/>
              <a:t> solves the two problems by </a:t>
            </a:r>
            <a:r>
              <a:rPr lang="en-US" dirty="0">
                <a:solidFill>
                  <a:srgbClr val="0033CC"/>
                </a:solidFill>
              </a:rPr>
              <a:t>serializing</a:t>
            </a:r>
            <a:r>
              <a:rPr lang="en-US" dirty="0"/>
              <a:t> graphs using these data structures. Each node is viewed as an </a:t>
            </a:r>
            <a:r>
              <a:rPr lang="en-US" i="1" dirty="0"/>
              <a:t>independent</a:t>
            </a:r>
            <a:r>
              <a:rPr lang="en-US" dirty="0"/>
              <a:t> entity linked to source nodes via the </a:t>
            </a:r>
            <a:br>
              <a:rPr lang="en-US" dirty="0"/>
            </a:br>
            <a:r>
              <a:rPr lang="en-US" dirty="0" err="1">
                <a:solidFill>
                  <a:srgbClr val="0033CC"/>
                </a:solidFill>
              </a:rPr>
              <a:t>edge_index</a:t>
            </a:r>
            <a:r>
              <a:rPr lang="en-US" dirty="0"/>
              <a:t> and the associated </a:t>
            </a:r>
            <a:r>
              <a:rPr lang="en-US" dirty="0" err="1">
                <a:solidFill>
                  <a:srgbClr val="0033CC"/>
                </a:solidFill>
              </a:rPr>
              <a:t>edge_weight</a:t>
            </a:r>
            <a:r>
              <a:rPr lang="en-US" dirty="0"/>
              <a:t>.</a:t>
            </a:r>
          </a:p>
        </p:txBody>
      </p:sp>
      <p:sp>
        <p:nvSpPr>
          <p:cNvPr id="29" name="Title 28">
            <a:extLst>
              <a:ext uri="{FF2B5EF4-FFF2-40B4-BE49-F238E27FC236}">
                <a16:creationId xmlns:a16="http://schemas.microsoft.com/office/drawing/2014/main" id="{FC670232-530E-EDE0-2778-3CD2C1BAFE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solidFill>
                  <a:srgbClr val="0033CC"/>
                </a:solidFill>
              </a:rPr>
              <a:t>PyTorch</a:t>
            </a:r>
            <a:r>
              <a:rPr lang="en-US" dirty="0">
                <a:solidFill>
                  <a:srgbClr val="0033CC"/>
                </a:solidFill>
              </a:rPr>
              <a:t> Geometric (3)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62E2866C-2309-3EEF-7947-43AB998D274F}"/>
              </a:ext>
            </a:extLst>
          </p:cNvPr>
          <p:cNvGrpSpPr/>
          <p:nvPr/>
        </p:nvGrpSpPr>
        <p:grpSpPr>
          <a:xfrm>
            <a:off x="6019800" y="4114800"/>
            <a:ext cx="2971800" cy="2209800"/>
            <a:chOff x="2761605" y="3315225"/>
            <a:chExt cx="4107460" cy="2956567"/>
          </a:xfrm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8DBABF90-2964-1BC2-59C4-B5BF5CA0DDA0}"/>
                </a:ext>
              </a:extLst>
            </p:cNvPr>
            <p:cNvGrpSpPr/>
            <p:nvPr/>
          </p:nvGrpSpPr>
          <p:grpSpPr>
            <a:xfrm>
              <a:off x="2761605" y="3405837"/>
              <a:ext cx="4107460" cy="2865955"/>
              <a:chOff x="2761605" y="3405837"/>
              <a:chExt cx="4107460" cy="2865955"/>
            </a:xfrm>
          </p:grpSpPr>
          <p:grpSp>
            <p:nvGrpSpPr>
              <p:cNvPr id="27" name="Group 26">
                <a:extLst>
                  <a:ext uri="{FF2B5EF4-FFF2-40B4-BE49-F238E27FC236}">
                    <a16:creationId xmlns:a16="http://schemas.microsoft.com/office/drawing/2014/main" id="{B51F67AA-87FB-8344-1216-A666A405D5AD}"/>
                  </a:ext>
                </a:extLst>
              </p:cNvPr>
              <p:cNvGrpSpPr/>
              <p:nvPr/>
            </p:nvGrpSpPr>
            <p:grpSpPr>
              <a:xfrm>
                <a:off x="2761605" y="3405837"/>
                <a:ext cx="4107460" cy="2865955"/>
                <a:chOff x="5091709" y="3660875"/>
                <a:chExt cx="3747491" cy="2587525"/>
              </a:xfrm>
            </p:grpSpPr>
            <p:grpSp>
              <p:nvGrpSpPr>
                <p:cNvPr id="31" name="Group 30">
                  <a:extLst>
                    <a:ext uri="{FF2B5EF4-FFF2-40B4-BE49-F238E27FC236}">
                      <a16:creationId xmlns:a16="http://schemas.microsoft.com/office/drawing/2014/main" id="{3FFB596C-4B48-B78A-B5D3-0D3A2E001624}"/>
                    </a:ext>
                  </a:extLst>
                </p:cNvPr>
                <p:cNvGrpSpPr/>
                <p:nvPr/>
              </p:nvGrpSpPr>
              <p:grpSpPr>
                <a:xfrm>
                  <a:off x="5091709" y="3660875"/>
                  <a:ext cx="3747491" cy="2587525"/>
                  <a:chOff x="5091709" y="3660875"/>
                  <a:chExt cx="3747491" cy="2587525"/>
                </a:xfrm>
              </p:grpSpPr>
              <p:sp>
                <p:nvSpPr>
                  <p:cNvPr id="37" name="Oval 36">
                    <a:extLst>
                      <a:ext uri="{FF2B5EF4-FFF2-40B4-BE49-F238E27FC236}">
                        <a16:creationId xmlns:a16="http://schemas.microsoft.com/office/drawing/2014/main" id="{555A9473-9B04-EA25-D395-621FD96260E6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8215312" y="3660875"/>
                    <a:ext cx="623888" cy="649188"/>
                  </a:xfrm>
                  <a:prstGeom prst="ellipse">
                    <a:avLst/>
                  </a:prstGeom>
                  <a:gradFill flip="none" rotWithShape="1">
                    <a:gsLst>
                      <a:gs pos="0">
                        <a:srgbClr val="FFC000">
                          <a:shade val="30000"/>
                          <a:satMod val="115000"/>
                        </a:srgbClr>
                      </a:gs>
                      <a:gs pos="50000">
                        <a:srgbClr val="FFC000">
                          <a:shade val="67500"/>
                          <a:satMod val="115000"/>
                        </a:srgbClr>
                      </a:gs>
                      <a:gs pos="100000">
                        <a:srgbClr val="FFC000">
                          <a:shade val="100000"/>
                          <a:satMod val="115000"/>
                        </a:srgbClr>
                      </a:gs>
                    </a:gsLst>
                    <a:lin ang="10800000" scaled="1"/>
                    <a:tileRect/>
                  </a:gradFill>
                  <a:ln w="12700" cap="flat" cmpd="sng" algn="ctr">
                    <a:noFill/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  <a:spAutoFit/>
                  </a:bodyPr>
                  <a:lstStyle/>
                  <a:p>
                    <a:pPr marL="0" marR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lang="en-US" dirty="0">
                        <a:latin typeface="Times New Roman" pitchFamily="-65" charset="0"/>
                      </a:rPr>
                      <a:t>0</a:t>
                    </a:r>
                    <a:endParaRPr kumimoji="0" lang="en-US" sz="2400" b="0" i="0" u="none" strike="noStrike" cap="none" normalizeH="0" baseline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latin typeface="Times New Roman" pitchFamily="-65" charset="0"/>
                    </a:endParaRPr>
                  </a:p>
                </p:txBody>
              </p:sp>
              <p:sp>
                <p:nvSpPr>
                  <p:cNvPr id="38" name="Oval 37">
                    <a:extLst>
                      <a:ext uri="{FF2B5EF4-FFF2-40B4-BE49-F238E27FC236}">
                        <a16:creationId xmlns:a16="http://schemas.microsoft.com/office/drawing/2014/main" id="{C466F8C0-9D63-24B3-116A-705397024C64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5091709" y="3779193"/>
                    <a:ext cx="604041" cy="649188"/>
                  </a:xfrm>
                  <a:prstGeom prst="ellipse">
                    <a:avLst/>
                  </a:prstGeom>
                  <a:gradFill flip="none" rotWithShape="1">
                    <a:gsLst>
                      <a:gs pos="0">
                        <a:srgbClr val="FFC000">
                          <a:shade val="30000"/>
                          <a:satMod val="115000"/>
                        </a:srgbClr>
                      </a:gs>
                      <a:gs pos="50000">
                        <a:srgbClr val="FFC000">
                          <a:shade val="67500"/>
                          <a:satMod val="115000"/>
                        </a:srgbClr>
                      </a:gs>
                      <a:gs pos="100000">
                        <a:srgbClr val="FFC000">
                          <a:shade val="100000"/>
                          <a:satMod val="115000"/>
                        </a:srgbClr>
                      </a:gs>
                    </a:gsLst>
                    <a:lin ang="10800000" scaled="1"/>
                    <a:tileRect/>
                  </a:gradFill>
                  <a:ln w="12700" cap="flat" cmpd="sng" algn="ctr">
                    <a:noFill/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  <a:spAutoFit/>
                  </a:bodyPr>
                  <a:lstStyle/>
                  <a:p>
                    <a:pPr marL="0" marR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2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-65" charset="0"/>
                      </a:rPr>
                      <a:t>1</a:t>
                    </a:r>
                  </a:p>
                </p:txBody>
              </p:sp>
              <p:sp>
                <p:nvSpPr>
                  <p:cNvPr id="41" name="Oval 40">
                    <a:extLst>
                      <a:ext uri="{FF2B5EF4-FFF2-40B4-BE49-F238E27FC236}">
                        <a16:creationId xmlns:a16="http://schemas.microsoft.com/office/drawing/2014/main" id="{C18CC2F2-F011-FD33-4C5E-E5CFB101D161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6707184" y="5599212"/>
                    <a:ext cx="623888" cy="649188"/>
                  </a:xfrm>
                  <a:prstGeom prst="ellipse">
                    <a:avLst/>
                  </a:prstGeom>
                  <a:gradFill flip="none" rotWithShape="1">
                    <a:gsLst>
                      <a:gs pos="0">
                        <a:srgbClr val="FFC000">
                          <a:shade val="30000"/>
                          <a:satMod val="115000"/>
                        </a:srgbClr>
                      </a:gs>
                      <a:gs pos="50000">
                        <a:srgbClr val="FFC000">
                          <a:shade val="67500"/>
                          <a:satMod val="115000"/>
                        </a:srgbClr>
                      </a:gs>
                      <a:gs pos="100000">
                        <a:srgbClr val="FFC000">
                          <a:shade val="100000"/>
                          <a:satMod val="115000"/>
                        </a:srgbClr>
                      </a:gs>
                    </a:gsLst>
                    <a:lin ang="10800000" scaled="1"/>
                    <a:tileRect/>
                  </a:gradFill>
                  <a:ln w="12700" cap="flat" cmpd="sng" algn="ctr">
                    <a:noFill/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  <a:spAutoFit/>
                  </a:bodyPr>
                  <a:lstStyle/>
                  <a:p>
                    <a:pPr marL="0" marR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lang="en-US" dirty="0">
                        <a:latin typeface="Times New Roman" pitchFamily="-65" charset="0"/>
                      </a:rPr>
                      <a:t>3</a:t>
                    </a:r>
                    <a:endParaRPr kumimoji="0" lang="en-US" sz="2400" b="0" i="0" u="none" strike="noStrike" cap="none" normalizeH="0" baseline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latin typeface="Times New Roman" pitchFamily="-65" charset="0"/>
                    </a:endParaRPr>
                  </a:p>
                </p:txBody>
              </p:sp>
              <p:sp>
                <p:nvSpPr>
                  <p:cNvPr id="43" name="Oval 42">
                    <a:extLst>
                      <a:ext uri="{FF2B5EF4-FFF2-40B4-BE49-F238E27FC236}">
                        <a16:creationId xmlns:a16="http://schemas.microsoft.com/office/drawing/2014/main" id="{3831479E-AF21-88FC-512C-AD57C164339F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6554388" y="4066431"/>
                    <a:ext cx="623888" cy="649188"/>
                  </a:xfrm>
                  <a:prstGeom prst="ellipse">
                    <a:avLst/>
                  </a:prstGeom>
                  <a:gradFill flip="none" rotWithShape="1">
                    <a:gsLst>
                      <a:gs pos="0">
                        <a:srgbClr val="98CA00">
                          <a:shade val="30000"/>
                          <a:satMod val="115000"/>
                        </a:srgbClr>
                      </a:gs>
                      <a:gs pos="50000">
                        <a:srgbClr val="98CA00">
                          <a:shade val="67500"/>
                          <a:satMod val="115000"/>
                        </a:srgbClr>
                      </a:gs>
                      <a:gs pos="100000">
                        <a:srgbClr val="98CA00">
                          <a:shade val="100000"/>
                          <a:satMod val="115000"/>
                        </a:srgbClr>
                      </a:gs>
                    </a:gsLst>
                    <a:lin ang="10800000" scaled="1"/>
                    <a:tileRect/>
                  </a:gradFill>
                  <a:ln w="12700" cap="flat" cmpd="sng" algn="ctr">
                    <a:noFill/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  <a:spAutoFit/>
                  </a:bodyPr>
                  <a:lstStyle/>
                  <a:p>
                    <a:pPr marL="0" marR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2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-65" charset="0"/>
                      </a:rPr>
                      <a:t>2</a:t>
                    </a:r>
                  </a:p>
                </p:txBody>
              </p:sp>
            </p:grpSp>
            <mc:AlternateContent xmlns:mc="http://schemas.openxmlformats.org/markup-compatibility/2006" xmlns:p14="http://schemas.microsoft.com/office/powerpoint/2010/main">
              <mc:Choice Requires="p14">
                <p:contentPart p14:bwMode="auto" r:id="rId3">
                  <p14:nvContentPartPr>
                    <p14:cNvPr id="32" name="Ink 31">
                      <a:extLst>
                        <a:ext uri="{FF2B5EF4-FFF2-40B4-BE49-F238E27FC236}">
                          <a16:creationId xmlns:a16="http://schemas.microsoft.com/office/drawing/2014/main" id="{72EB70E5-ADC9-51F2-CD43-F17238E74B33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5713470" y="4158675"/>
                    <a:ext cx="898920" cy="155520"/>
                  </p14:xfrm>
                </p:contentPart>
              </mc:Choice>
              <mc:Fallback xmlns="">
                <p:pic>
                  <p:nvPicPr>
                    <p:cNvPr id="63" name="Ink 62">
                      <a:extLst>
                        <a:ext uri="{FF2B5EF4-FFF2-40B4-BE49-F238E27FC236}">
                          <a16:creationId xmlns:a16="http://schemas.microsoft.com/office/drawing/2014/main" id="{644CD1E6-4C29-51DF-3E78-B1477DDADAAD}"/>
                        </a:ext>
                      </a:extLst>
                    </p:cNvPr>
                    <p:cNvPicPr/>
                    <p:nvPr/>
                  </p:nvPicPr>
                  <p:blipFill>
                    <a:blip r:embed="rId8"/>
                    <a:stretch>
                      <a:fillRect/>
                    </a:stretch>
                  </p:blipFill>
                  <p:spPr>
                    <a:xfrm>
                      <a:off x="5705259" y="4150541"/>
                      <a:ext cx="915013" cy="171462"/>
                    </a:xfrm>
                    <a:prstGeom prst="rect">
                      <a:avLst/>
                    </a:prstGeom>
                  </p:spPr>
                </p:pic>
              </mc:Fallback>
            </mc:AlternateContent>
            <mc:AlternateContent xmlns:mc="http://schemas.openxmlformats.org/markup-compatibility/2006" xmlns:p14="http://schemas.microsoft.com/office/powerpoint/2010/main">
              <mc:Choice Requires="p14">
                <p:contentPart p14:bwMode="auto" r:id="rId9">
                  <p14:nvContentPartPr>
                    <p14:cNvPr id="35" name="Ink 34">
                      <a:extLst>
                        <a:ext uri="{FF2B5EF4-FFF2-40B4-BE49-F238E27FC236}">
                          <a16:creationId xmlns:a16="http://schemas.microsoft.com/office/drawing/2014/main" id="{208AB63C-CD6B-81E2-B9B8-A826A5171B0E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7067790" y="4622715"/>
                    <a:ext cx="246600" cy="1087560"/>
                  </p14:xfrm>
                </p:contentPart>
              </mc:Choice>
              <mc:Fallback xmlns="">
                <p:pic>
                  <p:nvPicPr>
                    <p:cNvPr id="64" name="Ink 63">
                      <a:extLst>
                        <a:ext uri="{FF2B5EF4-FFF2-40B4-BE49-F238E27FC236}">
                          <a16:creationId xmlns:a16="http://schemas.microsoft.com/office/drawing/2014/main" id="{4C2084B5-E09C-EAE7-470B-ED51D33C958F}"/>
                        </a:ext>
                      </a:extLst>
                    </p:cNvPr>
                    <p:cNvPicPr/>
                    <p:nvPr/>
                  </p:nvPicPr>
                  <p:blipFill>
                    <a:blip r:embed="rId10"/>
                    <a:stretch>
                      <a:fillRect/>
                    </a:stretch>
                  </p:blipFill>
                  <p:spPr>
                    <a:xfrm>
                      <a:off x="7059581" y="4614589"/>
                      <a:ext cx="262690" cy="1103487"/>
                    </a:xfrm>
                    <a:prstGeom prst="rect">
                      <a:avLst/>
                    </a:prstGeom>
                  </p:spPr>
                </p:pic>
              </mc:Fallback>
            </mc:AlternateContent>
            <mc:AlternateContent xmlns:mc="http://schemas.openxmlformats.org/markup-compatibility/2006" xmlns:p14="http://schemas.microsoft.com/office/powerpoint/2010/main">
              <mc:Choice Requires="p14">
                <p:contentPart p14:bwMode="auto" r:id="rId11">
                  <p14:nvContentPartPr>
                    <p14:cNvPr id="36" name="Ink 35">
                      <a:extLst>
                        <a:ext uri="{FF2B5EF4-FFF2-40B4-BE49-F238E27FC236}">
                          <a16:creationId xmlns:a16="http://schemas.microsoft.com/office/drawing/2014/main" id="{A7184BBD-43A1-75EA-9B95-91B7898DB6B7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7136190" y="3925395"/>
                    <a:ext cx="1103760" cy="357480"/>
                  </p14:xfrm>
                </p:contentPart>
              </mc:Choice>
              <mc:Fallback xmlns="">
                <p:pic>
                  <p:nvPicPr>
                    <p:cNvPr id="65" name="Ink 64">
                      <a:extLst>
                        <a:ext uri="{FF2B5EF4-FFF2-40B4-BE49-F238E27FC236}">
                          <a16:creationId xmlns:a16="http://schemas.microsoft.com/office/drawing/2014/main" id="{34604DF0-AA4D-BA43-CE79-40D8DFC1492E}"/>
                        </a:ext>
                      </a:extLst>
                    </p:cNvPr>
                    <p:cNvPicPr/>
                    <p:nvPr/>
                  </p:nvPicPr>
                  <p:blipFill>
                    <a:blip r:embed="rId12"/>
                    <a:stretch>
                      <a:fillRect/>
                    </a:stretch>
                  </p:blipFill>
                  <p:spPr>
                    <a:xfrm>
                      <a:off x="7127977" y="3917263"/>
                      <a:ext cx="1119857" cy="373419"/>
                    </a:xfrm>
                    <a:prstGeom prst="rect">
                      <a:avLst/>
                    </a:prstGeom>
                  </p:spPr>
                </p:pic>
              </mc:Fallback>
            </mc:AlternateContent>
          </p:grpSp>
          <mc:AlternateContent xmlns:mc="http://schemas.openxmlformats.org/markup-compatibility/2006" xmlns:p14="http://schemas.microsoft.com/office/powerpoint/2010/main">
            <mc:Choice Requires="p14">
              <p:contentPart p14:bwMode="auto" r:id="rId13">
                <p14:nvContentPartPr>
                  <p14:cNvPr id="28" name="Ink 27">
                    <a:extLst>
                      <a:ext uri="{FF2B5EF4-FFF2-40B4-BE49-F238E27FC236}">
                        <a16:creationId xmlns:a16="http://schemas.microsoft.com/office/drawing/2014/main" id="{1FD7F9E4-B435-2390-54EF-C42D52C52D91}"/>
                      </a:ext>
                    </a:extLst>
                  </p14:cNvPr>
                  <p14:cNvContentPartPr/>
                  <p14:nvPr/>
                </p14:nvContentPartPr>
                <p14:xfrm>
                  <a:off x="4437817" y="3609006"/>
                  <a:ext cx="528840" cy="377640"/>
                </p14:xfrm>
              </p:contentPart>
            </mc:Choice>
            <mc:Fallback xmlns="">
              <p:pic>
                <p:nvPicPr>
                  <p:cNvPr id="61" name="Ink 60">
                    <a:extLst>
                      <a:ext uri="{FF2B5EF4-FFF2-40B4-BE49-F238E27FC236}">
                        <a16:creationId xmlns:a16="http://schemas.microsoft.com/office/drawing/2014/main" id="{24908EAE-F06A-1AB9-0520-0A6280210A55}"/>
                      </a:ext>
                    </a:extLst>
                  </p:cNvPr>
                  <p:cNvPicPr/>
                  <p:nvPr/>
                </p:nvPicPr>
                <p:blipFill>
                  <a:blip r:embed="rId14"/>
                  <a:stretch>
                    <a:fillRect/>
                  </a:stretch>
                </p:blipFill>
                <p:spPr>
                  <a:xfrm>
                    <a:off x="4428817" y="3600006"/>
                    <a:ext cx="546480" cy="395280"/>
                  </a:xfrm>
                  <a:prstGeom prst="rect">
                    <a:avLst/>
                  </a:prstGeom>
                </p:spPr>
              </p:pic>
            </mc:Fallback>
          </mc:AlternateContent>
        </p:grpSp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17A5EF80-F278-C89B-1F2F-59CFFD8E47A3}"/>
                    </a:ext>
                  </a:extLst>
                </p14:cNvPr>
                <p14:cNvContentPartPr/>
                <p14:nvPr/>
              </p14:nvContentPartPr>
              <p14:xfrm>
                <a:off x="3519243" y="3760545"/>
                <a:ext cx="360" cy="36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69A6F93D-155A-99C5-E637-A98AB1EED9CA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3501243" y="3742545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CA8DD050-645C-23A9-F8F4-97D16D446D72}"/>
                    </a:ext>
                  </a:extLst>
                </p14:cNvPr>
                <p14:cNvContentPartPr/>
                <p14:nvPr/>
              </p14:nvContentPartPr>
              <p14:xfrm>
                <a:off x="4203243" y="3990585"/>
                <a:ext cx="88560" cy="36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6C184CB5-DEA2-5531-1A6F-241F760C4D68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4185243" y="3972585"/>
                  <a:ext cx="124200" cy="36000"/>
                </a:xfrm>
                <a:prstGeom prst="rect">
                  <a:avLst/>
                </a:prstGeom>
              </p:spPr>
            </p:pic>
          </mc:Fallback>
        </mc:AlternateContent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BF57D2B4-4ADD-7453-8501-31CAF486B7C2}"/>
                </a:ext>
              </a:extLst>
            </p:cNvPr>
            <p:cNvGrpSpPr/>
            <p:nvPr/>
          </p:nvGrpSpPr>
          <p:grpSpPr>
            <a:xfrm>
              <a:off x="3519243" y="3751545"/>
              <a:ext cx="791280" cy="262800"/>
              <a:chOff x="3519243" y="3751545"/>
              <a:chExt cx="791280" cy="262800"/>
            </a:xfrm>
          </p:grpSpPr>
          <mc:AlternateContent xmlns:mc="http://schemas.openxmlformats.org/markup-compatibility/2006" xmlns:p14="http://schemas.microsoft.com/office/powerpoint/2010/main">
            <mc:Choice Requires="p14">
              <p:contentPart p14:bwMode="auto" r:id="rId19">
                <p14:nvContentPartPr>
                  <p14:cNvPr id="24" name="Ink 23">
                    <a:extLst>
                      <a:ext uri="{FF2B5EF4-FFF2-40B4-BE49-F238E27FC236}">
                        <a16:creationId xmlns:a16="http://schemas.microsoft.com/office/drawing/2014/main" id="{795F6A8E-DB45-4CC0-D6DF-3D66A94D76FD}"/>
                      </a:ext>
                    </a:extLst>
                  </p14:cNvPr>
                  <p14:cNvContentPartPr/>
                  <p14:nvPr/>
                </p14:nvContentPartPr>
                <p14:xfrm>
                  <a:off x="3519243" y="3751545"/>
                  <a:ext cx="744120" cy="196560"/>
                </p14:xfrm>
              </p:contentPart>
            </mc:Choice>
            <mc:Fallback xmlns="">
              <p:pic>
                <p:nvPicPr>
                  <p:cNvPr id="57" name="Ink 56">
                    <a:extLst>
                      <a:ext uri="{FF2B5EF4-FFF2-40B4-BE49-F238E27FC236}">
                        <a16:creationId xmlns:a16="http://schemas.microsoft.com/office/drawing/2014/main" id="{CFE683AC-7E16-98EA-7DC4-8B9172171D0E}"/>
                      </a:ext>
                    </a:extLst>
                  </p:cNvPr>
                  <p:cNvPicPr/>
                  <p:nvPr/>
                </p:nvPicPr>
                <p:blipFill>
                  <a:blip r:embed="rId20"/>
                  <a:stretch>
                    <a:fillRect/>
                  </a:stretch>
                </p:blipFill>
                <p:spPr>
                  <a:xfrm>
                    <a:off x="3501243" y="3733545"/>
                    <a:ext cx="779760" cy="23220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21">
                <p14:nvContentPartPr>
                  <p14:cNvPr id="25" name="Ink 24">
                    <a:extLst>
                      <a:ext uri="{FF2B5EF4-FFF2-40B4-BE49-F238E27FC236}">
                        <a16:creationId xmlns:a16="http://schemas.microsoft.com/office/drawing/2014/main" id="{9092F2A3-E8DF-6905-20B4-AF95D1697FEF}"/>
                      </a:ext>
                    </a:extLst>
                  </p14:cNvPr>
                  <p14:cNvContentPartPr/>
                  <p14:nvPr/>
                </p14:nvContentPartPr>
                <p14:xfrm>
                  <a:off x="4232403" y="3913185"/>
                  <a:ext cx="360" cy="360"/>
                </p14:xfrm>
              </p:contentPart>
            </mc:Choice>
            <mc:Fallback xmlns="">
              <p:pic>
                <p:nvPicPr>
                  <p:cNvPr id="58" name="Ink 57">
                    <a:extLst>
                      <a:ext uri="{FF2B5EF4-FFF2-40B4-BE49-F238E27FC236}">
                        <a16:creationId xmlns:a16="http://schemas.microsoft.com/office/drawing/2014/main" id="{098DE0EC-5EDF-51AC-4847-0A769549831B}"/>
                      </a:ext>
                    </a:extLst>
                  </p:cNvPr>
                  <p:cNvPicPr/>
                  <p:nvPr/>
                </p:nvPicPr>
                <p:blipFill>
                  <a:blip r:embed="rId16"/>
                  <a:stretch>
                    <a:fillRect/>
                  </a:stretch>
                </p:blipFill>
                <p:spPr>
                  <a:xfrm>
                    <a:off x="4214763" y="3895545"/>
                    <a:ext cx="36000" cy="3600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22">
                <p14:nvContentPartPr>
                  <p14:cNvPr id="26" name="Ink 25">
                    <a:extLst>
                      <a:ext uri="{FF2B5EF4-FFF2-40B4-BE49-F238E27FC236}">
                        <a16:creationId xmlns:a16="http://schemas.microsoft.com/office/drawing/2014/main" id="{AFAA88AA-E1F2-0107-F6A5-A126F4029B27}"/>
                      </a:ext>
                    </a:extLst>
                  </p14:cNvPr>
                  <p14:cNvContentPartPr/>
                  <p14:nvPr/>
                </p14:nvContentPartPr>
                <p14:xfrm>
                  <a:off x="4231323" y="3887985"/>
                  <a:ext cx="79200" cy="126360"/>
                </p14:xfrm>
              </p:contentPart>
            </mc:Choice>
            <mc:Fallback xmlns="">
              <p:pic>
                <p:nvPicPr>
                  <p:cNvPr id="59" name="Ink 58">
                    <a:extLst>
                      <a:ext uri="{FF2B5EF4-FFF2-40B4-BE49-F238E27FC236}">
                        <a16:creationId xmlns:a16="http://schemas.microsoft.com/office/drawing/2014/main" id="{072A2D94-0571-D960-FB3A-8EE7EBA571D9}"/>
                      </a:ext>
                    </a:extLst>
                  </p:cNvPr>
                  <p:cNvPicPr/>
                  <p:nvPr/>
                </p:nvPicPr>
                <p:blipFill>
                  <a:blip r:embed="rId23"/>
                  <a:stretch>
                    <a:fillRect/>
                  </a:stretch>
                </p:blipFill>
                <p:spPr>
                  <a:xfrm>
                    <a:off x="4213683" y="3870345"/>
                    <a:ext cx="114840" cy="162000"/>
                  </a:xfrm>
                  <a:prstGeom prst="rect">
                    <a:avLst/>
                  </a:prstGeom>
                </p:spPr>
              </p:pic>
            </mc:Fallback>
          </mc:AlternateContent>
        </p:grpSp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183115E4-6DB9-02F6-EBAF-B934F0B9DED5}"/>
                    </a:ext>
                  </a:extLst>
                </p14:cNvPr>
                <p14:cNvContentPartPr/>
                <p14:nvPr/>
              </p14:nvContentPartPr>
              <p14:xfrm>
                <a:off x="5154723" y="3866385"/>
                <a:ext cx="898560" cy="35316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3C9CED09-7789-8012-DAB2-FB26F15E1506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5136723" y="3848745"/>
                  <a:ext cx="934200" cy="38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F9E12A57-4EF2-6CA8-3318-A625E8E26A22}"/>
                    </a:ext>
                  </a:extLst>
                </p14:cNvPr>
                <p14:cNvContentPartPr/>
                <p14:nvPr/>
              </p14:nvContentPartPr>
              <p14:xfrm>
                <a:off x="5147523" y="4105785"/>
                <a:ext cx="34200" cy="10980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29C5F5F2-6045-4AE8-F6E6-522837846C0E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5129883" y="4088145"/>
                  <a:ext cx="69840" cy="14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9DA82305-9479-B688-A94B-BE826E6230B9}"/>
                    </a:ext>
                  </a:extLst>
                </p14:cNvPr>
                <p14:cNvContentPartPr/>
                <p14:nvPr/>
              </p14:nvContentPartPr>
              <p14:xfrm>
                <a:off x="5165883" y="4224585"/>
                <a:ext cx="119880" cy="3636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72E4CBA6-E6F4-F6AD-8F82-880B9BDC69F0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5147883" y="4206585"/>
                  <a:ext cx="155520" cy="7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64BE2331-B1CB-73A5-6CA3-F102CC40F234}"/>
                    </a:ext>
                  </a:extLst>
                </p14:cNvPr>
                <p14:cNvContentPartPr/>
                <p14:nvPr/>
              </p14:nvContentPartPr>
              <p14:xfrm>
                <a:off x="5294763" y="5528145"/>
                <a:ext cx="360" cy="36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C277BE0B-8F2D-9F4D-BE18-03B6989A1CCA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5276763" y="5510505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64063186-550E-6D75-ACB6-132FDB693E16}"/>
                </a:ext>
              </a:extLst>
            </p:cNvPr>
            <p:cNvGrpSpPr/>
            <p:nvPr/>
          </p:nvGrpSpPr>
          <p:grpSpPr>
            <a:xfrm>
              <a:off x="5242923" y="4645425"/>
              <a:ext cx="147600" cy="883080"/>
              <a:chOff x="5242923" y="4645425"/>
              <a:chExt cx="147600" cy="883080"/>
            </a:xfrm>
          </p:grpSpPr>
          <mc:AlternateContent xmlns:mc="http://schemas.openxmlformats.org/markup-compatibility/2006" xmlns:p14="http://schemas.microsoft.com/office/powerpoint/2010/main">
            <mc:Choice Requires="p14">
              <p:contentPart p14:bwMode="auto" r:id="rId31">
                <p14:nvContentPartPr>
                  <p14:cNvPr id="22" name="Ink 21">
                    <a:extLst>
                      <a:ext uri="{FF2B5EF4-FFF2-40B4-BE49-F238E27FC236}">
                        <a16:creationId xmlns:a16="http://schemas.microsoft.com/office/drawing/2014/main" id="{23F6CE5E-770C-5512-5AC3-594097F76127}"/>
                      </a:ext>
                    </a:extLst>
                  </p14:cNvPr>
                  <p14:cNvContentPartPr/>
                  <p14:nvPr/>
                </p14:nvContentPartPr>
                <p14:xfrm>
                  <a:off x="5242923" y="4645425"/>
                  <a:ext cx="147600" cy="883080"/>
                </p14:xfrm>
              </p:contentPart>
            </mc:Choice>
            <mc:Fallback xmlns="">
              <p:pic>
                <p:nvPicPr>
                  <p:cNvPr id="55" name="Ink 54">
                    <a:extLst>
                      <a:ext uri="{FF2B5EF4-FFF2-40B4-BE49-F238E27FC236}">
                        <a16:creationId xmlns:a16="http://schemas.microsoft.com/office/drawing/2014/main" id="{0FE797B8-8505-F56B-CC92-9307F4E3DDD4}"/>
                      </a:ext>
                    </a:extLst>
                  </p:cNvPr>
                  <p:cNvPicPr/>
                  <p:nvPr/>
                </p:nvPicPr>
                <p:blipFill>
                  <a:blip r:embed="rId32"/>
                  <a:stretch>
                    <a:fillRect/>
                  </a:stretch>
                </p:blipFill>
                <p:spPr>
                  <a:xfrm>
                    <a:off x="5225283" y="4627425"/>
                    <a:ext cx="183240" cy="91872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33">
                <p14:nvContentPartPr>
                  <p14:cNvPr id="23" name="Ink 22">
                    <a:extLst>
                      <a:ext uri="{FF2B5EF4-FFF2-40B4-BE49-F238E27FC236}">
                        <a16:creationId xmlns:a16="http://schemas.microsoft.com/office/drawing/2014/main" id="{377CEC8B-FBBA-D41C-3EC5-FC81225B591A}"/>
                      </a:ext>
                    </a:extLst>
                  </p14:cNvPr>
                  <p14:cNvContentPartPr/>
                  <p14:nvPr/>
                </p14:nvContentPartPr>
                <p14:xfrm>
                  <a:off x="5254083" y="4658385"/>
                  <a:ext cx="114840" cy="360"/>
                </p14:xfrm>
              </p:contentPart>
            </mc:Choice>
            <mc:Fallback xmlns="">
              <p:pic>
                <p:nvPicPr>
                  <p:cNvPr id="56" name="Ink 55">
                    <a:extLst>
                      <a:ext uri="{FF2B5EF4-FFF2-40B4-BE49-F238E27FC236}">
                        <a16:creationId xmlns:a16="http://schemas.microsoft.com/office/drawing/2014/main" id="{66DBB4D5-0C36-0AAF-0847-C5959A24784D}"/>
                      </a:ext>
                    </a:extLst>
                  </p:cNvPr>
                  <p:cNvPicPr/>
                  <p:nvPr/>
                </p:nvPicPr>
                <p:blipFill>
                  <a:blip r:embed="rId34"/>
                  <a:stretch>
                    <a:fillRect/>
                  </a:stretch>
                </p:blipFill>
                <p:spPr>
                  <a:xfrm>
                    <a:off x="5236443" y="4640385"/>
                    <a:ext cx="150480" cy="36000"/>
                  </a:xfrm>
                  <a:prstGeom prst="rect">
                    <a:avLst/>
                  </a:prstGeom>
                </p:spPr>
              </p:pic>
            </mc:Fallback>
          </mc:AlternateContent>
        </p:grpSp>
        <mc:AlternateContent xmlns:mc="http://schemas.openxmlformats.org/markup-compatibility/2006" xmlns:p14="http://schemas.microsoft.com/office/powerpoint/2010/main">
          <mc:Choice Requires="p14">
            <p:contentPart p14:bwMode="auto" r:id="rId35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0C58F317-28DF-3730-CA36-C56A73498AE3}"/>
                    </a:ext>
                  </a:extLst>
                </p14:cNvPr>
                <p14:cNvContentPartPr/>
                <p14:nvPr/>
              </p14:nvContentPartPr>
              <p14:xfrm>
                <a:off x="4337883" y="3315225"/>
                <a:ext cx="746640" cy="29196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4EA5C02A-7B46-251D-3CC4-52B837CDD5DE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4320243" y="3297225"/>
                  <a:ext cx="782280" cy="32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6D761A89-DAE4-495A-7A51-32799C471928}"/>
                    </a:ext>
                  </a:extLst>
                </p14:cNvPr>
                <p14:cNvContentPartPr/>
                <p14:nvPr/>
              </p14:nvContentPartPr>
              <p14:xfrm>
                <a:off x="5032683" y="3495225"/>
                <a:ext cx="43920" cy="10080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7A877FA7-B3A4-1C4E-AAAF-5478FBD681F3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5014683" y="3477585"/>
                  <a:ext cx="79560" cy="13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0628BB0C-BCE3-AF08-9EA7-D8A967EBC7AA}"/>
                    </a:ext>
                  </a:extLst>
                </p14:cNvPr>
                <p14:cNvContentPartPr/>
                <p14:nvPr/>
              </p14:nvContentPartPr>
              <p14:xfrm>
                <a:off x="5118363" y="3455625"/>
                <a:ext cx="16200" cy="12132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2D2170BF-1C88-83A7-C351-74DC6DA40176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5100723" y="3437625"/>
                  <a:ext cx="51840" cy="156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2" name="Group 81">
            <a:extLst>
              <a:ext uri="{FF2B5EF4-FFF2-40B4-BE49-F238E27FC236}">
                <a16:creationId xmlns:a16="http://schemas.microsoft.com/office/drawing/2014/main" id="{1FDE5BFE-D0F9-A7A7-A712-4B932316586F}"/>
              </a:ext>
            </a:extLst>
          </p:cNvPr>
          <p:cNvGrpSpPr/>
          <p:nvPr/>
        </p:nvGrpSpPr>
        <p:grpSpPr>
          <a:xfrm>
            <a:off x="2316966" y="2891135"/>
            <a:ext cx="2792900" cy="3386484"/>
            <a:chOff x="2870750" y="2142697"/>
            <a:chExt cx="2792900" cy="3386484"/>
          </a:xfrm>
        </p:grpSpPr>
        <p:sp>
          <p:nvSpPr>
            <p:cNvPr id="58" name="Oval 57">
              <a:extLst>
                <a:ext uri="{FF2B5EF4-FFF2-40B4-BE49-F238E27FC236}">
                  <a16:creationId xmlns:a16="http://schemas.microsoft.com/office/drawing/2014/main" id="{CDE27CB9-544B-EABD-5FE1-C4830810BE4D}"/>
                </a:ext>
              </a:extLst>
            </p:cNvPr>
            <p:cNvSpPr/>
            <p:nvPr/>
          </p:nvSpPr>
          <p:spPr bwMode="auto">
            <a:xfrm>
              <a:off x="2870750" y="2592815"/>
              <a:ext cx="608500" cy="649188"/>
            </a:xfrm>
            <a:prstGeom prst="ellipse">
              <a:avLst/>
            </a:prstGeom>
            <a:gradFill flip="none" rotWithShape="1">
              <a:gsLst>
                <a:gs pos="0">
                  <a:srgbClr val="FFC000">
                    <a:shade val="30000"/>
                    <a:satMod val="115000"/>
                  </a:srgbClr>
                </a:gs>
                <a:gs pos="50000">
                  <a:srgbClr val="FFC000">
                    <a:shade val="67500"/>
                    <a:satMod val="115000"/>
                  </a:srgbClr>
                </a:gs>
                <a:gs pos="100000">
                  <a:srgbClr val="FFC000">
                    <a:shade val="100000"/>
                    <a:satMod val="115000"/>
                  </a:srgbClr>
                </a:gs>
              </a:gsLst>
              <a:lin ang="10800000" scaled="1"/>
              <a:tileRect/>
            </a:gradFill>
            <a:ln w="1270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dirty="0">
                  <a:latin typeface="Times New Roman" pitchFamily="-65" charset="0"/>
                </a:rPr>
                <a:t>0</a:t>
              </a:r>
              <a:endParaRPr kumimoji="0" 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-65" charset="0"/>
              </a:endParaRPr>
            </a:p>
          </p:txBody>
        </p:sp>
        <p:sp>
          <p:nvSpPr>
            <p:cNvPr id="59" name="Oval 58">
              <a:extLst>
                <a:ext uri="{FF2B5EF4-FFF2-40B4-BE49-F238E27FC236}">
                  <a16:creationId xmlns:a16="http://schemas.microsoft.com/office/drawing/2014/main" id="{5D6C2A68-95D2-863E-F9FF-A77A0E9D3FAD}"/>
                </a:ext>
              </a:extLst>
            </p:cNvPr>
            <p:cNvSpPr/>
            <p:nvPr/>
          </p:nvSpPr>
          <p:spPr bwMode="auto">
            <a:xfrm>
              <a:off x="3557186" y="2592815"/>
              <a:ext cx="628375" cy="649188"/>
            </a:xfrm>
            <a:prstGeom prst="ellipse">
              <a:avLst/>
            </a:prstGeom>
            <a:gradFill flip="none" rotWithShape="1">
              <a:gsLst>
                <a:gs pos="0">
                  <a:srgbClr val="FFC000">
                    <a:shade val="30000"/>
                    <a:satMod val="115000"/>
                  </a:srgbClr>
                </a:gs>
                <a:gs pos="50000">
                  <a:srgbClr val="FFC000">
                    <a:shade val="67500"/>
                    <a:satMod val="115000"/>
                  </a:srgbClr>
                </a:gs>
                <a:gs pos="100000">
                  <a:srgbClr val="FFC000">
                    <a:shade val="100000"/>
                    <a:satMod val="115000"/>
                  </a:srgbClr>
                </a:gs>
              </a:gsLst>
              <a:lin ang="10800000" scaled="1"/>
              <a:tileRect/>
            </a:gradFill>
            <a:ln w="1270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24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itchFamily="-65" charset="0"/>
                </a:rPr>
                <a:t>1</a:t>
              </a:r>
            </a:p>
          </p:txBody>
        </p:sp>
        <p:sp>
          <p:nvSpPr>
            <p:cNvPr id="60" name="Oval 59">
              <a:extLst>
                <a:ext uri="{FF2B5EF4-FFF2-40B4-BE49-F238E27FC236}">
                  <a16:creationId xmlns:a16="http://schemas.microsoft.com/office/drawing/2014/main" id="{4EC7E0CC-01F9-B49F-2869-737D35E59EAE}"/>
                </a:ext>
              </a:extLst>
            </p:cNvPr>
            <p:cNvSpPr/>
            <p:nvPr/>
          </p:nvSpPr>
          <p:spPr bwMode="auto">
            <a:xfrm>
              <a:off x="4313638" y="2592815"/>
              <a:ext cx="628374" cy="649188"/>
            </a:xfrm>
            <a:prstGeom prst="ellipse">
              <a:avLst/>
            </a:prstGeom>
            <a:gradFill flip="none" rotWithShape="1">
              <a:gsLst>
                <a:gs pos="0">
                  <a:srgbClr val="FFC000">
                    <a:shade val="30000"/>
                    <a:satMod val="115000"/>
                  </a:srgbClr>
                </a:gs>
                <a:gs pos="50000">
                  <a:srgbClr val="FFC000">
                    <a:shade val="67500"/>
                    <a:satMod val="115000"/>
                  </a:srgbClr>
                </a:gs>
                <a:gs pos="100000">
                  <a:srgbClr val="FFC000">
                    <a:shade val="100000"/>
                    <a:satMod val="115000"/>
                  </a:srgbClr>
                </a:gs>
              </a:gsLst>
              <a:lin ang="10800000" scaled="1"/>
              <a:tileRect/>
            </a:gradFill>
            <a:ln w="1270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24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itchFamily="-65" charset="0"/>
                </a:rPr>
                <a:t>2</a:t>
              </a:r>
            </a:p>
          </p:txBody>
        </p:sp>
        <p:sp>
          <p:nvSpPr>
            <p:cNvPr id="61" name="Oval 60">
              <a:extLst>
                <a:ext uri="{FF2B5EF4-FFF2-40B4-BE49-F238E27FC236}">
                  <a16:creationId xmlns:a16="http://schemas.microsoft.com/office/drawing/2014/main" id="{AB4D6350-05D6-613F-1C98-3B4B37AA6AAA}"/>
                </a:ext>
              </a:extLst>
            </p:cNvPr>
            <p:cNvSpPr/>
            <p:nvPr/>
          </p:nvSpPr>
          <p:spPr bwMode="auto">
            <a:xfrm>
              <a:off x="5010427" y="2589622"/>
              <a:ext cx="628373" cy="649188"/>
            </a:xfrm>
            <a:prstGeom prst="ellipse">
              <a:avLst/>
            </a:prstGeom>
            <a:gradFill flip="none" rotWithShape="1">
              <a:gsLst>
                <a:gs pos="0">
                  <a:srgbClr val="FFC000">
                    <a:shade val="30000"/>
                    <a:satMod val="115000"/>
                  </a:srgbClr>
                </a:gs>
                <a:gs pos="50000">
                  <a:srgbClr val="FFC000">
                    <a:shade val="67500"/>
                    <a:satMod val="115000"/>
                  </a:srgbClr>
                </a:gs>
                <a:gs pos="100000">
                  <a:srgbClr val="FFC000">
                    <a:shade val="100000"/>
                    <a:satMod val="115000"/>
                  </a:srgbClr>
                </a:gs>
              </a:gsLst>
              <a:lin ang="10800000" scaled="1"/>
              <a:tileRect/>
            </a:gradFill>
            <a:ln w="1270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24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itchFamily="-65" charset="0"/>
                </a:rPr>
                <a:t>3</a:t>
              </a:r>
            </a:p>
          </p:txBody>
        </p:sp>
        <p:sp>
          <p:nvSpPr>
            <p:cNvPr id="62" name="Oval 61">
              <a:extLst>
                <a:ext uri="{FF2B5EF4-FFF2-40B4-BE49-F238E27FC236}">
                  <a16:creationId xmlns:a16="http://schemas.microsoft.com/office/drawing/2014/main" id="{B8F8A944-593D-FB72-E459-3C5F7DF5D942}"/>
                </a:ext>
              </a:extLst>
            </p:cNvPr>
            <p:cNvSpPr/>
            <p:nvPr/>
          </p:nvSpPr>
          <p:spPr bwMode="auto">
            <a:xfrm>
              <a:off x="2895600" y="3355993"/>
              <a:ext cx="608500" cy="649188"/>
            </a:xfrm>
            <a:prstGeom prst="ellipse">
              <a:avLst/>
            </a:prstGeom>
            <a:gradFill flip="none" rotWithShape="1">
              <a:gsLst>
                <a:gs pos="0">
                  <a:srgbClr val="FFC000">
                    <a:shade val="30000"/>
                    <a:satMod val="115000"/>
                  </a:srgbClr>
                </a:gs>
                <a:gs pos="50000">
                  <a:srgbClr val="FFC000">
                    <a:shade val="67500"/>
                    <a:satMod val="115000"/>
                  </a:srgbClr>
                </a:gs>
                <a:gs pos="100000">
                  <a:srgbClr val="FFC000">
                    <a:shade val="100000"/>
                    <a:satMod val="115000"/>
                  </a:srgbClr>
                </a:gs>
              </a:gsLst>
              <a:lin ang="10800000" scaled="1"/>
              <a:tileRect/>
            </a:gradFill>
            <a:ln w="1270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dirty="0">
                  <a:latin typeface="Times New Roman" pitchFamily="-65" charset="0"/>
                </a:rPr>
                <a:t>0</a:t>
              </a:r>
              <a:endParaRPr kumimoji="0" 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-65" charset="0"/>
              </a:endParaRPr>
            </a:p>
          </p:txBody>
        </p:sp>
        <p:sp>
          <p:nvSpPr>
            <p:cNvPr id="63" name="Oval 62">
              <a:extLst>
                <a:ext uri="{FF2B5EF4-FFF2-40B4-BE49-F238E27FC236}">
                  <a16:creationId xmlns:a16="http://schemas.microsoft.com/office/drawing/2014/main" id="{57210FF2-F11E-FBAB-0140-347880981406}"/>
                </a:ext>
              </a:extLst>
            </p:cNvPr>
            <p:cNvSpPr/>
            <p:nvPr/>
          </p:nvSpPr>
          <p:spPr bwMode="auto">
            <a:xfrm>
              <a:off x="3582036" y="3355993"/>
              <a:ext cx="628375" cy="649188"/>
            </a:xfrm>
            <a:prstGeom prst="ellipse">
              <a:avLst/>
            </a:prstGeom>
            <a:gradFill flip="none" rotWithShape="1">
              <a:gsLst>
                <a:gs pos="0">
                  <a:srgbClr val="FFC000">
                    <a:shade val="30000"/>
                    <a:satMod val="115000"/>
                  </a:srgbClr>
                </a:gs>
                <a:gs pos="50000">
                  <a:srgbClr val="FFC000">
                    <a:shade val="67500"/>
                    <a:satMod val="115000"/>
                  </a:srgbClr>
                </a:gs>
                <a:gs pos="100000">
                  <a:srgbClr val="FFC000">
                    <a:shade val="100000"/>
                    <a:satMod val="115000"/>
                  </a:srgbClr>
                </a:gs>
              </a:gsLst>
              <a:lin ang="10800000" scaled="1"/>
              <a:tileRect/>
            </a:gradFill>
            <a:ln w="1270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24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itchFamily="-65" charset="0"/>
                </a:rPr>
                <a:t>1</a:t>
              </a:r>
            </a:p>
          </p:txBody>
        </p:sp>
        <p:sp>
          <p:nvSpPr>
            <p:cNvPr id="64" name="Oval 63">
              <a:extLst>
                <a:ext uri="{FF2B5EF4-FFF2-40B4-BE49-F238E27FC236}">
                  <a16:creationId xmlns:a16="http://schemas.microsoft.com/office/drawing/2014/main" id="{2D1D7572-676C-8FE4-A825-683AC57F51B7}"/>
                </a:ext>
              </a:extLst>
            </p:cNvPr>
            <p:cNvSpPr/>
            <p:nvPr/>
          </p:nvSpPr>
          <p:spPr bwMode="auto">
            <a:xfrm>
              <a:off x="4338488" y="3355993"/>
              <a:ext cx="628374" cy="649188"/>
            </a:xfrm>
            <a:prstGeom prst="ellipse">
              <a:avLst/>
            </a:prstGeom>
            <a:gradFill flip="none" rotWithShape="1">
              <a:gsLst>
                <a:gs pos="0">
                  <a:srgbClr val="FFC000">
                    <a:shade val="30000"/>
                    <a:satMod val="115000"/>
                  </a:srgbClr>
                </a:gs>
                <a:gs pos="50000">
                  <a:srgbClr val="FFC000">
                    <a:shade val="67500"/>
                    <a:satMod val="115000"/>
                  </a:srgbClr>
                </a:gs>
                <a:gs pos="100000">
                  <a:srgbClr val="FFC000">
                    <a:shade val="100000"/>
                    <a:satMod val="115000"/>
                  </a:srgbClr>
                </a:gs>
              </a:gsLst>
              <a:lin ang="10800000" scaled="1"/>
              <a:tileRect/>
            </a:gradFill>
            <a:ln w="1270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24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itchFamily="-65" charset="0"/>
                </a:rPr>
                <a:t>2</a:t>
              </a:r>
            </a:p>
          </p:txBody>
        </p:sp>
        <p:sp>
          <p:nvSpPr>
            <p:cNvPr id="65" name="Oval 64">
              <a:extLst>
                <a:ext uri="{FF2B5EF4-FFF2-40B4-BE49-F238E27FC236}">
                  <a16:creationId xmlns:a16="http://schemas.microsoft.com/office/drawing/2014/main" id="{679C7D3F-7CC7-B6A3-EE77-0DE7B780B8DF}"/>
                </a:ext>
              </a:extLst>
            </p:cNvPr>
            <p:cNvSpPr/>
            <p:nvPr/>
          </p:nvSpPr>
          <p:spPr bwMode="auto">
            <a:xfrm>
              <a:off x="5035277" y="3352800"/>
              <a:ext cx="628373" cy="649188"/>
            </a:xfrm>
            <a:prstGeom prst="ellipse">
              <a:avLst/>
            </a:prstGeom>
            <a:gradFill flip="none" rotWithShape="1">
              <a:gsLst>
                <a:gs pos="0">
                  <a:srgbClr val="FFC000">
                    <a:shade val="30000"/>
                    <a:satMod val="115000"/>
                  </a:srgbClr>
                </a:gs>
                <a:gs pos="50000">
                  <a:srgbClr val="FFC000">
                    <a:shade val="67500"/>
                    <a:satMod val="115000"/>
                  </a:srgbClr>
                </a:gs>
                <a:gs pos="100000">
                  <a:srgbClr val="FFC000">
                    <a:shade val="100000"/>
                    <a:satMod val="115000"/>
                  </a:srgbClr>
                </a:gs>
              </a:gsLst>
              <a:lin ang="10800000" scaled="1"/>
              <a:tileRect/>
            </a:gradFill>
            <a:ln w="1270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24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itchFamily="-65" charset="0"/>
                </a:rPr>
                <a:t>3</a:t>
              </a:r>
            </a:p>
          </p:txBody>
        </p:sp>
        <p:sp>
          <p:nvSpPr>
            <p:cNvPr id="66" name="Oval 65">
              <a:extLst>
                <a:ext uri="{FF2B5EF4-FFF2-40B4-BE49-F238E27FC236}">
                  <a16:creationId xmlns:a16="http://schemas.microsoft.com/office/drawing/2014/main" id="{DBCB114B-E53E-47CB-B451-8AD7A152887B}"/>
                </a:ext>
              </a:extLst>
            </p:cNvPr>
            <p:cNvSpPr/>
            <p:nvPr/>
          </p:nvSpPr>
          <p:spPr bwMode="auto">
            <a:xfrm>
              <a:off x="2895600" y="4151412"/>
              <a:ext cx="608500" cy="649188"/>
            </a:xfrm>
            <a:prstGeom prst="ellipse">
              <a:avLst/>
            </a:prstGeom>
            <a:gradFill flip="none" rotWithShape="1">
              <a:gsLst>
                <a:gs pos="0">
                  <a:srgbClr val="FFC000">
                    <a:shade val="30000"/>
                    <a:satMod val="115000"/>
                  </a:srgbClr>
                </a:gs>
                <a:gs pos="50000">
                  <a:srgbClr val="FFC000">
                    <a:shade val="67500"/>
                    <a:satMod val="115000"/>
                  </a:srgbClr>
                </a:gs>
                <a:gs pos="100000">
                  <a:srgbClr val="FFC000">
                    <a:shade val="100000"/>
                    <a:satMod val="115000"/>
                  </a:srgbClr>
                </a:gs>
              </a:gsLst>
              <a:lin ang="10800000" scaled="1"/>
              <a:tileRect/>
            </a:gradFill>
            <a:ln w="1270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dirty="0">
                  <a:latin typeface="Times New Roman" pitchFamily="-65" charset="0"/>
                </a:rPr>
                <a:t>0</a:t>
              </a:r>
              <a:endParaRPr kumimoji="0" 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-65" charset="0"/>
              </a:endParaRPr>
            </a:p>
          </p:txBody>
        </p:sp>
        <p:sp>
          <p:nvSpPr>
            <p:cNvPr id="67" name="Oval 66">
              <a:extLst>
                <a:ext uri="{FF2B5EF4-FFF2-40B4-BE49-F238E27FC236}">
                  <a16:creationId xmlns:a16="http://schemas.microsoft.com/office/drawing/2014/main" id="{E5C8790E-9E92-B5D5-E311-54CAF84BB0FE}"/>
                </a:ext>
              </a:extLst>
            </p:cNvPr>
            <p:cNvSpPr/>
            <p:nvPr/>
          </p:nvSpPr>
          <p:spPr bwMode="auto">
            <a:xfrm>
              <a:off x="3582036" y="4151412"/>
              <a:ext cx="628375" cy="649188"/>
            </a:xfrm>
            <a:prstGeom prst="ellipse">
              <a:avLst/>
            </a:prstGeom>
            <a:gradFill flip="none" rotWithShape="1">
              <a:gsLst>
                <a:gs pos="0">
                  <a:srgbClr val="FFC000">
                    <a:shade val="30000"/>
                    <a:satMod val="115000"/>
                  </a:srgbClr>
                </a:gs>
                <a:gs pos="50000">
                  <a:srgbClr val="FFC000">
                    <a:shade val="67500"/>
                    <a:satMod val="115000"/>
                  </a:srgbClr>
                </a:gs>
                <a:gs pos="100000">
                  <a:srgbClr val="FFC000">
                    <a:shade val="100000"/>
                    <a:satMod val="115000"/>
                  </a:srgbClr>
                </a:gs>
              </a:gsLst>
              <a:lin ang="10800000" scaled="1"/>
              <a:tileRect/>
            </a:gradFill>
            <a:ln w="1270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24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itchFamily="-65" charset="0"/>
                </a:rPr>
                <a:t>1</a:t>
              </a:r>
            </a:p>
          </p:txBody>
        </p:sp>
        <p:sp>
          <p:nvSpPr>
            <p:cNvPr id="68" name="Oval 67">
              <a:extLst>
                <a:ext uri="{FF2B5EF4-FFF2-40B4-BE49-F238E27FC236}">
                  <a16:creationId xmlns:a16="http://schemas.microsoft.com/office/drawing/2014/main" id="{6E06F51F-0A55-CAB3-6C4F-47B026EB6D08}"/>
                </a:ext>
              </a:extLst>
            </p:cNvPr>
            <p:cNvSpPr/>
            <p:nvPr/>
          </p:nvSpPr>
          <p:spPr bwMode="auto">
            <a:xfrm>
              <a:off x="4338488" y="4151412"/>
              <a:ext cx="628374" cy="649188"/>
            </a:xfrm>
            <a:prstGeom prst="ellipse">
              <a:avLst/>
            </a:prstGeom>
            <a:gradFill flip="none" rotWithShape="1">
              <a:gsLst>
                <a:gs pos="0">
                  <a:srgbClr val="FFC000">
                    <a:shade val="30000"/>
                    <a:satMod val="115000"/>
                  </a:srgbClr>
                </a:gs>
                <a:gs pos="50000">
                  <a:srgbClr val="FFC000">
                    <a:shade val="67500"/>
                    <a:satMod val="115000"/>
                  </a:srgbClr>
                </a:gs>
                <a:gs pos="100000">
                  <a:srgbClr val="FFC000">
                    <a:shade val="100000"/>
                    <a:satMod val="115000"/>
                  </a:srgbClr>
                </a:gs>
              </a:gsLst>
              <a:lin ang="10800000" scaled="1"/>
              <a:tileRect/>
            </a:gradFill>
            <a:ln w="1270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24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itchFamily="-65" charset="0"/>
                </a:rPr>
                <a:t>2</a:t>
              </a:r>
            </a:p>
          </p:txBody>
        </p:sp>
        <p:sp>
          <p:nvSpPr>
            <p:cNvPr id="69" name="Oval 68">
              <a:extLst>
                <a:ext uri="{FF2B5EF4-FFF2-40B4-BE49-F238E27FC236}">
                  <a16:creationId xmlns:a16="http://schemas.microsoft.com/office/drawing/2014/main" id="{C8DC4C59-B501-8B02-598B-CAAA81872837}"/>
                </a:ext>
              </a:extLst>
            </p:cNvPr>
            <p:cNvSpPr/>
            <p:nvPr/>
          </p:nvSpPr>
          <p:spPr bwMode="auto">
            <a:xfrm>
              <a:off x="5035277" y="4148219"/>
              <a:ext cx="628373" cy="649188"/>
            </a:xfrm>
            <a:prstGeom prst="ellipse">
              <a:avLst/>
            </a:prstGeom>
            <a:gradFill flip="none" rotWithShape="1">
              <a:gsLst>
                <a:gs pos="0">
                  <a:srgbClr val="FFC000">
                    <a:shade val="30000"/>
                    <a:satMod val="115000"/>
                  </a:srgbClr>
                </a:gs>
                <a:gs pos="50000">
                  <a:srgbClr val="FFC000">
                    <a:shade val="67500"/>
                    <a:satMod val="115000"/>
                  </a:srgbClr>
                </a:gs>
                <a:gs pos="100000">
                  <a:srgbClr val="FFC000">
                    <a:shade val="100000"/>
                    <a:satMod val="115000"/>
                  </a:srgbClr>
                </a:gs>
              </a:gsLst>
              <a:lin ang="10800000" scaled="1"/>
              <a:tileRect/>
            </a:gradFill>
            <a:ln w="1270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24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itchFamily="-65" charset="0"/>
                </a:rPr>
                <a:t>3</a:t>
              </a:r>
            </a:p>
          </p:txBody>
        </p:sp>
        <p:sp>
          <p:nvSpPr>
            <p:cNvPr id="70" name="Oval 69">
              <a:extLst>
                <a:ext uri="{FF2B5EF4-FFF2-40B4-BE49-F238E27FC236}">
                  <a16:creationId xmlns:a16="http://schemas.microsoft.com/office/drawing/2014/main" id="{B1642FDD-E69B-B83C-3DA3-75F9789DF8A3}"/>
                </a:ext>
              </a:extLst>
            </p:cNvPr>
            <p:cNvSpPr/>
            <p:nvPr/>
          </p:nvSpPr>
          <p:spPr bwMode="auto">
            <a:xfrm>
              <a:off x="2895600" y="4879993"/>
              <a:ext cx="608500" cy="649188"/>
            </a:xfrm>
            <a:prstGeom prst="ellipse">
              <a:avLst/>
            </a:prstGeom>
            <a:gradFill flip="none" rotWithShape="1">
              <a:gsLst>
                <a:gs pos="0">
                  <a:srgbClr val="FFC000">
                    <a:shade val="30000"/>
                    <a:satMod val="115000"/>
                  </a:srgbClr>
                </a:gs>
                <a:gs pos="50000">
                  <a:srgbClr val="FFC000">
                    <a:shade val="67500"/>
                    <a:satMod val="115000"/>
                  </a:srgbClr>
                </a:gs>
                <a:gs pos="100000">
                  <a:srgbClr val="FFC000">
                    <a:shade val="100000"/>
                    <a:satMod val="115000"/>
                  </a:srgbClr>
                </a:gs>
              </a:gsLst>
              <a:lin ang="10800000" scaled="1"/>
              <a:tileRect/>
            </a:gradFill>
            <a:ln w="1270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dirty="0">
                  <a:latin typeface="Times New Roman" pitchFamily="-65" charset="0"/>
                </a:rPr>
                <a:t>0</a:t>
              </a:r>
              <a:endParaRPr kumimoji="0" 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-65" charset="0"/>
              </a:endParaRPr>
            </a:p>
          </p:txBody>
        </p:sp>
        <p:sp>
          <p:nvSpPr>
            <p:cNvPr id="71" name="Oval 70">
              <a:extLst>
                <a:ext uri="{FF2B5EF4-FFF2-40B4-BE49-F238E27FC236}">
                  <a16:creationId xmlns:a16="http://schemas.microsoft.com/office/drawing/2014/main" id="{80CCAC38-E5A2-27C4-1626-CC1C87AF5811}"/>
                </a:ext>
              </a:extLst>
            </p:cNvPr>
            <p:cNvSpPr/>
            <p:nvPr/>
          </p:nvSpPr>
          <p:spPr bwMode="auto">
            <a:xfrm>
              <a:off x="3582036" y="4879993"/>
              <a:ext cx="628375" cy="649188"/>
            </a:xfrm>
            <a:prstGeom prst="ellipse">
              <a:avLst/>
            </a:prstGeom>
            <a:gradFill flip="none" rotWithShape="1">
              <a:gsLst>
                <a:gs pos="0">
                  <a:srgbClr val="FFC000">
                    <a:shade val="30000"/>
                    <a:satMod val="115000"/>
                  </a:srgbClr>
                </a:gs>
                <a:gs pos="50000">
                  <a:srgbClr val="FFC000">
                    <a:shade val="67500"/>
                    <a:satMod val="115000"/>
                  </a:srgbClr>
                </a:gs>
                <a:gs pos="100000">
                  <a:srgbClr val="FFC000">
                    <a:shade val="100000"/>
                    <a:satMod val="115000"/>
                  </a:srgbClr>
                </a:gs>
              </a:gsLst>
              <a:lin ang="10800000" scaled="1"/>
              <a:tileRect/>
            </a:gradFill>
            <a:ln w="1270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24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itchFamily="-65" charset="0"/>
                </a:rPr>
                <a:t>1</a:t>
              </a:r>
            </a:p>
          </p:txBody>
        </p:sp>
        <p:sp>
          <p:nvSpPr>
            <p:cNvPr id="73" name="Oval 72">
              <a:extLst>
                <a:ext uri="{FF2B5EF4-FFF2-40B4-BE49-F238E27FC236}">
                  <a16:creationId xmlns:a16="http://schemas.microsoft.com/office/drawing/2014/main" id="{21CBA09A-D624-D0B1-CBB4-B47F6227D4EE}"/>
                </a:ext>
              </a:extLst>
            </p:cNvPr>
            <p:cNvSpPr/>
            <p:nvPr/>
          </p:nvSpPr>
          <p:spPr bwMode="auto">
            <a:xfrm>
              <a:off x="4338488" y="4879993"/>
              <a:ext cx="628374" cy="649188"/>
            </a:xfrm>
            <a:prstGeom prst="ellipse">
              <a:avLst/>
            </a:prstGeom>
            <a:gradFill flip="none" rotWithShape="1">
              <a:gsLst>
                <a:gs pos="0">
                  <a:srgbClr val="FFC000">
                    <a:shade val="30000"/>
                    <a:satMod val="115000"/>
                  </a:srgbClr>
                </a:gs>
                <a:gs pos="50000">
                  <a:srgbClr val="FFC000">
                    <a:shade val="67500"/>
                    <a:satMod val="115000"/>
                  </a:srgbClr>
                </a:gs>
                <a:gs pos="100000">
                  <a:srgbClr val="FFC000">
                    <a:shade val="100000"/>
                    <a:satMod val="115000"/>
                  </a:srgbClr>
                </a:gs>
              </a:gsLst>
              <a:lin ang="10800000" scaled="1"/>
              <a:tileRect/>
            </a:gradFill>
            <a:ln w="1270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24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itchFamily="-65" charset="0"/>
                </a:rPr>
                <a:t>2</a:t>
              </a:r>
            </a:p>
          </p:txBody>
        </p:sp>
        <p:sp>
          <p:nvSpPr>
            <p:cNvPr id="74" name="Oval 73">
              <a:extLst>
                <a:ext uri="{FF2B5EF4-FFF2-40B4-BE49-F238E27FC236}">
                  <a16:creationId xmlns:a16="http://schemas.microsoft.com/office/drawing/2014/main" id="{3FC3D89A-335E-9F5A-35F1-705CC68490A3}"/>
                </a:ext>
              </a:extLst>
            </p:cNvPr>
            <p:cNvSpPr/>
            <p:nvPr/>
          </p:nvSpPr>
          <p:spPr bwMode="auto">
            <a:xfrm>
              <a:off x="5035277" y="4876800"/>
              <a:ext cx="628373" cy="649188"/>
            </a:xfrm>
            <a:prstGeom prst="ellipse">
              <a:avLst/>
            </a:prstGeom>
            <a:gradFill flip="none" rotWithShape="1">
              <a:gsLst>
                <a:gs pos="0">
                  <a:srgbClr val="FFC000">
                    <a:shade val="30000"/>
                    <a:satMod val="115000"/>
                  </a:srgbClr>
                </a:gs>
                <a:gs pos="50000">
                  <a:srgbClr val="FFC000">
                    <a:shade val="67500"/>
                    <a:satMod val="115000"/>
                  </a:srgbClr>
                </a:gs>
                <a:gs pos="100000">
                  <a:srgbClr val="FFC000">
                    <a:shade val="100000"/>
                    <a:satMod val="115000"/>
                  </a:srgbClr>
                </a:gs>
              </a:gsLst>
              <a:lin ang="10800000" scaled="1"/>
              <a:tileRect/>
            </a:gradFill>
            <a:ln w="1270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24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itchFamily="-65" charset="0"/>
                </a:rPr>
                <a:t>3</a:t>
              </a:r>
            </a:p>
          </p:txBody>
        </p:sp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D2C51F6E-D563-0E8A-BF2C-8DF30760512B}"/>
                </a:ext>
              </a:extLst>
            </p:cNvPr>
            <p:cNvSpPr txBox="1"/>
            <p:nvPr/>
          </p:nvSpPr>
          <p:spPr>
            <a:xfrm>
              <a:off x="3293333" y="2142697"/>
              <a:ext cx="183415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Source nodes</a:t>
              </a:r>
            </a:p>
          </p:txBody>
        </p:sp>
      </p:grpSp>
      <p:grpSp>
        <p:nvGrpSpPr>
          <p:cNvPr id="83" name="Group 82">
            <a:extLst>
              <a:ext uri="{FF2B5EF4-FFF2-40B4-BE49-F238E27FC236}">
                <a16:creationId xmlns:a16="http://schemas.microsoft.com/office/drawing/2014/main" id="{A1121414-F42D-3E2A-AF23-D7785D89FFF2}"/>
              </a:ext>
            </a:extLst>
          </p:cNvPr>
          <p:cNvGrpSpPr/>
          <p:nvPr/>
        </p:nvGrpSpPr>
        <p:grpSpPr>
          <a:xfrm>
            <a:off x="609600" y="3375850"/>
            <a:ext cx="1650325" cy="2935188"/>
            <a:chOff x="1163384" y="2627412"/>
            <a:chExt cx="1650325" cy="2935188"/>
          </a:xfrm>
        </p:grpSpPr>
        <p:grpSp>
          <p:nvGrpSpPr>
            <p:cNvPr id="79" name="Group 78">
              <a:extLst>
                <a:ext uri="{FF2B5EF4-FFF2-40B4-BE49-F238E27FC236}">
                  <a16:creationId xmlns:a16="http://schemas.microsoft.com/office/drawing/2014/main" id="{F601A64C-1F30-90E2-07F8-A9B29858597A}"/>
                </a:ext>
              </a:extLst>
            </p:cNvPr>
            <p:cNvGrpSpPr/>
            <p:nvPr/>
          </p:nvGrpSpPr>
          <p:grpSpPr>
            <a:xfrm>
              <a:off x="1631866" y="2627412"/>
              <a:ext cx="1181843" cy="2935188"/>
              <a:chOff x="1631866" y="2627412"/>
              <a:chExt cx="1181843" cy="2935188"/>
            </a:xfrm>
          </p:grpSpPr>
          <p:sp>
            <p:nvSpPr>
              <p:cNvPr id="47" name="Oval 46">
                <a:extLst>
                  <a:ext uri="{FF2B5EF4-FFF2-40B4-BE49-F238E27FC236}">
                    <a16:creationId xmlns:a16="http://schemas.microsoft.com/office/drawing/2014/main" id="{43EB4FF4-365F-1AB9-E9A4-373B78EF128C}"/>
                  </a:ext>
                </a:extLst>
              </p:cNvPr>
              <p:cNvSpPr/>
              <p:nvPr/>
            </p:nvSpPr>
            <p:spPr bwMode="auto">
              <a:xfrm>
                <a:off x="1638850" y="2627412"/>
                <a:ext cx="608500" cy="649188"/>
              </a:xfrm>
              <a:prstGeom prst="ellipse">
                <a:avLst/>
              </a:prstGeom>
              <a:gradFill flip="none" rotWithShape="1">
                <a:gsLst>
                  <a:gs pos="0">
                    <a:srgbClr val="98CA00">
                      <a:shade val="30000"/>
                      <a:satMod val="115000"/>
                    </a:srgbClr>
                  </a:gs>
                  <a:gs pos="50000">
                    <a:srgbClr val="98CA00">
                      <a:shade val="67500"/>
                      <a:satMod val="115000"/>
                    </a:srgbClr>
                  </a:gs>
                  <a:gs pos="100000">
                    <a:srgbClr val="98CA00">
                      <a:shade val="100000"/>
                      <a:satMod val="115000"/>
                    </a:srgbClr>
                  </a:gs>
                </a:gsLst>
                <a:lin ang="10800000" scaled="1"/>
                <a:tileRect/>
              </a:gradFill>
              <a:ln w="12700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  <a:spAutoFit/>
              </a:bodyPr>
              <a:lstStyle/>
              <a:p>
                <a:pPr marL="0" marR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lang="en-US" dirty="0">
                    <a:latin typeface="Times New Roman" pitchFamily="-65" charset="0"/>
                  </a:rPr>
                  <a:t>0</a:t>
                </a:r>
                <a:endParaRPr kumimoji="0" lang="en-US" sz="24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itchFamily="-65" charset="0"/>
                </a:endParaRPr>
              </a:p>
            </p:txBody>
          </p:sp>
          <p:sp>
            <p:nvSpPr>
              <p:cNvPr id="50" name="Oval 49">
                <a:extLst>
                  <a:ext uri="{FF2B5EF4-FFF2-40B4-BE49-F238E27FC236}">
                    <a16:creationId xmlns:a16="http://schemas.microsoft.com/office/drawing/2014/main" id="{A82C46FB-DFD1-589B-A8F2-630C2F22D0DF}"/>
                  </a:ext>
                </a:extLst>
              </p:cNvPr>
              <p:cNvSpPr/>
              <p:nvPr/>
            </p:nvSpPr>
            <p:spPr bwMode="auto">
              <a:xfrm>
                <a:off x="1631866" y="3424436"/>
                <a:ext cx="628375" cy="649188"/>
              </a:xfrm>
              <a:prstGeom prst="ellipse">
                <a:avLst/>
              </a:prstGeom>
              <a:gradFill flip="none" rotWithShape="1">
                <a:gsLst>
                  <a:gs pos="0">
                    <a:srgbClr val="98CA00">
                      <a:shade val="30000"/>
                      <a:satMod val="115000"/>
                    </a:srgbClr>
                  </a:gs>
                  <a:gs pos="50000">
                    <a:srgbClr val="98CA00">
                      <a:shade val="67500"/>
                      <a:satMod val="115000"/>
                    </a:srgbClr>
                  </a:gs>
                  <a:gs pos="100000">
                    <a:srgbClr val="98CA00">
                      <a:shade val="100000"/>
                      <a:satMod val="115000"/>
                    </a:srgbClr>
                  </a:gs>
                </a:gsLst>
                <a:lin ang="10800000" scaled="1"/>
                <a:tileRect/>
              </a:gradFill>
              <a:ln w="12700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  <a:spAutoFit/>
              </a:bodyPr>
              <a:lstStyle/>
              <a:p>
                <a:pPr marL="0" marR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en-US" sz="24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Times New Roman" pitchFamily="-65" charset="0"/>
                  </a:rPr>
                  <a:t>1</a:t>
                </a:r>
              </a:p>
            </p:txBody>
          </p:sp>
          <p:sp>
            <p:nvSpPr>
              <p:cNvPr id="51" name="Oval 50">
                <a:extLst>
                  <a:ext uri="{FF2B5EF4-FFF2-40B4-BE49-F238E27FC236}">
                    <a16:creationId xmlns:a16="http://schemas.microsoft.com/office/drawing/2014/main" id="{A9B12839-428D-D6A2-989D-64309E91932F}"/>
                  </a:ext>
                </a:extLst>
              </p:cNvPr>
              <p:cNvSpPr/>
              <p:nvPr/>
            </p:nvSpPr>
            <p:spPr bwMode="auto">
              <a:xfrm>
                <a:off x="1657625" y="4227612"/>
                <a:ext cx="628374" cy="649188"/>
              </a:xfrm>
              <a:prstGeom prst="ellipse">
                <a:avLst/>
              </a:prstGeom>
              <a:gradFill flip="none" rotWithShape="1">
                <a:gsLst>
                  <a:gs pos="0">
                    <a:srgbClr val="98CA00">
                      <a:shade val="30000"/>
                      <a:satMod val="115000"/>
                    </a:srgbClr>
                  </a:gs>
                  <a:gs pos="50000">
                    <a:srgbClr val="98CA00">
                      <a:shade val="67500"/>
                      <a:satMod val="115000"/>
                    </a:srgbClr>
                  </a:gs>
                  <a:gs pos="100000">
                    <a:srgbClr val="98CA00">
                      <a:shade val="100000"/>
                      <a:satMod val="115000"/>
                    </a:srgbClr>
                  </a:gs>
                </a:gsLst>
                <a:lin ang="10800000" scaled="1"/>
                <a:tileRect/>
              </a:gradFill>
              <a:ln w="12700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  <a:spAutoFit/>
              </a:bodyPr>
              <a:lstStyle/>
              <a:p>
                <a:pPr marL="0" marR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en-US" sz="24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Times New Roman" pitchFamily="-65" charset="0"/>
                  </a:rPr>
                  <a:t>2</a:t>
                </a:r>
              </a:p>
            </p:txBody>
          </p:sp>
          <p:sp>
            <p:nvSpPr>
              <p:cNvPr id="52" name="Oval 51">
                <a:extLst>
                  <a:ext uri="{FF2B5EF4-FFF2-40B4-BE49-F238E27FC236}">
                    <a16:creationId xmlns:a16="http://schemas.microsoft.com/office/drawing/2014/main" id="{36794BEE-2EEE-0DD8-9F5F-4DA9504C0B6B}"/>
                  </a:ext>
                </a:extLst>
              </p:cNvPr>
              <p:cNvSpPr/>
              <p:nvPr/>
            </p:nvSpPr>
            <p:spPr bwMode="auto">
              <a:xfrm>
                <a:off x="1657624" y="4913412"/>
                <a:ext cx="628373" cy="649188"/>
              </a:xfrm>
              <a:prstGeom prst="ellipse">
                <a:avLst/>
              </a:prstGeom>
              <a:gradFill flip="none" rotWithShape="1">
                <a:gsLst>
                  <a:gs pos="0">
                    <a:srgbClr val="98CA00">
                      <a:shade val="30000"/>
                      <a:satMod val="115000"/>
                    </a:srgbClr>
                  </a:gs>
                  <a:gs pos="50000">
                    <a:srgbClr val="98CA00">
                      <a:shade val="67500"/>
                      <a:satMod val="115000"/>
                    </a:srgbClr>
                  </a:gs>
                  <a:gs pos="100000">
                    <a:srgbClr val="98CA00">
                      <a:shade val="100000"/>
                      <a:satMod val="115000"/>
                    </a:srgbClr>
                  </a:gs>
                </a:gsLst>
                <a:lin ang="10800000" scaled="1"/>
                <a:tileRect/>
              </a:gradFill>
              <a:ln w="12700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  <a:spAutoFit/>
              </a:bodyPr>
              <a:lstStyle/>
              <a:p>
                <a:pPr marL="0" marR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en-US" sz="24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Times New Roman" pitchFamily="-65" charset="0"/>
                  </a:rPr>
                  <a:t>3</a:t>
                </a:r>
              </a:p>
            </p:txBody>
          </p: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53" name="TextBox 52">
                    <a:extLst>
                      <a:ext uri="{FF2B5EF4-FFF2-40B4-BE49-F238E27FC236}">
                        <a16:creationId xmlns:a16="http://schemas.microsoft.com/office/drawing/2014/main" id="{4C99A2D4-F73A-3043-5C0D-D429DAC6C227}"/>
                      </a:ext>
                    </a:extLst>
                  </p:cNvPr>
                  <p:cNvSpPr txBox="1"/>
                  <p:nvPr/>
                </p:nvSpPr>
                <p:spPr>
                  <a:xfrm>
                    <a:off x="2286000" y="2686577"/>
                    <a:ext cx="527709" cy="461665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⇐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>
              <p:sp>
                <p:nvSpPr>
                  <p:cNvPr id="53" name="TextBox 52">
                    <a:extLst>
                      <a:ext uri="{FF2B5EF4-FFF2-40B4-BE49-F238E27FC236}">
                        <a16:creationId xmlns:a16="http://schemas.microsoft.com/office/drawing/2014/main" id="{4C99A2D4-F73A-3043-5C0D-D429DAC6C22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286000" y="2686577"/>
                    <a:ext cx="527709" cy="461665"/>
                  </a:xfrm>
                  <a:prstGeom prst="rect">
                    <a:avLst/>
                  </a:prstGeom>
                  <a:blipFill>
                    <a:blip r:embed="rId41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75" name="TextBox 74">
                    <a:extLst>
                      <a:ext uri="{FF2B5EF4-FFF2-40B4-BE49-F238E27FC236}">
                        <a16:creationId xmlns:a16="http://schemas.microsoft.com/office/drawing/2014/main" id="{37BCD0F0-1924-5775-78A2-2C0094153507}"/>
                      </a:ext>
                    </a:extLst>
                  </p:cNvPr>
                  <p:cNvSpPr txBox="1"/>
                  <p:nvPr/>
                </p:nvSpPr>
                <p:spPr>
                  <a:xfrm>
                    <a:off x="2286000" y="3500735"/>
                    <a:ext cx="527709" cy="461665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⇐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>
              <p:sp>
                <p:nvSpPr>
                  <p:cNvPr id="75" name="TextBox 74">
                    <a:extLst>
                      <a:ext uri="{FF2B5EF4-FFF2-40B4-BE49-F238E27FC236}">
                        <a16:creationId xmlns:a16="http://schemas.microsoft.com/office/drawing/2014/main" id="{37BCD0F0-1924-5775-78A2-2C009415350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286000" y="3500735"/>
                    <a:ext cx="527709" cy="461665"/>
                  </a:xfrm>
                  <a:prstGeom prst="rect">
                    <a:avLst/>
                  </a:prstGeom>
                  <a:blipFill>
                    <a:blip r:embed="rId4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76" name="TextBox 75">
                    <a:extLst>
                      <a:ext uri="{FF2B5EF4-FFF2-40B4-BE49-F238E27FC236}">
                        <a16:creationId xmlns:a16="http://schemas.microsoft.com/office/drawing/2014/main" id="{7610C3C9-A2A2-9E08-FFC0-B0FDA3E39BF0}"/>
                      </a:ext>
                    </a:extLst>
                  </p:cNvPr>
                  <p:cNvSpPr txBox="1"/>
                  <p:nvPr/>
                </p:nvSpPr>
                <p:spPr>
                  <a:xfrm>
                    <a:off x="2286000" y="4262735"/>
                    <a:ext cx="527709" cy="461665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⇐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>
              <p:sp>
                <p:nvSpPr>
                  <p:cNvPr id="76" name="TextBox 75">
                    <a:extLst>
                      <a:ext uri="{FF2B5EF4-FFF2-40B4-BE49-F238E27FC236}">
                        <a16:creationId xmlns:a16="http://schemas.microsoft.com/office/drawing/2014/main" id="{7610C3C9-A2A2-9E08-FFC0-B0FDA3E39BF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286000" y="4262735"/>
                    <a:ext cx="527709" cy="461665"/>
                  </a:xfrm>
                  <a:prstGeom prst="rect">
                    <a:avLst/>
                  </a:prstGeom>
                  <a:blipFill>
                    <a:blip r:embed="rId4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77" name="TextBox 76">
                    <a:extLst>
                      <a:ext uri="{FF2B5EF4-FFF2-40B4-BE49-F238E27FC236}">
                        <a16:creationId xmlns:a16="http://schemas.microsoft.com/office/drawing/2014/main" id="{A7CE5325-1C48-0F22-DA83-21111A47C077}"/>
                      </a:ext>
                    </a:extLst>
                  </p:cNvPr>
                  <p:cNvSpPr txBox="1"/>
                  <p:nvPr/>
                </p:nvSpPr>
                <p:spPr>
                  <a:xfrm>
                    <a:off x="2286000" y="4948535"/>
                    <a:ext cx="527709" cy="461665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⇐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>
              <p:sp>
                <p:nvSpPr>
                  <p:cNvPr id="77" name="TextBox 76">
                    <a:extLst>
                      <a:ext uri="{FF2B5EF4-FFF2-40B4-BE49-F238E27FC236}">
                        <a16:creationId xmlns:a16="http://schemas.microsoft.com/office/drawing/2014/main" id="{A7CE5325-1C48-0F22-DA83-21111A47C07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286000" y="4948535"/>
                    <a:ext cx="527709" cy="461665"/>
                  </a:xfrm>
                  <a:prstGeom prst="rect">
                    <a:avLst/>
                  </a:prstGeom>
                  <a:blipFill>
                    <a:blip r:embed="rId4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81" name="TextBox 80">
              <a:extLst>
                <a:ext uri="{FF2B5EF4-FFF2-40B4-BE49-F238E27FC236}">
                  <a16:creationId xmlns:a16="http://schemas.microsoft.com/office/drawing/2014/main" id="{1AF5E2C4-B376-AD62-EB87-6DB11539FB62}"/>
                </a:ext>
              </a:extLst>
            </p:cNvPr>
            <p:cNvSpPr txBox="1"/>
            <p:nvPr/>
          </p:nvSpPr>
          <p:spPr>
            <a:xfrm rot="16200000">
              <a:off x="478646" y="3767008"/>
              <a:ext cx="183114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Target  nodes</a:t>
              </a: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84" name="Table 83">
                <a:extLst>
                  <a:ext uri="{FF2B5EF4-FFF2-40B4-BE49-F238E27FC236}">
                    <a16:creationId xmlns:a16="http://schemas.microsoft.com/office/drawing/2014/main" id="{7F8CB27F-D9A2-9A96-CB89-581EE2006F1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691193618"/>
                  </p:ext>
                </p:extLst>
              </p:nvPr>
            </p:nvGraphicFramePr>
            <p:xfrm>
              <a:off x="6403746" y="2133600"/>
              <a:ext cx="2664054" cy="731520"/>
            </p:xfrm>
            <a:graphic>
              <a:graphicData uri="http://schemas.openxmlformats.org/drawingml/2006/table">
                <a:tbl>
                  <a:tblPr firstRow="1" bandRow="1">
                    <a:effectLst>
                      <a:outerShdw blurRad="50800" dist="38100" dir="2700000" algn="tl" rotWithShape="0">
                        <a:prstClr val="black">
                          <a:alpha val="40000"/>
                        </a:prstClr>
                      </a:outerShdw>
                    </a:effectLst>
                    <a:tableStyleId>{69CF1AB2-1976-4502-BF36-3FF5EA218861}</a:tableStyleId>
                  </a:tblPr>
                  <a:tblGrid>
                    <a:gridCol w="444009">
                      <a:extLst>
                        <a:ext uri="{9D8B030D-6E8A-4147-A177-3AD203B41FA5}">
                          <a16:colId xmlns:a16="http://schemas.microsoft.com/office/drawing/2014/main" val="374890846"/>
                        </a:ext>
                      </a:extLst>
                    </a:gridCol>
                    <a:gridCol w="444009">
                      <a:extLst>
                        <a:ext uri="{9D8B030D-6E8A-4147-A177-3AD203B41FA5}">
                          <a16:colId xmlns:a16="http://schemas.microsoft.com/office/drawing/2014/main" val="2639365242"/>
                        </a:ext>
                      </a:extLst>
                    </a:gridCol>
                    <a:gridCol w="444009">
                      <a:extLst>
                        <a:ext uri="{9D8B030D-6E8A-4147-A177-3AD203B41FA5}">
                          <a16:colId xmlns:a16="http://schemas.microsoft.com/office/drawing/2014/main" val="110973745"/>
                        </a:ext>
                      </a:extLst>
                    </a:gridCol>
                    <a:gridCol w="444009">
                      <a:extLst>
                        <a:ext uri="{9D8B030D-6E8A-4147-A177-3AD203B41FA5}">
                          <a16:colId xmlns:a16="http://schemas.microsoft.com/office/drawing/2014/main" val="3131861186"/>
                        </a:ext>
                      </a:extLst>
                    </a:gridCol>
                    <a:gridCol w="444009">
                      <a:extLst>
                        <a:ext uri="{9D8B030D-6E8A-4147-A177-3AD203B41FA5}">
                          <a16:colId xmlns:a16="http://schemas.microsoft.com/office/drawing/2014/main" val="2436042647"/>
                        </a:ext>
                      </a:extLst>
                    </a:gridCol>
                    <a:gridCol w="444009">
                      <a:extLst>
                        <a:ext uri="{9D8B030D-6E8A-4147-A177-3AD203B41FA5}">
                          <a16:colId xmlns:a16="http://schemas.microsoft.com/office/drawing/2014/main" val="737485302"/>
                        </a:ext>
                      </a:extLst>
                    </a:gridCol>
                  </a:tblGrid>
                  <a:tr h="358147"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⋯</m:t>
                                </m:r>
                              </m:oMath>
                            </m:oMathPara>
                          </a14:m>
                          <a:endParaRPr lang="en-US" b="1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3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041010978"/>
                      </a:ext>
                    </a:extLst>
                  </a:tr>
                  <a:tr h="358147"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⋯</m:t>
                                </m:r>
                              </m:oMath>
                            </m:oMathPara>
                          </a14:m>
                          <a:endParaRPr lang="en-US" b="1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3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37502411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84" name="Table 83">
                <a:extLst>
                  <a:ext uri="{FF2B5EF4-FFF2-40B4-BE49-F238E27FC236}">
                    <a16:creationId xmlns:a16="http://schemas.microsoft.com/office/drawing/2014/main" id="{7F8CB27F-D9A2-9A96-CB89-581EE2006F1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691193618"/>
                  </p:ext>
                </p:extLst>
              </p:nvPr>
            </p:nvGraphicFramePr>
            <p:xfrm>
              <a:off x="6403746" y="2133600"/>
              <a:ext cx="2664054" cy="731520"/>
            </p:xfrm>
            <a:graphic>
              <a:graphicData uri="http://schemas.openxmlformats.org/drawingml/2006/table">
                <a:tbl>
                  <a:tblPr firstRow="1" bandRow="1">
                    <a:effectLst>
                      <a:outerShdw blurRad="50800" dist="38100" dir="2700000" algn="tl" rotWithShape="0">
                        <a:prstClr val="black">
                          <a:alpha val="40000"/>
                        </a:prstClr>
                      </a:outerShdw>
                    </a:effectLst>
                    <a:tableStyleId>{69CF1AB2-1976-4502-BF36-3FF5EA218861}</a:tableStyleId>
                  </a:tblPr>
                  <a:tblGrid>
                    <a:gridCol w="444009">
                      <a:extLst>
                        <a:ext uri="{9D8B030D-6E8A-4147-A177-3AD203B41FA5}">
                          <a16:colId xmlns:a16="http://schemas.microsoft.com/office/drawing/2014/main" val="374890846"/>
                        </a:ext>
                      </a:extLst>
                    </a:gridCol>
                    <a:gridCol w="444009">
                      <a:extLst>
                        <a:ext uri="{9D8B030D-6E8A-4147-A177-3AD203B41FA5}">
                          <a16:colId xmlns:a16="http://schemas.microsoft.com/office/drawing/2014/main" val="2639365242"/>
                        </a:ext>
                      </a:extLst>
                    </a:gridCol>
                    <a:gridCol w="444009">
                      <a:extLst>
                        <a:ext uri="{9D8B030D-6E8A-4147-A177-3AD203B41FA5}">
                          <a16:colId xmlns:a16="http://schemas.microsoft.com/office/drawing/2014/main" val="110973745"/>
                        </a:ext>
                      </a:extLst>
                    </a:gridCol>
                    <a:gridCol w="444009">
                      <a:extLst>
                        <a:ext uri="{9D8B030D-6E8A-4147-A177-3AD203B41FA5}">
                          <a16:colId xmlns:a16="http://schemas.microsoft.com/office/drawing/2014/main" val="3131861186"/>
                        </a:ext>
                      </a:extLst>
                    </a:gridCol>
                    <a:gridCol w="444009">
                      <a:extLst>
                        <a:ext uri="{9D8B030D-6E8A-4147-A177-3AD203B41FA5}">
                          <a16:colId xmlns:a16="http://schemas.microsoft.com/office/drawing/2014/main" val="2436042647"/>
                        </a:ext>
                      </a:extLst>
                    </a:gridCol>
                    <a:gridCol w="444009">
                      <a:extLst>
                        <a:ext uri="{9D8B030D-6E8A-4147-A177-3AD203B41FA5}">
                          <a16:colId xmlns:a16="http://schemas.microsoft.com/office/drawing/2014/main" val="737485302"/>
                        </a:ext>
                      </a:extLst>
                    </a:gridCol>
                  </a:tblGrid>
                  <a:tr h="365760"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4"/>
                          <a:stretch>
                            <a:fillRect l="-408571" t="-10345" r="-122857" b="-12413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3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041010978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4"/>
                          <a:stretch>
                            <a:fillRect l="-408571" t="-110345" r="-122857" b="-2413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3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37502411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85" name="Table 84">
                <a:extLst>
                  <a:ext uri="{FF2B5EF4-FFF2-40B4-BE49-F238E27FC236}">
                    <a16:creationId xmlns:a16="http://schemas.microsoft.com/office/drawing/2014/main" id="{4326DD38-D922-57C9-F89F-0C2C5ABBEF99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065067543"/>
                  </p:ext>
                </p:extLst>
              </p:nvPr>
            </p:nvGraphicFramePr>
            <p:xfrm>
              <a:off x="5218917" y="2989677"/>
              <a:ext cx="3882245" cy="492443"/>
            </p:xfrm>
            <a:graphic>
              <a:graphicData uri="http://schemas.openxmlformats.org/drawingml/2006/table">
                <a:tbl>
                  <a:tblPr firstRow="1" bandRow="1">
                    <a:effectLst>
                      <a:outerShdw blurRad="50800" dist="38100" dir="2700000" algn="tl" rotWithShape="0">
                        <a:prstClr val="black">
                          <a:alpha val="40000"/>
                        </a:prstClr>
                      </a:outerShdw>
                    </a:effectLst>
                    <a:tableStyleId>{69CF1AB2-1976-4502-BF36-3FF5EA218861}</a:tableStyleId>
                  </a:tblPr>
                  <a:tblGrid>
                    <a:gridCol w="776449">
                      <a:extLst>
                        <a:ext uri="{9D8B030D-6E8A-4147-A177-3AD203B41FA5}">
                          <a16:colId xmlns:a16="http://schemas.microsoft.com/office/drawing/2014/main" val="374890846"/>
                        </a:ext>
                      </a:extLst>
                    </a:gridCol>
                    <a:gridCol w="776449">
                      <a:extLst>
                        <a:ext uri="{9D8B030D-6E8A-4147-A177-3AD203B41FA5}">
                          <a16:colId xmlns:a16="http://schemas.microsoft.com/office/drawing/2014/main" val="2639365242"/>
                        </a:ext>
                      </a:extLst>
                    </a:gridCol>
                    <a:gridCol w="776449">
                      <a:extLst>
                        <a:ext uri="{9D8B030D-6E8A-4147-A177-3AD203B41FA5}">
                          <a16:colId xmlns:a16="http://schemas.microsoft.com/office/drawing/2014/main" val="110973745"/>
                        </a:ext>
                      </a:extLst>
                    </a:gridCol>
                    <a:gridCol w="776449">
                      <a:extLst>
                        <a:ext uri="{9D8B030D-6E8A-4147-A177-3AD203B41FA5}">
                          <a16:colId xmlns:a16="http://schemas.microsoft.com/office/drawing/2014/main" val="3131861186"/>
                        </a:ext>
                      </a:extLst>
                    </a:gridCol>
                    <a:gridCol w="776449">
                      <a:extLst>
                        <a:ext uri="{9D8B030D-6E8A-4147-A177-3AD203B41FA5}">
                          <a16:colId xmlns:a16="http://schemas.microsoft.com/office/drawing/2014/main" val="2436042647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1" smtClean="0">
                                        <a:latin typeface="Cambria Math" panose="02040503050406030204" pitchFamily="18" charset="0"/>
                                      </a:rPr>
                                      <m:t>𝒆</m:t>
                                    </m:r>
                                  </m:e>
                                  <m:sub>
                                    <m:r>
                                      <a:rPr lang="en-US" sz="2400" b="1" i="0" smtClean="0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US" sz="2400" b="1" smtClean="0">
                                        <a:latin typeface="Cambria Math" panose="02040503050406030204" pitchFamily="18" charset="0"/>
                                      </a:rPr>
                                      <m:t>𝟎</m:t>
                                    </m:r>
                                    <m:r>
                                      <a:rPr lang="en-US" sz="2400" b="1" i="0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400" b="1" smtClean="0">
                                        <a:latin typeface="Cambria Math" panose="02040503050406030204" pitchFamily="18" charset="0"/>
                                      </a:rPr>
                                      <m:t>𝟎</m:t>
                                    </m:r>
                                    <m:r>
                                      <a:rPr lang="en-US" sz="2400" b="1" i="0" smtClean="0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b="1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1" smtClean="0">
                                        <a:latin typeface="Cambria Math" panose="02040503050406030204" pitchFamily="18" charset="0"/>
                                      </a:rPr>
                                      <m:t>𝒆</m:t>
                                    </m:r>
                                  </m:e>
                                  <m:sub>
                                    <m:r>
                                      <a:rPr lang="en-US" sz="2400" b="1" i="0" smtClean="0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US" sz="2400" b="1" smtClean="0">
                                        <a:latin typeface="Cambria Math" panose="02040503050406030204" pitchFamily="18" charset="0"/>
                                      </a:rPr>
                                      <m:t>𝟎</m:t>
                                    </m:r>
                                    <m:r>
                                      <a:rPr lang="en-US" sz="2400" b="1" i="0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400" b="1" i="0" smtClean="0"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  <m:r>
                                      <a:rPr lang="en-US" sz="2400" b="1" i="0" smtClean="0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b="1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1" smtClean="0">
                                        <a:latin typeface="Cambria Math" panose="02040503050406030204" pitchFamily="18" charset="0"/>
                                      </a:rPr>
                                      <m:t>𝒆</m:t>
                                    </m:r>
                                  </m:e>
                                  <m:sub>
                                    <m:r>
                                      <a:rPr lang="en-US" sz="2400" b="1" i="0" smtClean="0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US" sz="2400" b="1" smtClean="0">
                                        <a:latin typeface="Cambria Math" panose="02040503050406030204" pitchFamily="18" charset="0"/>
                                      </a:rPr>
                                      <m:t>𝟎</m:t>
                                    </m:r>
                                    <m:r>
                                      <a:rPr lang="en-US" sz="2400" b="1" i="0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400" b="1" i="0" smtClean="0"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  <m:r>
                                      <a:rPr lang="en-US" sz="2400" b="1" i="0" smtClean="0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b="1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1" smtClean="0">
                                        <a:latin typeface="Cambria Math" panose="02040503050406030204" pitchFamily="18" charset="0"/>
                                      </a:rPr>
                                      <m:t>𝒆</m:t>
                                    </m:r>
                                  </m:e>
                                  <m:sub>
                                    <m:r>
                                      <a:rPr lang="en-US" sz="2400" b="1" i="0" smtClean="0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US" sz="2400" b="1" smtClean="0">
                                        <a:latin typeface="Cambria Math" panose="02040503050406030204" pitchFamily="18" charset="0"/>
                                      </a:rPr>
                                      <m:t>𝟎</m:t>
                                    </m:r>
                                    <m:r>
                                      <a:rPr lang="en-US" sz="2400" b="1" i="0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400" b="1" i="0" smtClean="0">
                                        <a:latin typeface="Cambria Math" panose="02040503050406030204" pitchFamily="18" charset="0"/>
                                      </a:rPr>
                                      <m:t>𝟑</m:t>
                                    </m:r>
                                    <m:r>
                                      <a:rPr lang="en-US" sz="2400" b="1" i="0" smtClean="0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b="1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400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⋯</m:t>
                                </m:r>
                              </m:oMath>
                            </m:oMathPara>
                          </a14:m>
                          <a:endParaRPr lang="en-US" sz="2400" b="1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37502411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85" name="Table 84">
                <a:extLst>
                  <a:ext uri="{FF2B5EF4-FFF2-40B4-BE49-F238E27FC236}">
                    <a16:creationId xmlns:a16="http://schemas.microsoft.com/office/drawing/2014/main" id="{4326DD38-D922-57C9-F89F-0C2C5ABBEF99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065067543"/>
                  </p:ext>
                </p:extLst>
              </p:nvPr>
            </p:nvGraphicFramePr>
            <p:xfrm>
              <a:off x="5218917" y="2989677"/>
              <a:ext cx="3882245" cy="492443"/>
            </p:xfrm>
            <a:graphic>
              <a:graphicData uri="http://schemas.openxmlformats.org/drawingml/2006/table">
                <a:tbl>
                  <a:tblPr firstRow="1" bandRow="1">
                    <a:effectLst>
                      <a:outerShdw blurRad="50800" dist="38100" dir="2700000" algn="tl" rotWithShape="0">
                        <a:prstClr val="black">
                          <a:alpha val="40000"/>
                        </a:prstClr>
                      </a:outerShdw>
                    </a:effectLst>
                    <a:tableStyleId>{69CF1AB2-1976-4502-BF36-3FF5EA218861}</a:tableStyleId>
                  </a:tblPr>
                  <a:tblGrid>
                    <a:gridCol w="776449">
                      <a:extLst>
                        <a:ext uri="{9D8B030D-6E8A-4147-A177-3AD203B41FA5}">
                          <a16:colId xmlns:a16="http://schemas.microsoft.com/office/drawing/2014/main" val="374890846"/>
                        </a:ext>
                      </a:extLst>
                    </a:gridCol>
                    <a:gridCol w="776449">
                      <a:extLst>
                        <a:ext uri="{9D8B030D-6E8A-4147-A177-3AD203B41FA5}">
                          <a16:colId xmlns:a16="http://schemas.microsoft.com/office/drawing/2014/main" val="2639365242"/>
                        </a:ext>
                      </a:extLst>
                    </a:gridCol>
                    <a:gridCol w="776449">
                      <a:extLst>
                        <a:ext uri="{9D8B030D-6E8A-4147-A177-3AD203B41FA5}">
                          <a16:colId xmlns:a16="http://schemas.microsoft.com/office/drawing/2014/main" val="110973745"/>
                        </a:ext>
                      </a:extLst>
                    </a:gridCol>
                    <a:gridCol w="776449">
                      <a:extLst>
                        <a:ext uri="{9D8B030D-6E8A-4147-A177-3AD203B41FA5}">
                          <a16:colId xmlns:a16="http://schemas.microsoft.com/office/drawing/2014/main" val="3131861186"/>
                        </a:ext>
                      </a:extLst>
                    </a:gridCol>
                    <a:gridCol w="776449">
                      <a:extLst>
                        <a:ext uri="{9D8B030D-6E8A-4147-A177-3AD203B41FA5}">
                          <a16:colId xmlns:a16="http://schemas.microsoft.com/office/drawing/2014/main" val="2436042647"/>
                        </a:ext>
                      </a:extLst>
                    </a:gridCol>
                  </a:tblGrid>
                  <a:tr h="492443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5"/>
                          <a:stretch>
                            <a:fillRect l="-3279" t="-7500" r="-414754" b="-175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5"/>
                          <a:stretch>
                            <a:fillRect l="-101613" t="-7500" r="-308065" b="-175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5"/>
                          <a:stretch>
                            <a:fillRect l="-204918" t="-7500" r="-213115" b="-175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5"/>
                          <a:stretch>
                            <a:fillRect l="-300000" t="-7500" r="-109677" b="-175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5"/>
                          <a:stretch>
                            <a:fillRect l="-406557" t="-7500" r="-11475" b="-175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237502411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321783024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160652-C8A1-AA4F-F99A-CD7A170114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A1C11BE4-D303-4D70-FF05-746C519594F7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Consider the computation of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p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𝐴𝑋</m:t>
                    </m:r>
                  </m:oMath>
                </a14:m>
                <a:r>
                  <a:rPr lang="en-US" dirty="0"/>
                  <a:t>, where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dirty="0"/>
                  <a:t> is a tensor of embedded nodes of shape </a:t>
                </a:r>
                <a:r>
                  <a:rPr lang="en-US" dirty="0">
                    <a:solidFill>
                      <a:srgbClr val="0033CC"/>
                    </a:solidFill>
                  </a:rPr>
                  <a:t>[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=4, 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h</m:t>
                    </m:r>
                  </m:oMath>
                </a14:m>
                <a:r>
                  <a:rPr lang="en-US" dirty="0">
                    <a:solidFill>
                      <a:srgbClr val="0033CC"/>
                    </a:solidFill>
                  </a:rPr>
                  <a:t>]. </a:t>
                </a:r>
                <a:r>
                  <a:rPr lang="en-US" dirty="0"/>
                  <a:t>Focus on target node </a:t>
                </a:r>
                <a:r>
                  <a:rPr lang="en-US" b="1" dirty="0">
                    <a:solidFill>
                      <a:srgbClr val="0033CC"/>
                    </a:solidFill>
                  </a:rPr>
                  <a:t>2</a:t>
                </a:r>
                <a:r>
                  <a:rPr lang="en-US" dirty="0"/>
                  <a:t>, which is associated with row </a:t>
                </a:r>
                <a:r>
                  <a:rPr lang="en-US" b="1" dirty="0">
                    <a:solidFill>
                      <a:srgbClr val="0033CC"/>
                    </a:solidFill>
                  </a:rPr>
                  <a:t>2</a:t>
                </a:r>
                <a:r>
                  <a:rPr lang="en-US" dirty="0"/>
                  <a:t> of matrix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dirty="0"/>
                  <a:t>, and </a:t>
                </a:r>
                <a:br>
                  <a:rPr lang="en-US" dirty="0"/>
                </a:br>
                <a:r>
                  <a:rPr lang="en-US" dirty="0"/>
                  <a:t>consider the feature </a:t>
                </a:r>
                <a:r>
                  <a:rPr lang="en-US" b="1" dirty="0">
                    <a:solidFill>
                      <a:srgbClr val="0033CC"/>
                    </a:solidFill>
                  </a:rPr>
                  <a:t>0</a:t>
                </a:r>
                <a:r>
                  <a:rPr lang="en-US" dirty="0"/>
                  <a:t> of matrix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dirty="0"/>
                  <a:t>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Before the </a:t>
                </a:r>
                <a:r>
                  <a:rPr lang="en-US" i="1" dirty="0"/>
                  <a:t>sum</a:t>
                </a:r>
                <a:r>
                  <a:rPr lang="en-US" dirty="0"/>
                  <a:t> in the </a:t>
                </a:r>
                <a:r>
                  <a:rPr lang="en-US" i="1" dirty="0"/>
                  <a:t>vertical</a:t>
                </a:r>
                <a:r>
                  <a:rPr lang="en-US" dirty="0"/>
                  <a:t> direction (dim=0 </a:t>
                </a:r>
              </a:p>
              <a:p>
                <a:pPr marL="0" indent="0">
                  <a:buNone/>
                </a:pPr>
                <a:r>
                  <a:rPr lang="en-US" dirty="0"/>
                  <a:t>axis) we collect the products into a column:		</a:t>
                </a:r>
              </a:p>
              <a:p>
                <a:pPr marL="0" indent="0">
                  <a:buNone/>
                </a:pPr>
                <a:r>
                  <a:rPr lang="en-US" dirty="0"/>
                  <a:t>	 	Each row is a </a:t>
                </a:r>
                <a:r>
                  <a:rPr lang="en-US" dirty="0">
                    <a:solidFill>
                      <a:srgbClr val="0033CC"/>
                    </a:solidFill>
                  </a:rPr>
                  <a:t>message</a:t>
                </a:r>
                <a:r>
                  <a:rPr lang="en-US" dirty="0"/>
                  <a:t> </a:t>
                </a:r>
                <a:br>
                  <a:rPr lang="en-US" dirty="0"/>
                </a:br>
                <a:r>
                  <a:rPr lang="en-US" dirty="0"/>
                  <a:t>		associated with a single </a:t>
                </a:r>
                <a:br>
                  <a:rPr lang="en-US" dirty="0"/>
                </a:br>
                <a:r>
                  <a:rPr lang="en-US" dirty="0"/>
                  <a:t>		attribute, namely, attribute </a:t>
                </a:r>
                <a:r>
                  <a:rPr lang="en-US" b="1" dirty="0">
                    <a:solidFill>
                      <a:srgbClr val="0033CC"/>
                    </a:solidFill>
                  </a:rPr>
                  <a:t>0</a:t>
                </a:r>
                <a:r>
                  <a:rPr lang="en-US" dirty="0">
                    <a:solidFill>
                      <a:srgbClr val="0033CC"/>
                    </a:solidFill>
                  </a:rPr>
                  <a:t> </a:t>
                </a:r>
                <a:br>
                  <a:rPr lang="en-US" dirty="0">
                    <a:solidFill>
                      <a:srgbClr val="0033CC"/>
                    </a:solidFill>
                  </a:rPr>
                </a:br>
                <a:r>
                  <a:rPr lang="en-US" dirty="0">
                    <a:solidFill>
                      <a:srgbClr val="0033CC"/>
                    </a:solidFill>
                  </a:rPr>
                  <a:t>		</a:t>
                </a:r>
                <a:r>
                  <a:rPr lang="en-US" dirty="0"/>
                  <a:t>from one of the 4 </a:t>
                </a:r>
                <a:r>
                  <a:rPr lang="en-US" i="1" dirty="0"/>
                  <a:t>source</a:t>
                </a:r>
                <a:r>
                  <a:rPr lang="en-US" dirty="0"/>
                  <a:t> nodes.</a:t>
                </a:r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A1C11BE4-D303-4D70-FF05-746C519594F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3"/>
                <a:stretch>
                  <a:fillRect l="-1309" t="-1316" r="-8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9" name="Title 28">
            <a:extLst>
              <a:ext uri="{FF2B5EF4-FFF2-40B4-BE49-F238E27FC236}">
                <a16:creationId xmlns:a16="http://schemas.microsoft.com/office/drawing/2014/main" id="{DF66AE86-A87E-7D2F-0FAA-747E3C4E24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solidFill>
                  <a:srgbClr val="0033CC"/>
                </a:solidFill>
              </a:rPr>
              <a:t>PyTorch</a:t>
            </a:r>
            <a:r>
              <a:rPr lang="en-US" dirty="0">
                <a:solidFill>
                  <a:srgbClr val="0033CC"/>
                </a:solidFill>
              </a:rPr>
              <a:t> Geometric (4)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2" name="Table 1">
                <a:extLst>
                  <a:ext uri="{FF2B5EF4-FFF2-40B4-BE49-F238E27FC236}">
                    <a16:creationId xmlns:a16="http://schemas.microsoft.com/office/drawing/2014/main" id="{337758C6-43A6-6BF4-6C7C-BE36E07D352B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903113417"/>
                  </p:ext>
                </p:extLst>
              </p:nvPr>
            </p:nvGraphicFramePr>
            <p:xfrm>
              <a:off x="7086600" y="2209800"/>
              <a:ext cx="838200" cy="1828800"/>
            </p:xfrm>
            <a:graphic>
              <a:graphicData uri="http://schemas.openxmlformats.org/drawingml/2006/table">
                <a:tbl>
                  <a:tblPr firstRow="1" bandRow="1">
                    <a:effectLst>
                      <a:outerShdw blurRad="50800" dist="38100" dir="2700000" algn="tl" rotWithShape="0">
                        <a:prstClr val="black">
                          <a:alpha val="40000"/>
                        </a:prstClr>
                      </a:outerShdw>
                    </a:effectLst>
                    <a:tableStyleId>{69CF1AB2-1976-4502-BF36-3FF5EA218861}</a:tableStyleId>
                  </a:tblPr>
                  <a:tblGrid>
                    <a:gridCol w="838200">
                      <a:extLst>
                        <a:ext uri="{9D8B030D-6E8A-4147-A177-3AD203B41FA5}">
                          <a16:colId xmlns:a16="http://schemas.microsoft.com/office/drawing/2014/main" val="3879741875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0" smtClean="0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en-US" sz="2400" b="0" smtClean="0">
                                        <a:latin typeface="Cambria Math" panose="02040503050406030204" pitchFamily="18" charset="0"/>
                                      </a:rPr>
                                      <m:t>00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94603186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0" smtClean="0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en-US" sz="2400" b="0" smtClean="0">
                                        <a:latin typeface="Cambria Math" panose="02040503050406030204" pitchFamily="18" charset="0"/>
                                      </a:rPr>
                                      <m:t>10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26454843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0" smtClean="0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en-US" sz="2400" b="0" smtClean="0">
                                        <a:latin typeface="Cambria Math" panose="02040503050406030204" pitchFamily="18" charset="0"/>
                                      </a:rPr>
                                      <m:t>20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92126437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0" smtClean="0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en-US" sz="2400" b="0" smtClean="0">
                                        <a:latin typeface="Cambria Math" panose="02040503050406030204" pitchFamily="18" charset="0"/>
                                      </a:rPr>
                                      <m:t>30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189551642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2" name="Table 1">
                <a:extLst>
                  <a:ext uri="{FF2B5EF4-FFF2-40B4-BE49-F238E27FC236}">
                    <a16:creationId xmlns:a16="http://schemas.microsoft.com/office/drawing/2014/main" id="{337758C6-43A6-6BF4-6C7C-BE36E07D352B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903113417"/>
                  </p:ext>
                </p:extLst>
              </p:nvPr>
            </p:nvGraphicFramePr>
            <p:xfrm>
              <a:off x="7086600" y="2209800"/>
              <a:ext cx="838200" cy="1828800"/>
            </p:xfrm>
            <a:graphic>
              <a:graphicData uri="http://schemas.openxmlformats.org/drawingml/2006/table">
                <a:tbl>
                  <a:tblPr firstRow="1" bandRow="1">
                    <a:effectLst>
                      <a:outerShdw blurRad="50800" dist="38100" dir="2700000" algn="tl" rotWithShape="0">
                        <a:prstClr val="black">
                          <a:alpha val="40000"/>
                        </a:prstClr>
                      </a:outerShdw>
                    </a:effectLst>
                    <a:tableStyleId>{69CF1AB2-1976-4502-BF36-3FF5EA218861}</a:tableStyleId>
                  </a:tblPr>
                  <a:tblGrid>
                    <a:gridCol w="838200">
                      <a:extLst>
                        <a:ext uri="{9D8B030D-6E8A-4147-A177-3AD203B41FA5}">
                          <a16:colId xmlns:a16="http://schemas.microsoft.com/office/drawing/2014/main" val="3879741875"/>
                        </a:ext>
                      </a:extLst>
                    </a:gridCol>
                  </a:tblGrid>
                  <a:tr h="4572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4545" t="-8333" r="-12121" b="-32222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46031864"/>
                      </a:ext>
                    </a:extLst>
                  </a:tr>
                  <a:tr h="4572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4545" t="-108333" r="-12121" b="-22222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64548436"/>
                      </a:ext>
                    </a:extLst>
                  </a:tr>
                  <a:tr h="4572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4545" t="-208333" r="-12121" b="-12222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921264370"/>
                      </a:ext>
                    </a:extLst>
                  </a:tr>
                  <a:tr h="4572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4545" t="-308333" r="-12121" b="-2222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189551642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3" name="Table 2">
                <a:extLst>
                  <a:ext uri="{FF2B5EF4-FFF2-40B4-BE49-F238E27FC236}">
                    <a16:creationId xmlns:a16="http://schemas.microsoft.com/office/drawing/2014/main" id="{6FD24AE5-085F-DE3B-F0F8-7A2A207A3C8C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520649779"/>
                  </p:ext>
                </p:extLst>
              </p:nvPr>
            </p:nvGraphicFramePr>
            <p:xfrm>
              <a:off x="2895600" y="2808841"/>
              <a:ext cx="3657600" cy="492443"/>
            </p:xfrm>
            <a:graphic>
              <a:graphicData uri="http://schemas.openxmlformats.org/drawingml/2006/table">
                <a:tbl>
                  <a:tblPr firstRow="1" bandRow="1">
                    <a:effectLst>
                      <a:outerShdw blurRad="50800" dist="38100" dir="2700000" algn="tl" rotWithShape="0">
                        <a:prstClr val="black">
                          <a:alpha val="40000"/>
                        </a:prstClr>
                      </a:outerShdw>
                    </a:effectLst>
                    <a:tableStyleId>{69CF1AB2-1976-4502-BF36-3FF5EA218861}</a:tableStyleId>
                  </a:tblPr>
                  <a:tblGrid>
                    <a:gridCol w="914400">
                      <a:extLst>
                        <a:ext uri="{9D8B030D-6E8A-4147-A177-3AD203B41FA5}">
                          <a16:colId xmlns:a16="http://schemas.microsoft.com/office/drawing/2014/main" val="1371406753"/>
                        </a:ext>
                      </a:extLst>
                    </a:gridCol>
                    <a:gridCol w="914400">
                      <a:extLst>
                        <a:ext uri="{9D8B030D-6E8A-4147-A177-3AD203B41FA5}">
                          <a16:colId xmlns:a16="http://schemas.microsoft.com/office/drawing/2014/main" val="3700187826"/>
                        </a:ext>
                      </a:extLst>
                    </a:gridCol>
                    <a:gridCol w="914400">
                      <a:extLst>
                        <a:ext uri="{9D8B030D-6E8A-4147-A177-3AD203B41FA5}">
                          <a16:colId xmlns:a16="http://schemas.microsoft.com/office/drawing/2014/main" val="4252610692"/>
                        </a:ext>
                      </a:extLst>
                    </a:gridCol>
                    <a:gridCol w="914400">
                      <a:extLst>
                        <a:ext uri="{9D8B030D-6E8A-4147-A177-3AD203B41FA5}">
                          <a16:colId xmlns:a16="http://schemas.microsoft.com/office/drawing/2014/main" val="2120236948"/>
                        </a:ext>
                      </a:extLst>
                    </a:gridCol>
                  </a:tblGrid>
                  <a:tr h="43815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𝒆</m:t>
                                    </m:r>
                                  </m:e>
                                  <m:sub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400" b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𝟎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𝒆</m:t>
                                    </m:r>
                                  </m:e>
                                  <m:sub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𝒆</m:t>
                                    </m:r>
                                  </m:e>
                                  <m:sub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𝒆</m:t>
                                    </m:r>
                                  </m:e>
                                  <m:sub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𝟑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085779291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3" name="Table 2">
                <a:extLst>
                  <a:ext uri="{FF2B5EF4-FFF2-40B4-BE49-F238E27FC236}">
                    <a16:creationId xmlns:a16="http://schemas.microsoft.com/office/drawing/2014/main" id="{6FD24AE5-085F-DE3B-F0F8-7A2A207A3C8C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520649779"/>
                  </p:ext>
                </p:extLst>
              </p:nvPr>
            </p:nvGraphicFramePr>
            <p:xfrm>
              <a:off x="2895600" y="2808841"/>
              <a:ext cx="3657600" cy="492443"/>
            </p:xfrm>
            <a:graphic>
              <a:graphicData uri="http://schemas.openxmlformats.org/drawingml/2006/table">
                <a:tbl>
                  <a:tblPr firstRow="1" bandRow="1">
                    <a:effectLst>
                      <a:outerShdw blurRad="50800" dist="38100" dir="2700000" algn="tl" rotWithShape="0">
                        <a:prstClr val="black">
                          <a:alpha val="40000"/>
                        </a:prstClr>
                      </a:outerShdw>
                    </a:effectLst>
                    <a:tableStyleId>{69CF1AB2-1976-4502-BF36-3FF5EA218861}</a:tableStyleId>
                  </a:tblPr>
                  <a:tblGrid>
                    <a:gridCol w="914400">
                      <a:extLst>
                        <a:ext uri="{9D8B030D-6E8A-4147-A177-3AD203B41FA5}">
                          <a16:colId xmlns:a16="http://schemas.microsoft.com/office/drawing/2014/main" val="1371406753"/>
                        </a:ext>
                      </a:extLst>
                    </a:gridCol>
                    <a:gridCol w="914400">
                      <a:extLst>
                        <a:ext uri="{9D8B030D-6E8A-4147-A177-3AD203B41FA5}">
                          <a16:colId xmlns:a16="http://schemas.microsoft.com/office/drawing/2014/main" val="3700187826"/>
                        </a:ext>
                      </a:extLst>
                    </a:gridCol>
                    <a:gridCol w="914400">
                      <a:extLst>
                        <a:ext uri="{9D8B030D-6E8A-4147-A177-3AD203B41FA5}">
                          <a16:colId xmlns:a16="http://schemas.microsoft.com/office/drawing/2014/main" val="4252610692"/>
                        </a:ext>
                      </a:extLst>
                    </a:gridCol>
                    <a:gridCol w="914400">
                      <a:extLst>
                        <a:ext uri="{9D8B030D-6E8A-4147-A177-3AD203B41FA5}">
                          <a16:colId xmlns:a16="http://schemas.microsoft.com/office/drawing/2014/main" val="2120236948"/>
                        </a:ext>
                      </a:extLst>
                    </a:gridCol>
                  </a:tblGrid>
                  <a:tr h="492443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5"/>
                          <a:stretch>
                            <a:fillRect l="-4167" t="-7692" r="-311111" b="-205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5"/>
                          <a:stretch>
                            <a:fillRect l="-104167" t="-7692" r="-211111" b="-205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5"/>
                          <a:stretch>
                            <a:fillRect l="-204167" t="-7692" r="-111111" b="-205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5"/>
                          <a:stretch>
                            <a:fillRect l="-304167" t="-7692" r="-11111" b="-2051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085779291"/>
                      </a:ext>
                    </a:extLst>
                  </a:tr>
                </a:tbl>
              </a:graphicData>
            </a:graphic>
          </p:graphicFrame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77BE65E4-93B7-DB13-9F40-858F44DEBCC8}"/>
              </a:ext>
            </a:extLst>
          </p:cNvPr>
          <p:cNvGrpSpPr/>
          <p:nvPr/>
        </p:nvGrpSpPr>
        <p:grpSpPr>
          <a:xfrm>
            <a:off x="6019800" y="4114800"/>
            <a:ext cx="2971800" cy="2209800"/>
            <a:chOff x="2761605" y="3315225"/>
            <a:chExt cx="4107460" cy="2956567"/>
          </a:xfrm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532A0539-0EAB-C6AD-80EA-0BDD20D13633}"/>
                </a:ext>
              </a:extLst>
            </p:cNvPr>
            <p:cNvGrpSpPr/>
            <p:nvPr/>
          </p:nvGrpSpPr>
          <p:grpSpPr>
            <a:xfrm>
              <a:off x="2761605" y="3405837"/>
              <a:ext cx="4107460" cy="2865955"/>
              <a:chOff x="2761605" y="3405837"/>
              <a:chExt cx="4107460" cy="2865955"/>
            </a:xfrm>
          </p:grpSpPr>
          <p:grpSp>
            <p:nvGrpSpPr>
              <p:cNvPr id="27" name="Group 26">
                <a:extLst>
                  <a:ext uri="{FF2B5EF4-FFF2-40B4-BE49-F238E27FC236}">
                    <a16:creationId xmlns:a16="http://schemas.microsoft.com/office/drawing/2014/main" id="{4C5E9D99-B556-B300-3419-2107C69D84CD}"/>
                  </a:ext>
                </a:extLst>
              </p:cNvPr>
              <p:cNvGrpSpPr/>
              <p:nvPr/>
            </p:nvGrpSpPr>
            <p:grpSpPr>
              <a:xfrm>
                <a:off x="2761605" y="3405837"/>
                <a:ext cx="4107460" cy="2865955"/>
                <a:chOff x="5091709" y="3660875"/>
                <a:chExt cx="3747491" cy="2587525"/>
              </a:xfrm>
            </p:grpSpPr>
            <p:grpSp>
              <p:nvGrpSpPr>
                <p:cNvPr id="31" name="Group 30">
                  <a:extLst>
                    <a:ext uri="{FF2B5EF4-FFF2-40B4-BE49-F238E27FC236}">
                      <a16:creationId xmlns:a16="http://schemas.microsoft.com/office/drawing/2014/main" id="{9B09B399-B5BA-A4BC-6223-E7CD4B190704}"/>
                    </a:ext>
                  </a:extLst>
                </p:cNvPr>
                <p:cNvGrpSpPr/>
                <p:nvPr/>
              </p:nvGrpSpPr>
              <p:grpSpPr>
                <a:xfrm>
                  <a:off x="5091709" y="3660875"/>
                  <a:ext cx="3747491" cy="2587525"/>
                  <a:chOff x="5091709" y="3660875"/>
                  <a:chExt cx="3747491" cy="2587525"/>
                </a:xfrm>
              </p:grpSpPr>
              <p:sp>
                <p:nvSpPr>
                  <p:cNvPr id="37" name="Oval 36">
                    <a:extLst>
                      <a:ext uri="{FF2B5EF4-FFF2-40B4-BE49-F238E27FC236}">
                        <a16:creationId xmlns:a16="http://schemas.microsoft.com/office/drawing/2014/main" id="{1A46EE91-3278-A0F2-5F3A-0D5BB229A400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8215312" y="3660875"/>
                    <a:ext cx="623888" cy="649188"/>
                  </a:xfrm>
                  <a:prstGeom prst="ellipse">
                    <a:avLst/>
                  </a:prstGeom>
                  <a:gradFill flip="none" rotWithShape="1">
                    <a:gsLst>
                      <a:gs pos="0">
                        <a:srgbClr val="98CA00">
                          <a:shade val="30000"/>
                          <a:satMod val="115000"/>
                        </a:srgbClr>
                      </a:gs>
                      <a:gs pos="50000">
                        <a:srgbClr val="98CA00">
                          <a:shade val="67500"/>
                          <a:satMod val="115000"/>
                        </a:srgbClr>
                      </a:gs>
                      <a:gs pos="100000">
                        <a:srgbClr val="98CA00">
                          <a:shade val="100000"/>
                          <a:satMod val="115000"/>
                        </a:srgbClr>
                      </a:gs>
                    </a:gsLst>
                    <a:lin ang="10800000" scaled="1"/>
                    <a:tileRect/>
                  </a:gradFill>
                  <a:ln w="12700" cap="flat" cmpd="sng" algn="ctr">
                    <a:noFill/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  <a:spAutoFit/>
                  </a:bodyPr>
                  <a:lstStyle/>
                  <a:p>
                    <a:pPr marL="0" marR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lang="en-US" dirty="0">
                        <a:latin typeface="Times New Roman" pitchFamily="-65" charset="0"/>
                      </a:rPr>
                      <a:t>0</a:t>
                    </a:r>
                    <a:endParaRPr kumimoji="0" lang="en-US" sz="2400" b="0" i="0" u="none" strike="noStrike" cap="none" normalizeH="0" baseline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latin typeface="Times New Roman" pitchFamily="-65" charset="0"/>
                    </a:endParaRPr>
                  </a:p>
                </p:txBody>
              </p:sp>
              <p:sp>
                <p:nvSpPr>
                  <p:cNvPr id="38" name="Oval 37">
                    <a:extLst>
                      <a:ext uri="{FF2B5EF4-FFF2-40B4-BE49-F238E27FC236}">
                        <a16:creationId xmlns:a16="http://schemas.microsoft.com/office/drawing/2014/main" id="{DB659FE1-8194-363F-7E29-C5DA189A082C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5091709" y="3779193"/>
                    <a:ext cx="604041" cy="649188"/>
                  </a:xfrm>
                  <a:prstGeom prst="ellipse">
                    <a:avLst/>
                  </a:prstGeom>
                  <a:gradFill flip="none" rotWithShape="1">
                    <a:gsLst>
                      <a:gs pos="0">
                        <a:srgbClr val="98CA00">
                          <a:shade val="30000"/>
                          <a:satMod val="115000"/>
                        </a:srgbClr>
                      </a:gs>
                      <a:gs pos="50000">
                        <a:srgbClr val="98CA00">
                          <a:shade val="67500"/>
                          <a:satMod val="115000"/>
                        </a:srgbClr>
                      </a:gs>
                      <a:gs pos="100000">
                        <a:srgbClr val="98CA00">
                          <a:shade val="100000"/>
                          <a:satMod val="115000"/>
                        </a:srgbClr>
                      </a:gs>
                    </a:gsLst>
                    <a:lin ang="10800000" scaled="1"/>
                    <a:tileRect/>
                  </a:gradFill>
                  <a:ln w="12700" cap="flat" cmpd="sng" algn="ctr">
                    <a:noFill/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  <a:spAutoFit/>
                  </a:bodyPr>
                  <a:lstStyle/>
                  <a:p>
                    <a:pPr marL="0" marR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2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-65" charset="0"/>
                      </a:rPr>
                      <a:t>1</a:t>
                    </a:r>
                  </a:p>
                </p:txBody>
              </p:sp>
              <p:sp>
                <p:nvSpPr>
                  <p:cNvPr id="41" name="Oval 40">
                    <a:extLst>
                      <a:ext uri="{FF2B5EF4-FFF2-40B4-BE49-F238E27FC236}">
                        <a16:creationId xmlns:a16="http://schemas.microsoft.com/office/drawing/2014/main" id="{F7197CDF-F6F3-4C13-7D8F-00E9F551D959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6707184" y="5599212"/>
                    <a:ext cx="623888" cy="649188"/>
                  </a:xfrm>
                  <a:prstGeom prst="ellipse">
                    <a:avLst/>
                  </a:prstGeom>
                  <a:gradFill flip="none" rotWithShape="1">
                    <a:gsLst>
                      <a:gs pos="0">
                        <a:srgbClr val="98CA00">
                          <a:shade val="30000"/>
                          <a:satMod val="115000"/>
                        </a:srgbClr>
                      </a:gs>
                      <a:gs pos="50000">
                        <a:srgbClr val="98CA00">
                          <a:shade val="67500"/>
                          <a:satMod val="115000"/>
                        </a:srgbClr>
                      </a:gs>
                      <a:gs pos="100000">
                        <a:srgbClr val="98CA00">
                          <a:shade val="100000"/>
                          <a:satMod val="115000"/>
                        </a:srgbClr>
                      </a:gs>
                    </a:gsLst>
                    <a:lin ang="10800000" scaled="1"/>
                    <a:tileRect/>
                  </a:gradFill>
                  <a:ln w="12700" cap="flat" cmpd="sng" algn="ctr">
                    <a:noFill/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  <a:spAutoFit/>
                  </a:bodyPr>
                  <a:lstStyle/>
                  <a:p>
                    <a:pPr marL="0" marR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lang="en-US" dirty="0">
                        <a:latin typeface="Times New Roman" pitchFamily="-65" charset="0"/>
                      </a:rPr>
                      <a:t>3</a:t>
                    </a:r>
                    <a:endParaRPr kumimoji="0" lang="en-US" sz="2400" b="0" i="0" u="none" strike="noStrike" cap="none" normalizeH="0" baseline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latin typeface="Times New Roman" pitchFamily="-65" charset="0"/>
                    </a:endParaRPr>
                  </a:p>
                </p:txBody>
              </p:sp>
              <p:sp>
                <p:nvSpPr>
                  <p:cNvPr id="43" name="Oval 42">
                    <a:extLst>
                      <a:ext uri="{FF2B5EF4-FFF2-40B4-BE49-F238E27FC236}">
                        <a16:creationId xmlns:a16="http://schemas.microsoft.com/office/drawing/2014/main" id="{3E540AA3-AB3C-30E3-CC0C-A754B81ABD92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6554388" y="4066431"/>
                    <a:ext cx="623888" cy="649188"/>
                  </a:xfrm>
                  <a:prstGeom prst="ellipse">
                    <a:avLst/>
                  </a:prstGeom>
                  <a:gradFill flip="none" rotWithShape="1">
                    <a:gsLst>
                      <a:gs pos="0">
                        <a:srgbClr val="98CA00">
                          <a:shade val="30000"/>
                          <a:satMod val="115000"/>
                        </a:srgbClr>
                      </a:gs>
                      <a:gs pos="50000">
                        <a:srgbClr val="98CA00">
                          <a:shade val="67500"/>
                          <a:satMod val="115000"/>
                        </a:srgbClr>
                      </a:gs>
                      <a:gs pos="100000">
                        <a:srgbClr val="98CA00">
                          <a:shade val="100000"/>
                          <a:satMod val="115000"/>
                        </a:srgbClr>
                      </a:gs>
                    </a:gsLst>
                    <a:lin ang="10800000" scaled="1"/>
                    <a:tileRect/>
                  </a:gradFill>
                  <a:ln w="12700" cap="flat" cmpd="sng" algn="ctr">
                    <a:noFill/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  <a:spAutoFit/>
                  </a:bodyPr>
                  <a:lstStyle/>
                  <a:p>
                    <a:pPr marL="0" marR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2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-65" charset="0"/>
                      </a:rPr>
                      <a:t>2</a:t>
                    </a:r>
                  </a:p>
                </p:txBody>
              </p:sp>
            </p:grpSp>
            <mc:AlternateContent xmlns:mc="http://schemas.openxmlformats.org/markup-compatibility/2006">
              <mc:Choice xmlns:p14="http://schemas.microsoft.com/office/powerpoint/2010/main" Requires="p14">
                <p:contentPart p14:bwMode="auto" r:id="rId6">
                  <p14:nvContentPartPr>
                    <p14:cNvPr id="32" name="Ink 31">
                      <a:extLst>
                        <a:ext uri="{FF2B5EF4-FFF2-40B4-BE49-F238E27FC236}">
                          <a16:creationId xmlns:a16="http://schemas.microsoft.com/office/drawing/2014/main" id="{A3773A58-9C2E-29B5-C553-F45904C610C5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5713470" y="4158675"/>
                    <a:ext cx="898920" cy="155520"/>
                  </p14:xfrm>
                </p:contentPart>
              </mc:Choice>
              <mc:Fallback>
                <p:pic>
                  <p:nvPicPr>
                    <p:cNvPr id="32" name="Ink 31">
                      <a:extLst>
                        <a:ext uri="{FF2B5EF4-FFF2-40B4-BE49-F238E27FC236}">
                          <a16:creationId xmlns:a16="http://schemas.microsoft.com/office/drawing/2014/main" id="{A3773A58-9C2E-29B5-C553-F45904C610C5}"/>
                        </a:ext>
                      </a:extLst>
                    </p:cNvPr>
                    <p:cNvPicPr/>
                    <p:nvPr/>
                  </p:nvPicPr>
                  <p:blipFill>
                    <a:blip r:embed="rId7"/>
                    <a:stretch>
                      <a:fillRect/>
                    </a:stretch>
                  </p:blipFill>
                  <p:spPr>
                    <a:xfrm>
                      <a:off x="5702126" y="4147815"/>
                      <a:ext cx="921155" cy="176806"/>
                    </a:xfrm>
                    <a:prstGeom prst="rect">
                      <a:avLst/>
                    </a:prstGeom>
                  </p:spPr>
                </p:pic>
              </mc:Fallback>
            </mc:AlternateContent>
            <mc:AlternateContent xmlns:mc="http://schemas.openxmlformats.org/markup-compatibility/2006">
              <mc:Choice xmlns:p14="http://schemas.microsoft.com/office/powerpoint/2010/main" Requires="p14">
                <p:contentPart p14:bwMode="auto" r:id="rId8">
                  <p14:nvContentPartPr>
                    <p14:cNvPr id="35" name="Ink 34">
                      <a:extLst>
                        <a:ext uri="{FF2B5EF4-FFF2-40B4-BE49-F238E27FC236}">
                          <a16:creationId xmlns:a16="http://schemas.microsoft.com/office/drawing/2014/main" id="{6F89E173-35B6-37DE-7BDC-160531B972DF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7067790" y="4622715"/>
                    <a:ext cx="246600" cy="1087560"/>
                  </p14:xfrm>
                </p:contentPart>
              </mc:Choice>
              <mc:Fallback>
                <p:pic>
                  <p:nvPicPr>
                    <p:cNvPr id="35" name="Ink 34">
                      <a:extLst>
                        <a:ext uri="{FF2B5EF4-FFF2-40B4-BE49-F238E27FC236}">
                          <a16:creationId xmlns:a16="http://schemas.microsoft.com/office/drawing/2014/main" id="{6F89E173-35B6-37DE-7BDC-160531B972DF}"/>
                        </a:ext>
                      </a:extLst>
                    </p:cNvPr>
                    <p:cNvPicPr/>
                    <p:nvPr/>
                  </p:nvPicPr>
                  <p:blipFill>
                    <a:blip r:embed="rId9"/>
                    <a:stretch>
                      <a:fillRect/>
                    </a:stretch>
                  </p:blipFill>
                  <p:spPr>
                    <a:xfrm>
                      <a:off x="7056457" y="4611844"/>
                      <a:ext cx="268812" cy="1108868"/>
                    </a:xfrm>
                    <a:prstGeom prst="rect">
                      <a:avLst/>
                    </a:prstGeom>
                  </p:spPr>
                </p:pic>
              </mc:Fallback>
            </mc:AlternateContent>
            <mc:AlternateContent xmlns:mc="http://schemas.openxmlformats.org/markup-compatibility/2006">
              <mc:Choice xmlns:p14="http://schemas.microsoft.com/office/powerpoint/2010/main" Requires="p14">
                <p:contentPart p14:bwMode="auto" r:id="rId10">
                  <p14:nvContentPartPr>
                    <p14:cNvPr id="36" name="Ink 35">
                      <a:extLst>
                        <a:ext uri="{FF2B5EF4-FFF2-40B4-BE49-F238E27FC236}">
                          <a16:creationId xmlns:a16="http://schemas.microsoft.com/office/drawing/2014/main" id="{4426944D-5B22-C094-6E01-912081CBE4F9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7136190" y="3925395"/>
                    <a:ext cx="1103760" cy="357480"/>
                  </p14:xfrm>
                </p:contentPart>
              </mc:Choice>
              <mc:Fallback>
                <p:pic>
                  <p:nvPicPr>
                    <p:cNvPr id="36" name="Ink 35">
                      <a:extLst>
                        <a:ext uri="{FF2B5EF4-FFF2-40B4-BE49-F238E27FC236}">
                          <a16:creationId xmlns:a16="http://schemas.microsoft.com/office/drawing/2014/main" id="{4426944D-5B22-C094-6E01-912081CBE4F9}"/>
                        </a:ext>
                      </a:extLst>
                    </p:cNvPr>
                    <p:cNvPicPr/>
                    <p:nvPr/>
                  </p:nvPicPr>
                  <p:blipFill>
                    <a:blip r:embed="rId11"/>
                    <a:stretch>
                      <a:fillRect/>
                    </a:stretch>
                  </p:blipFill>
                  <p:spPr>
                    <a:xfrm>
                      <a:off x="7124839" y="3914523"/>
                      <a:ext cx="1126008" cy="378790"/>
                    </a:xfrm>
                    <a:prstGeom prst="rect">
                      <a:avLst/>
                    </a:prstGeom>
                  </p:spPr>
                </p:pic>
              </mc:Fallback>
            </mc:AlternateContent>
          </p:grpSp>
          <mc:AlternateContent xmlns:mc="http://schemas.openxmlformats.org/markup-compatibility/2006">
            <mc:Choice xmlns:p14="http://schemas.microsoft.com/office/powerpoint/2010/main" Requires="p14">
              <p:contentPart p14:bwMode="auto" r:id="rId12">
                <p14:nvContentPartPr>
                  <p14:cNvPr id="28" name="Ink 27">
                    <a:extLst>
                      <a:ext uri="{FF2B5EF4-FFF2-40B4-BE49-F238E27FC236}">
                        <a16:creationId xmlns:a16="http://schemas.microsoft.com/office/drawing/2014/main" id="{74B7FCC2-FE70-76AA-9B06-095ADE467B26}"/>
                      </a:ext>
                    </a:extLst>
                  </p14:cNvPr>
                  <p14:cNvContentPartPr/>
                  <p14:nvPr/>
                </p14:nvContentPartPr>
                <p14:xfrm>
                  <a:off x="4437817" y="3609006"/>
                  <a:ext cx="528840" cy="377640"/>
                </p14:xfrm>
              </p:contentPart>
            </mc:Choice>
            <mc:Fallback>
              <p:pic>
                <p:nvPicPr>
                  <p:cNvPr id="28" name="Ink 27">
                    <a:extLst>
                      <a:ext uri="{FF2B5EF4-FFF2-40B4-BE49-F238E27FC236}">
                        <a16:creationId xmlns:a16="http://schemas.microsoft.com/office/drawing/2014/main" id="{74B7FCC2-FE70-76AA-9B06-095ADE467B26}"/>
                      </a:ext>
                    </a:extLst>
                  </p:cNvPr>
                  <p:cNvPicPr/>
                  <p:nvPr/>
                </p:nvPicPr>
                <p:blipFill>
                  <a:blip r:embed="rId13"/>
                  <a:stretch>
                    <a:fillRect/>
                  </a:stretch>
                </p:blipFill>
                <p:spPr>
                  <a:xfrm>
                    <a:off x="4425380" y="3596964"/>
                    <a:ext cx="553217" cy="401243"/>
                  </a:xfrm>
                  <a:prstGeom prst="rect">
                    <a:avLst/>
                  </a:prstGeom>
                </p:spPr>
              </p:pic>
            </mc:Fallback>
          </mc:AlternateContent>
        </p:grpSp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20144655-B700-1C66-07F6-FB90D1D4C42D}"/>
                    </a:ext>
                  </a:extLst>
                </p14:cNvPr>
                <p14:cNvContentPartPr/>
                <p14:nvPr/>
              </p14:nvContentPartPr>
              <p14:xfrm>
                <a:off x="3519243" y="3760545"/>
                <a:ext cx="360" cy="360"/>
              </p14:xfrm>
            </p:contentPart>
          </mc:Choice>
          <mc:Fallback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20144655-B700-1C66-07F6-FB90D1D4C42D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3501243" y="3742545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70A3F99C-2385-2AAF-176C-29860FEAFCE0}"/>
                    </a:ext>
                  </a:extLst>
                </p14:cNvPr>
                <p14:cNvContentPartPr/>
                <p14:nvPr/>
              </p14:nvContentPartPr>
              <p14:xfrm>
                <a:off x="4203243" y="3990585"/>
                <a:ext cx="88560" cy="360"/>
              </p14:xfrm>
            </p:contentPart>
          </mc:Choice>
          <mc:Fallback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70A3F99C-2385-2AAF-176C-29860FEAFCE0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4178367" y="3972585"/>
                  <a:ext cx="137815" cy="36000"/>
                </a:xfrm>
                <a:prstGeom prst="rect">
                  <a:avLst/>
                </a:prstGeom>
              </p:spPr>
            </p:pic>
          </mc:Fallback>
        </mc:AlternateContent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D791B8DF-C59B-BA84-88D5-B55BA03BC538}"/>
                </a:ext>
              </a:extLst>
            </p:cNvPr>
            <p:cNvGrpSpPr/>
            <p:nvPr/>
          </p:nvGrpSpPr>
          <p:grpSpPr>
            <a:xfrm>
              <a:off x="3519243" y="3751545"/>
              <a:ext cx="791280" cy="262800"/>
              <a:chOff x="3519243" y="3751545"/>
              <a:chExt cx="791280" cy="262800"/>
            </a:xfrm>
          </p:grpSpPr>
          <mc:AlternateContent xmlns:mc="http://schemas.openxmlformats.org/markup-compatibility/2006">
            <mc:Choice xmlns:p14="http://schemas.microsoft.com/office/powerpoint/2010/main" Requires="p14">
              <p:contentPart p14:bwMode="auto" r:id="rId18">
                <p14:nvContentPartPr>
                  <p14:cNvPr id="24" name="Ink 23">
                    <a:extLst>
                      <a:ext uri="{FF2B5EF4-FFF2-40B4-BE49-F238E27FC236}">
                        <a16:creationId xmlns:a16="http://schemas.microsoft.com/office/drawing/2014/main" id="{3640D2DB-5F26-AB79-45D8-524BF24E7F39}"/>
                      </a:ext>
                    </a:extLst>
                  </p14:cNvPr>
                  <p14:cNvContentPartPr/>
                  <p14:nvPr/>
                </p14:nvContentPartPr>
                <p14:xfrm>
                  <a:off x="3519243" y="3751545"/>
                  <a:ext cx="744120" cy="196560"/>
                </p14:xfrm>
              </p:contentPart>
            </mc:Choice>
            <mc:Fallback>
              <p:pic>
                <p:nvPicPr>
                  <p:cNvPr id="24" name="Ink 23">
                    <a:extLst>
                      <a:ext uri="{FF2B5EF4-FFF2-40B4-BE49-F238E27FC236}">
                        <a16:creationId xmlns:a16="http://schemas.microsoft.com/office/drawing/2014/main" id="{3640D2DB-5F26-AB79-45D8-524BF24E7F39}"/>
                      </a:ext>
                    </a:extLst>
                  </p:cNvPr>
                  <p:cNvPicPr/>
                  <p:nvPr/>
                </p:nvPicPr>
                <p:blipFill>
                  <a:blip r:embed="rId19"/>
                  <a:stretch>
                    <a:fillRect/>
                  </a:stretch>
                </p:blipFill>
                <p:spPr>
                  <a:xfrm>
                    <a:off x="3494373" y="3727457"/>
                    <a:ext cx="793363" cy="244255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20">
                <p14:nvContentPartPr>
                  <p14:cNvPr id="25" name="Ink 24">
                    <a:extLst>
                      <a:ext uri="{FF2B5EF4-FFF2-40B4-BE49-F238E27FC236}">
                        <a16:creationId xmlns:a16="http://schemas.microsoft.com/office/drawing/2014/main" id="{6A9D3FBF-A54F-261C-0528-92353ADB7BF2}"/>
                      </a:ext>
                    </a:extLst>
                  </p14:cNvPr>
                  <p14:cNvContentPartPr/>
                  <p14:nvPr/>
                </p14:nvContentPartPr>
                <p14:xfrm>
                  <a:off x="4232403" y="3913185"/>
                  <a:ext cx="360" cy="360"/>
                </p14:xfrm>
              </p:contentPart>
            </mc:Choice>
            <mc:Fallback>
              <p:pic>
                <p:nvPicPr>
                  <p:cNvPr id="25" name="Ink 24">
                    <a:extLst>
                      <a:ext uri="{FF2B5EF4-FFF2-40B4-BE49-F238E27FC236}">
                        <a16:creationId xmlns:a16="http://schemas.microsoft.com/office/drawing/2014/main" id="{6A9D3FBF-A54F-261C-0528-92353ADB7BF2}"/>
                      </a:ext>
                    </a:extLst>
                  </p:cNvPr>
                  <p:cNvPicPr/>
                  <p:nvPr/>
                </p:nvPicPr>
                <p:blipFill>
                  <a:blip r:embed="rId15"/>
                  <a:stretch>
                    <a:fillRect/>
                  </a:stretch>
                </p:blipFill>
                <p:spPr>
                  <a:xfrm>
                    <a:off x="4214403" y="3895185"/>
                    <a:ext cx="36000" cy="3600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21">
                <p14:nvContentPartPr>
                  <p14:cNvPr id="26" name="Ink 25">
                    <a:extLst>
                      <a:ext uri="{FF2B5EF4-FFF2-40B4-BE49-F238E27FC236}">
                        <a16:creationId xmlns:a16="http://schemas.microsoft.com/office/drawing/2014/main" id="{67A33B37-1319-9B98-373B-E0D074A0651C}"/>
                      </a:ext>
                    </a:extLst>
                  </p14:cNvPr>
                  <p14:cNvContentPartPr/>
                  <p14:nvPr/>
                </p14:nvContentPartPr>
                <p14:xfrm>
                  <a:off x="4231323" y="3887985"/>
                  <a:ext cx="79200" cy="126360"/>
                </p14:xfrm>
              </p:contentPart>
            </mc:Choice>
            <mc:Fallback>
              <p:pic>
                <p:nvPicPr>
                  <p:cNvPr id="26" name="Ink 25">
                    <a:extLst>
                      <a:ext uri="{FF2B5EF4-FFF2-40B4-BE49-F238E27FC236}">
                        <a16:creationId xmlns:a16="http://schemas.microsoft.com/office/drawing/2014/main" id="{67A33B37-1319-9B98-373B-E0D074A0651C}"/>
                      </a:ext>
                    </a:extLst>
                  </p:cNvPr>
                  <p:cNvPicPr/>
                  <p:nvPr/>
                </p:nvPicPr>
                <p:blipFill>
                  <a:blip r:embed="rId22"/>
                  <a:stretch>
                    <a:fillRect/>
                  </a:stretch>
                </p:blipFill>
                <p:spPr>
                  <a:xfrm>
                    <a:off x="4206417" y="3863962"/>
                    <a:ext cx="128513" cy="173925"/>
                  </a:xfrm>
                  <a:prstGeom prst="rect">
                    <a:avLst/>
                  </a:prstGeom>
                </p:spPr>
              </p:pic>
            </mc:Fallback>
          </mc:AlternateContent>
        </p:grpSp>
        <mc:AlternateContent xmlns:mc="http://schemas.openxmlformats.org/markup-compatibility/2006">
          <mc:Choice xmlns:p14="http://schemas.microsoft.com/office/powerpoint/2010/main" Requires="p14">
            <p:contentPart p14:bwMode="auto" r:id="rId23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19D14EB5-BB73-2BFA-6CF7-4FC8B3C739C3}"/>
                    </a:ext>
                  </a:extLst>
                </p14:cNvPr>
                <p14:cNvContentPartPr/>
                <p14:nvPr/>
              </p14:nvContentPartPr>
              <p14:xfrm>
                <a:off x="5154723" y="3866385"/>
                <a:ext cx="898560" cy="353160"/>
              </p14:xfrm>
            </p:contentPart>
          </mc:Choice>
          <mc:Fallback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19D14EB5-BB73-2BFA-6CF7-4FC8B3C739C3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5129846" y="3842295"/>
                  <a:ext cx="947817" cy="400858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6D9D5042-89FE-1EEB-4C6E-8D2EFDCBB3F0}"/>
                    </a:ext>
                  </a:extLst>
                </p14:cNvPr>
                <p14:cNvContentPartPr/>
                <p14:nvPr/>
              </p14:nvContentPartPr>
              <p14:xfrm>
                <a:off x="5147523" y="4105785"/>
                <a:ext cx="34200" cy="109800"/>
              </p14:xfrm>
            </p:contentPart>
          </mc:Choice>
          <mc:Fallback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6D9D5042-89FE-1EEB-4C6E-8D2EFDCBB3F0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5122740" y="4081706"/>
                  <a:ext cx="83270" cy="15747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EAE41A8C-D41B-62B3-F2DF-6EA9AC559E20}"/>
                    </a:ext>
                  </a:extLst>
                </p14:cNvPr>
                <p14:cNvContentPartPr/>
                <p14:nvPr/>
              </p14:nvContentPartPr>
              <p14:xfrm>
                <a:off x="5165883" y="4224585"/>
                <a:ext cx="119880" cy="36360"/>
              </p14:xfrm>
            </p:contentPart>
          </mc:Choice>
          <mc:Fallback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EAE41A8C-D41B-62B3-F2DF-6EA9AC559E20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5141012" y="4200664"/>
                  <a:ext cx="169125" cy="8372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8DBFF9DE-FF3B-FC65-676B-B7DD357A42B2}"/>
                    </a:ext>
                  </a:extLst>
                </p14:cNvPr>
                <p14:cNvContentPartPr/>
                <p14:nvPr/>
              </p14:nvContentPartPr>
              <p14:xfrm>
                <a:off x="5294763" y="5528145"/>
                <a:ext cx="360" cy="36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8DBFF9DE-FF3B-FC65-676B-B7DD357A42B2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5276763" y="5510145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421CB470-CC3D-7098-F7E0-C7FEFF98CC37}"/>
                </a:ext>
              </a:extLst>
            </p:cNvPr>
            <p:cNvGrpSpPr/>
            <p:nvPr/>
          </p:nvGrpSpPr>
          <p:grpSpPr>
            <a:xfrm>
              <a:off x="5242923" y="4645425"/>
              <a:ext cx="147600" cy="883080"/>
              <a:chOff x="5242923" y="4645425"/>
              <a:chExt cx="147600" cy="883080"/>
            </a:xfrm>
          </p:grpSpPr>
          <mc:AlternateContent xmlns:mc="http://schemas.openxmlformats.org/markup-compatibility/2006">
            <mc:Choice xmlns:p14="http://schemas.microsoft.com/office/powerpoint/2010/main" Requires="p14">
              <p:contentPart p14:bwMode="auto" r:id="rId30">
                <p14:nvContentPartPr>
                  <p14:cNvPr id="22" name="Ink 21">
                    <a:extLst>
                      <a:ext uri="{FF2B5EF4-FFF2-40B4-BE49-F238E27FC236}">
                        <a16:creationId xmlns:a16="http://schemas.microsoft.com/office/drawing/2014/main" id="{53BDDDCA-E205-A3F5-4B4C-C2DA79FA4F46}"/>
                      </a:ext>
                    </a:extLst>
                  </p14:cNvPr>
                  <p14:cNvContentPartPr/>
                  <p14:nvPr/>
                </p14:nvContentPartPr>
                <p14:xfrm>
                  <a:off x="5242923" y="4645425"/>
                  <a:ext cx="147600" cy="883080"/>
                </p14:xfrm>
              </p:contentPart>
            </mc:Choice>
            <mc:Fallback>
              <p:pic>
                <p:nvPicPr>
                  <p:cNvPr id="22" name="Ink 21">
                    <a:extLst>
                      <a:ext uri="{FF2B5EF4-FFF2-40B4-BE49-F238E27FC236}">
                        <a16:creationId xmlns:a16="http://schemas.microsoft.com/office/drawing/2014/main" id="{53BDDDCA-E205-A3F5-4B4C-C2DA79FA4F46}"/>
                      </a:ext>
                    </a:extLst>
                  </p:cNvPr>
                  <p:cNvPicPr/>
                  <p:nvPr/>
                </p:nvPicPr>
                <p:blipFill>
                  <a:blip r:embed="rId31"/>
                  <a:stretch>
                    <a:fillRect/>
                  </a:stretch>
                </p:blipFill>
                <p:spPr>
                  <a:xfrm>
                    <a:off x="5217991" y="4621350"/>
                    <a:ext cx="196966" cy="930749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32">
                <p14:nvContentPartPr>
                  <p14:cNvPr id="23" name="Ink 22">
                    <a:extLst>
                      <a:ext uri="{FF2B5EF4-FFF2-40B4-BE49-F238E27FC236}">
                        <a16:creationId xmlns:a16="http://schemas.microsoft.com/office/drawing/2014/main" id="{DED86EA2-BEAA-CDD0-3A17-329EE723AE7F}"/>
                      </a:ext>
                    </a:extLst>
                  </p14:cNvPr>
                  <p14:cNvContentPartPr/>
                  <p14:nvPr/>
                </p14:nvContentPartPr>
                <p14:xfrm>
                  <a:off x="5254083" y="4658385"/>
                  <a:ext cx="114840" cy="360"/>
                </p14:xfrm>
              </p:contentPart>
            </mc:Choice>
            <mc:Fallback>
              <p:pic>
                <p:nvPicPr>
                  <p:cNvPr id="23" name="Ink 22">
                    <a:extLst>
                      <a:ext uri="{FF2B5EF4-FFF2-40B4-BE49-F238E27FC236}">
                        <a16:creationId xmlns:a16="http://schemas.microsoft.com/office/drawing/2014/main" id="{DED86EA2-BEAA-CDD0-3A17-329EE723AE7F}"/>
                      </a:ext>
                    </a:extLst>
                  </p:cNvPr>
                  <p:cNvPicPr/>
                  <p:nvPr/>
                </p:nvPicPr>
                <p:blipFill>
                  <a:blip r:embed="rId33"/>
                  <a:stretch>
                    <a:fillRect/>
                  </a:stretch>
                </p:blipFill>
                <p:spPr>
                  <a:xfrm>
                    <a:off x="5229118" y="4640385"/>
                    <a:ext cx="164271" cy="36000"/>
                  </a:xfrm>
                  <a:prstGeom prst="rect">
                    <a:avLst/>
                  </a:prstGeom>
                </p:spPr>
              </p:pic>
            </mc:Fallback>
          </mc:AlternateContent>
        </p:grpSp>
        <mc:AlternateContent xmlns:mc="http://schemas.openxmlformats.org/markup-compatibility/2006">
          <mc:Choice xmlns:p14="http://schemas.microsoft.com/office/powerpoint/2010/main" Requires="p14">
            <p:contentPart p14:bwMode="auto" r:id="rId34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2E9542E5-49D7-1988-7E18-ABE0F4972831}"/>
                    </a:ext>
                  </a:extLst>
                </p14:cNvPr>
                <p14:cNvContentPartPr/>
                <p14:nvPr/>
              </p14:nvContentPartPr>
              <p14:xfrm>
                <a:off x="4337883" y="3315225"/>
                <a:ext cx="746640" cy="291960"/>
              </p14:xfrm>
            </p:contentPart>
          </mc:Choice>
          <mc:Fallback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2E9542E5-49D7-1988-7E18-ABE0F4972831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4313012" y="3291136"/>
                  <a:ext cx="795885" cy="33965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7342C90B-421C-148A-2748-0CC2A10D9B74}"/>
                    </a:ext>
                  </a:extLst>
                </p14:cNvPr>
                <p14:cNvContentPartPr/>
                <p14:nvPr/>
              </p14:nvContentPartPr>
              <p14:xfrm>
                <a:off x="5032683" y="3495225"/>
                <a:ext cx="43920" cy="100800"/>
              </p14:xfrm>
            </p:contentPart>
          </mc:Choice>
          <mc:Fallback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7342C90B-421C-148A-2748-0CC2A10D9B74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5008009" y="3471225"/>
                  <a:ext cx="92775" cy="14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8B4525A5-8326-EA75-36D0-E1CE02F90A56}"/>
                    </a:ext>
                  </a:extLst>
                </p14:cNvPr>
                <p14:cNvContentPartPr/>
                <p14:nvPr/>
              </p14:nvContentPartPr>
              <p14:xfrm>
                <a:off x="5118363" y="3455625"/>
                <a:ext cx="16200" cy="121320"/>
              </p14:xfrm>
            </p:contentPart>
          </mc:Choice>
          <mc:Fallback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8B4525A5-8326-EA75-36D0-E1CE02F90A56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5093818" y="3431554"/>
                  <a:ext cx="64800" cy="168981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15813157-C9BD-1722-F494-E1FAE21915B0}"/>
                  </a:ext>
                </a:extLst>
              </p:cNvPr>
              <p:cNvSpPr txBox="1"/>
              <p:nvPr/>
            </p:nvSpPr>
            <p:spPr>
              <a:xfrm>
                <a:off x="6629400" y="2887832"/>
                <a:ext cx="481222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×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15813157-C9BD-1722-F494-E1FAE21915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29400" y="2887832"/>
                <a:ext cx="481222" cy="461665"/>
              </a:xfrm>
              <a:prstGeom prst="rect">
                <a:avLst/>
              </a:prstGeom>
              <a:blipFill>
                <a:blip r:embed="rId4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7" name="Table 6">
                <a:extLst>
                  <a:ext uri="{FF2B5EF4-FFF2-40B4-BE49-F238E27FC236}">
                    <a16:creationId xmlns:a16="http://schemas.microsoft.com/office/drawing/2014/main" id="{21776D1C-0DBD-1649-5E46-54E63813E40B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534942904"/>
                  </p:ext>
                </p:extLst>
              </p:nvPr>
            </p:nvGraphicFramePr>
            <p:xfrm>
              <a:off x="1111291" y="4291694"/>
              <a:ext cx="1327109" cy="1969772"/>
            </p:xfrm>
            <a:graphic>
              <a:graphicData uri="http://schemas.openxmlformats.org/drawingml/2006/table">
                <a:tbl>
                  <a:tblPr firstRow="1" bandRow="1">
                    <a:effectLst>
                      <a:outerShdw blurRad="50800" dist="38100" dir="2700000" algn="tl" rotWithShape="0">
                        <a:prstClr val="black">
                          <a:alpha val="40000"/>
                        </a:prstClr>
                      </a:outerShdw>
                    </a:effectLst>
                    <a:tableStyleId>{69CF1AB2-1976-4502-BF36-3FF5EA218861}</a:tableStyleId>
                  </a:tblPr>
                  <a:tblGrid>
                    <a:gridCol w="1327109">
                      <a:extLst>
                        <a:ext uri="{9D8B030D-6E8A-4147-A177-3AD203B41FA5}">
                          <a16:colId xmlns:a16="http://schemas.microsoft.com/office/drawing/2014/main" val="3879741875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𝒆</m:t>
                                    </m:r>
                                  </m:e>
                                  <m:sub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400" b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𝟎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en-US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en-US" sz="2400" b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94603186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𝒆</m:t>
                                    </m:r>
                                  </m:e>
                                  <m:sub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en-US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en-US" sz="2400" b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26454843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𝒆</m:t>
                                    </m:r>
                                  </m:e>
                                  <m:sub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en-US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en-US" sz="2400" b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92126437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𝒆</m:t>
                                    </m:r>
                                  </m:e>
                                  <m:sub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𝟑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en-US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en-US" sz="2400" b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30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189551642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7" name="Table 6">
                <a:extLst>
                  <a:ext uri="{FF2B5EF4-FFF2-40B4-BE49-F238E27FC236}">
                    <a16:creationId xmlns:a16="http://schemas.microsoft.com/office/drawing/2014/main" id="{21776D1C-0DBD-1649-5E46-54E63813E40B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534942904"/>
                  </p:ext>
                </p:extLst>
              </p:nvPr>
            </p:nvGraphicFramePr>
            <p:xfrm>
              <a:off x="1111291" y="4291694"/>
              <a:ext cx="1327109" cy="1969772"/>
            </p:xfrm>
            <a:graphic>
              <a:graphicData uri="http://schemas.openxmlformats.org/drawingml/2006/table">
                <a:tbl>
                  <a:tblPr firstRow="1" bandRow="1">
                    <a:effectLst>
                      <a:outerShdw blurRad="50800" dist="38100" dir="2700000" algn="tl" rotWithShape="0">
                        <a:prstClr val="black">
                          <a:alpha val="40000"/>
                        </a:prstClr>
                      </a:outerShdw>
                    </a:effectLst>
                    <a:tableStyleId>{69CF1AB2-1976-4502-BF36-3FF5EA218861}</a:tableStyleId>
                  </a:tblPr>
                  <a:tblGrid>
                    <a:gridCol w="1327109">
                      <a:extLst>
                        <a:ext uri="{9D8B030D-6E8A-4147-A177-3AD203B41FA5}">
                          <a16:colId xmlns:a16="http://schemas.microsoft.com/office/drawing/2014/main" val="3879741875"/>
                        </a:ext>
                      </a:extLst>
                    </a:gridCol>
                  </a:tblGrid>
                  <a:tr h="492443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1"/>
                          <a:stretch>
                            <a:fillRect l="-2857" t="-5128" r="-7619" b="-32051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46031864"/>
                      </a:ext>
                    </a:extLst>
                  </a:tr>
                  <a:tr h="492443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1"/>
                          <a:stretch>
                            <a:fillRect l="-2857" t="-102500" r="-7619" b="-2125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64548436"/>
                      </a:ext>
                    </a:extLst>
                  </a:tr>
                  <a:tr h="492443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1"/>
                          <a:stretch>
                            <a:fillRect l="-2857" t="-207692" r="-7619" b="-11794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921264370"/>
                      </a:ext>
                    </a:extLst>
                  </a:tr>
                  <a:tr h="492443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1"/>
                          <a:stretch>
                            <a:fillRect l="-2857" t="-307692" r="-7619" b="-1794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189551642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254143154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D2C238-F5CA-CE9D-565D-80EEE160EE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Title 28">
            <a:extLst>
              <a:ext uri="{FF2B5EF4-FFF2-40B4-BE49-F238E27FC236}">
                <a16:creationId xmlns:a16="http://schemas.microsoft.com/office/drawing/2014/main" id="{E9F6B9DB-EA17-A354-B474-9F2B0A4D80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solidFill>
                  <a:srgbClr val="0033CC"/>
                </a:solidFill>
              </a:rPr>
              <a:t>PyTorch</a:t>
            </a:r>
            <a:r>
              <a:rPr lang="en-US" dirty="0">
                <a:solidFill>
                  <a:srgbClr val="0033CC"/>
                </a:solidFill>
              </a:rPr>
              <a:t> Geometric (5)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4D482A4-A5F3-EC53-6FCD-C17EFEF04A30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This calculation is repeated with every other target node. </a:t>
            </a:r>
          </a:p>
          <a:p>
            <a:endParaRPr lang="en-US" dirty="0"/>
          </a:p>
          <a:p>
            <a:r>
              <a:rPr lang="en-US" dirty="0"/>
              <a:t>Then the columns of products are stacked </a:t>
            </a:r>
            <a:r>
              <a:rPr lang="en-US" i="1" dirty="0"/>
              <a:t>vertically</a:t>
            </a:r>
            <a:r>
              <a:rPr lang="en-US" dirty="0"/>
              <a:t> to form a single column whose length equals </a:t>
            </a:r>
            <a:r>
              <a:rPr lang="en-US" i="1" dirty="0">
                <a:solidFill>
                  <a:srgbClr val="0033CC"/>
                </a:solidFill>
              </a:rPr>
              <a:t>K</a:t>
            </a:r>
            <a:r>
              <a:rPr lang="en-US" dirty="0"/>
              <a:t> the number of edges in the graph.</a:t>
            </a:r>
          </a:p>
          <a:p>
            <a:endParaRPr lang="en-US" dirty="0"/>
          </a:p>
          <a:p>
            <a:r>
              <a:rPr lang="en-US" dirty="0"/>
              <a:t>The procedure is repeated for each </a:t>
            </a:r>
            <a:br>
              <a:rPr lang="en-US" dirty="0"/>
            </a:br>
            <a:r>
              <a:rPr lang="en-US" dirty="0"/>
              <a:t>of the </a:t>
            </a:r>
            <a:r>
              <a:rPr lang="en-US" i="1" dirty="0">
                <a:solidFill>
                  <a:srgbClr val="0033CC"/>
                </a:solidFill>
              </a:rPr>
              <a:t>h</a:t>
            </a:r>
            <a:r>
              <a:rPr lang="en-US" dirty="0"/>
              <a:t> attributes of the embedded nodes, and the columns are </a:t>
            </a:r>
            <a:br>
              <a:rPr lang="en-US" dirty="0"/>
            </a:br>
            <a:r>
              <a:rPr lang="en-US" dirty="0"/>
              <a:t>stacked </a:t>
            </a:r>
            <a:r>
              <a:rPr lang="en-US" i="1" dirty="0"/>
              <a:t>horizontally</a:t>
            </a:r>
            <a:r>
              <a:rPr lang="en-US" dirty="0"/>
              <a:t>.</a:t>
            </a:r>
          </a:p>
          <a:p>
            <a:pPr marL="0" indent="0">
              <a:buNone/>
            </a:pP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7" name="Table 6">
                <a:extLst>
                  <a:ext uri="{FF2B5EF4-FFF2-40B4-BE49-F238E27FC236}">
                    <a16:creationId xmlns:a16="http://schemas.microsoft.com/office/drawing/2014/main" id="{BB2D0E06-617D-7588-2139-C737F5C923C3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083166521"/>
                  </p:ext>
                </p:extLst>
              </p:nvPr>
            </p:nvGraphicFramePr>
            <p:xfrm>
              <a:off x="5486400" y="4114800"/>
              <a:ext cx="1327109" cy="1969772"/>
            </p:xfrm>
            <a:graphic>
              <a:graphicData uri="http://schemas.openxmlformats.org/drawingml/2006/table">
                <a:tbl>
                  <a:tblPr firstRow="1" bandRow="1">
                    <a:effectLst>
                      <a:outerShdw blurRad="50800" dist="38100" dir="2700000" algn="tl" rotWithShape="0">
                        <a:prstClr val="black">
                          <a:alpha val="40000"/>
                        </a:prstClr>
                      </a:outerShdw>
                    </a:effectLst>
                    <a:tableStyleId>{69CF1AB2-1976-4502-BF36-3FF5EA218861}</a:tableStyleId>
                  </a:tblPr>
                  <a:tblGrid>
                    <a:gridCol w="1327109">
                      <a:extLst>
                        <a:ext uri="{9D8B030D-6E8A-4147-A177-3AD203B41FA5}">
                          <a16:colId xmlns:a16="http://schemas.microsoft.com/office/drawing/2014/main" val="3879741875"/>
                        </a:ext>
                      </a:extLst>
                    </a:gridCol>
                  </a:tblGrid>
                  <a:tr h="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𝒆</m:t>
                                    </m:r>
                                  </m:e>
                                  <m:sub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𝟑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400" b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𝟎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en-US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en-US" sz="2400" b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94603186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𝒆</m:t>
                                    </m:r>
                                  </m:e>
                                  <m:sub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𝟑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en-US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en-US" sz="2400" b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26454843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𝒆</m:t>
                                    </m:r>
                                  </m:e>
                                  <m:sub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𝟑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en-US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en-US" sz="2400" b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92126437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𝒆</m:t>
                                    </m:r>
                                  </m:e>
                                  <m:sub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𝟑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𝟑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en-US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en-US" sz="2400" b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30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189551642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7" name="Table 6">
                <a:extLst>
                  <a:ext uri="{FF2B5EF4-FFF2-40B4-BE49-F238E27FC236}">
                    <a16:creationId xmlns:a16="http://schemas.microsoft.com/office/drawing/2014/main" id="{BB2D0E06-617D-7588-2139-C737F5C923C3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083166521"/>
                  </p:ext>
                </p:extLst>
              </p:nvPr>
            </p:nvGraphicFramePr>
            <p:xfrm>
              <a:off x="5486400" y="4114800"/>
              <a:ext cx="1327109" cy="1969772"/>
            </p:xfrm>
            <a:graphic>
              <a:graphicData uri="http://schemas.openxmlformats.org/drawingml/2006/table">
                <a:tbl>
                  <a:tblPr firstRow="1" bandRow="1">
                    <a:effectLst>
                      <a:outerShdw blurRad="50800" dist="38100" dir="2700000" algn="tl" rotWithShape="0">
                        <a:prstClr val="black">
                          <a:alpha val="40000"/>
                        </a:prstClr>
                      </a:outerShdw>
                    </a:effectLst>
                    <a:tableStyleId>{69CF1AB2-1976-4502-BF36-3FF5EA218861}</a:tableStyleId>
                  </a:tblPr>
                  <a:tblGrid>
                    <a:gridCol w="1327109">
                      <a:extLst>
                        <a:ext uri="{9D8B030D-6E8A-4147-A177-3AD203B41FA5}">
                          <a16:colId xmlns:a16="http://schemas.microsoft.com/office/drawing/2014/main" val="3879741875"/>
                        </a:ext>
                      </a:extLst>
                    </a:gridCol>
                  </a:tblGrid>
                  <a:tr h="492443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2857" t="-7692" r="-6667" b="-31794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46031864"/>
                      </a:ext>
                    </a:extLst>
                  </a:tr>
                  <a:tr h="492443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2857" t="-107692" r="-6667" b="-21794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64548436"/>
                      </a:ext>
                    </a:extLst>
                  </a:tr>
                  <a:tr h="492443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2857" t="-207692" r="-6667" b="-11794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921264370"/>
                      </a:ext>
                    </a:extLst>
                  </a:tr>
                  <a:tr h="492443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2857" t="-307692" r="-6667" b="-1794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189551642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18" name="Table 17">
                <a:extLst>
                  <a:ext uri="{FF2B5EF4-FFF2-40B4-BE49-F238E27FC236}">
                    <a16:creationId xmlns:a16="http://schemas.microsoft.com/office/drawing/2014/main" id="{FDE72DA3-7EED-4A05-49D3-5FB56FF3DCF3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820983458"/>
                  </p:ext>
                </p:extLst>
              </p:nvPr>
            </p:nvGraphicFramePr>
            <p:xfrm>
              <a:off x="5487618" y="1306828"/>
              <a:ext cx="1327109" cy="1969772"/>
            </p:xfrm>
            <a:graphic>
              <a:graphicData uri="http://schemas.openxmlformats.org/drawingml/2006/table">
                <a:tbl>
                  <a:tblPr firstRow="1" bandRow="1">
                    <a:effectLst>
                      <a:outerShdw blurRad="50800" dist="38100" dir="2700000" algn="tl" rotWithShape="0">
                        <a:prstClr val="black">
                          <a:alpha val="40000"/>
                        </a:prstClr>
                      </a:outerShdw>
                    </a:effectLst>
                    <a:tableStyleId>{69CF1AB2-1976-4502-BF36-3FF5EA218861}</a:tableStyleId>
                  </a:tblPr>
                  <a:tblGrid>
                    <a:gridCol w="1327109">
                      <a:extLst>
                        <a:ext uri="{9D8B030D-6E8A-4147-A177-3AD203B41FA5}">
                          <a16:colId xmlns:a16="http://schemas.microsoft.com/office/drawing/2014/main" val="3879741875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𝒆</m:t>
                                    </m:r>
                                  </m:e>
                                  <m:sub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𝟎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400" b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𝟎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en-US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en-US" sz="2400" b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94603186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𝒆</m:t>
                                    </m:r>
                                  </m:e>
                                  <m:sub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𝟎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en-US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en-US" sz="2400" b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26454843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𝒆</m:t>
                                    </m:r>
                                  </m:e>
                                  <m:sub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𝟎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en-US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en-US" sz="2400" b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92126437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𝒆</m:t>
                                    </m:r>
                                  </m:e>
                                  <m:sub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𝟎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𝟑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en-US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en-US" sz="2400" b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30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189551642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18" name="Table 17">
                <a:extLst>
                  <a:ext uri="{FF2B5EF4-FFF2-40B4-BE49-F238E27FC236}">
                    <a16:creationId xmlns:a16="http://schemas.microsoft.com/office/drawing/2014/main" id="{FDE72DA3-7EED-4A05-49D3-5FB56FF3DCF3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820983458"/>
                  </p:ext>
                </p:extLst>
              </p:nvPr>
            </p:nvGraphicFramePr>
            <p:xfrm>
              <a:off x="5487618" y="1306828"/>
              <a:ext cx="1327109" cy="1969772"/>
            </p:xfrm>
            <a:graphic>
              <a:graphicData uri="http://schemas.openxmlformats.org/drawingml/2006/table">
                <a:tbl>
                  <a:tblPr firstRow="1" bandRow="1">
                    <a:effectLst>
                      <a:outerShdw blurRad="50800" dist="38100" dir="2700000" algn="tl" rotWithShape="0">
                        <a:prstClr val="black">
                          <a:alpha val="40000"/>
                        </a:prstClr>
                      </a:outerShdw>
                    </a:effectLst>
                    <a:tableStyleId>{69CF1AB2-1976-4502-BF36-3FF5EA218861}</a:tableStyleId>
                  </a:tblPr>
                  <a:tblGrid>
                    <a:gridCol w="1327109">
                      <a:extLst>
                        <a:ext uri="{9D8B030D-6E8A-4147-A177-3AD203B41FA5}">
                          <a16:colId xmlns:a16="http://schemas.microsoft.com/office/drawing/2014/main" val="3879741875"/>
                        </a:ext>
                      </a:extLst>
                    </a:gridCol>
                  </a:tblGrid>
                  <a:tr h="492443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2857" t="-5128" r="-6667" b="-32051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46031864"/>
                      </a:ext>
                    </a:extLst>
                  </a:tr>
                  <a:tr h="492443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2857" t="-105128" r="-6667" b="-22051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64548436"/>
                      </a:ext>
                    </a:extLst>
                  </a:tr>
                  <a:tr h="492443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2857" t="-205128" r="-6667" b="-12051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921264370"/>
                      </a:ext>
                    </a:extLst>
                  </a:tr>
                  <a:tr h="492443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2857" t="-305128" r="-6667" b="-2051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189551642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A2064A0A-6E47-C8B6-A92D-F6A72ADD23E0}"/>
                  </a:ext>
                </a:extLst>
              </p:cNvPr>
              <p:cNvSpPr txBox="1"/>
              <p:nvPr/>
            </p:nvSpPr>
            <p:spPr>
              <a:xfrm>
                <a:off x="5939452" y="3429000"/>
                <a:ext cx="442750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en-US" sz="3600" dirty="0"/>
              </a:p>
            </p:txBody>
          </p:sp>
        </mc:Choice>
        <mc:Fallback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A2064A0A-6E47-C8B6-A92D-F6A72ADD23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39452" y="3429000"/>
                <a:ext cx="442750" cy="646331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30" name="Table 29">
                <a:extLst>
                  <a:ext uri="{FF2B5EF4-FFF2-40B4-BE49-F238E27FC236}">
                    <a16:creationId xmlns:a16="http://schemas.microsoft.com/office/drawing/2014/main" id="{395F5EA6-7624-08BD-045B-A047C53BBD7C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78817227"/>
                  </p:ext>
                </p:extLst>
              </p:nvPr>
            </p:nvGraphicFramePr>
            <p:xfrm>
              <a:off x="7434673" y="4103372"/>
              <a:ext cx="1555709" cy="1969772"/>
            </p:xfrm>
            <a:graphic>
              <a:graphicData uri="http://schemas.openxmlformats.org/drawingml/2006/table">
                <a:tbl>
                  <a:tblPr firstRow="1" bandRow="1">
                    <a:effectLst>
                      <a:outerShdw blurRad="50800" dist="38100" dir="2700000" algn="tl" rotWithShape="0">
                        <a:prstClr val="black">
                          <a:alpha val="40000"/>
                        </a:prstClr>
                      </a:outerShdw>
                    </a:effectLst>
                    <a:tableStyleId>{69CF1AB2-1976-4502-BF36-3FF5EA218861}</a:tableStyleId>
                  </a:tblPr>
                  <a:tblGrid>
                    <a:gridCol w="1555709">
                      <a:extLst>
                        <a:ext uri="{9D8B030D-6E8A-4147-A177-3AD203B41FA5}">
                          <a16:colId xmlns:a16="http://schemas.microsoft.com/office/drawing/2014/main" val="3879741875"/>
                        </a:ext>
                      </a:extLst>
                    </a:gridCol>
                  </a:tblGrid>
                  <a:tr h="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𝒆</m:t>
                                    </m:r>
                                  </m:e>
                                  <m:sub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𝟑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400" b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𝟎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en-US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en-US" sz="2400" b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  <m:r>
                                      <a:rPr lang="en-US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h</m:t>
                                    </m:r>
                                    <m:r>
                                      <a:rPr lang="en-US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94603186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𝒆</m:t>
                                    </m:r>
                                  </m:e>
                                  <m:sub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𝟑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en-US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en-US" sz="2400" b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  <m:r>
                                      <a:rPr lang="en-US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h</m:t>
                                    </m:r>
                                    <m:r>
                                      <a:rPr lang="en-US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26454843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𝒆</m:t>
                                    </m:r>
                                  </m:e>
                                  <m:sub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𝟑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en-US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en-US" sz="2400" b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  <m:r>
                                      <a:rPr lang="en-US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h</m:t>
                                    </m:r>
                                    <m:r>
                                      <a:rPr lang="en-US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92126437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𝒆</m:t>
                                    </m:r>
                                  </m:e>
                                  <m:sub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𝟑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𝟑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en-US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en-US" sz="2400" b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  <m:r>
                                      <a:rPr lang="en-US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h</m:t>
                                    </m:r>
                                    <m:r>
                                      <a:rPr lang="en-US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189551642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30" name="Table 29">
                <a:extLst>
                  <a:ext uri="{FF2B5EF4-FFF2-40B4-BE49-F238E27FC236}">
                    <a16:creationId xmlns:a16="http://schemas.microsoft.com/office/drawing/2014/main" id="{395F5EA6-7624-08BD-045B-A047C53BBD7C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78817227"/>
                  </p:ext>
                </p:extLst>
              </p:nvPr>
            </p:nvGraphicFramePr>
            <p:xfrm>
              <a:off x="7434673" y="4103372"/>
              <a:ext cx="1555709" cy="1969772"/>
            </p:xfrm>
            <a:graphic>
              <a:graphicData uri="http://schemas.openxmlformats.org/drawingml/2006/table">
                <a:tbl>
                  <a:tblPr firstRow="1" bandRow="1">
                    <a:effectLst>
                      <a:outerShdw blurRad="50800" dist="38100" dir="2700000" algn="tl" rotWithShape="0">
                        <a:prstClr val="black">
                          <a:alpha val="40000"/>
                        </a:prstClr>
                      </a:outerShdw>
                    </a:effectLst>
                    <a:tableStyleId>{69CF1AB2-1976-4502-BF36-3FF5EA218861}</a:tableStyleId>
                  </a:tblPr>
                  <a:tblGrid>
                    <a:gridCol w="1555709">
                      <a:extLst>
                        <a:ext uri="{9D8B030D-6E8A-4147-A177-3AD203B41FA5}">
                          <a16:colId xmlns:a16="http://schemas.microsoft.com/office/drawing/2014/main" val="3879741875"/>
                        </a:ext>
                      </a:extLst>
                    </a:gridCol>
                  </a:tblGrid>
                  <a:tr h="492443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6"/>
                          <a:stretch>
                            <a:fillRect l="-2439" t="-7692" r="-6504" b="-31794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46031864"/>
                      </a:ext>
                    </a:extLst>
                  </a:tr>
                  <a:tr h="492443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6"/>
                          <a:stretch>
                            <a:fillRect l="-2439" t="-107692" r="-6504" b="-21794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64548436"/>
                      </a:ext>
                    </a:extLst>
                  </a:tr>
                  <a:tr h="492443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6"/>
                          <a:stretch>
                            <a:fillRect l="-2439" t="-207692" r="-6504" b="-11794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921264370"/>
                      </a:ext>
                    </a:extLst>
                  </a:tr>
                  <a:tr h="492443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6"/>
                          <a:stretch>
                            <a:fillRect l="-2439" t="-307692" r="-6504" b="-1794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189551642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33" name="Table 32">
                <a:extLst>
                  <a:ext uri="{FF2B5EF4-FFF2-40B4-BE49-F238E27FC236}">
                    <a16:creationId xmlns:a16="http://schemas.microsoft.com/office/drawing/2014/main" id="{5B9A806B-3621-35ED-E3E0-A90E6A8AEF07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660445861"/>
                  </p:ext>
                </p:extLst>
              </p:nvPr>
            </p:nvGraphicFramePr>
            <p:xfrm>
              <a:off x="7435891" y="1295400"/>
              <a:ext cx="1555709" cy="1969772"/>
            </p:xfrm>
            <a:graphic>
              <a:graphicData uri="http://schemas.openxmlformats.org/drawingml/2006/table">
                <a:tbl>
                  <a:tblPr firstRow="1" bandRow="1">
                    <a:effectLst>
                      <a:outerShdw blurRad="50800" dist="38100" dir="2700000" algn="tl" rotWithShape="0">
                        <a:prstClr val="black">
                          <a:alpha val="40000"/>
                        </a:prstClr>
                      </a:outerShdw>
                    </a:effectLst>
                    <a:tableStyleId>{69CF1AB2-1976-4502-BF36-3FF5EA218861}</a:tableStyleId>
                  </a:tblPr>
                  <a:tblGrid>
                    <a:gridCol w="1555709">
                      <a:extLst>
                        <a:ext uri="{9D8B030D-6E8A-4147-A177-3AD203B41FA5}">
                          <a16:colId xmlns:a16="http://schemas.microsoft.com/office/drawing/2014/main" val="3879741875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𝒆</m:t>
                                    </m:r>
                                  </m:e>
                                  <m:sub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𝟎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400" b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𝟎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en-US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en-US" sz="2400" b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  <m:r>
                                      <a:rPr lang="en-US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h</m:t>
                                    </m:r>
                                    <m:r>
                                      <a:rPr lang="en-US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94603186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𝒆</m:t>
                                    </m:r>
                                  </m:e>
                                  <m:sub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𝟎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en-US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en-US" sz="2400" b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  <m:r>
                                      <a:rPr lang="en-US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h</m:t>
                                    </m:r>
                                    <m:r>
                                      <a:rPr lang="en-US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26454843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𝒆</m:t>
                                    </m:r>
                                  </m:e>
                                  <m:sub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𝟎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en-US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en-US" sz="2400" b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  <m:r>
                                      <a:rPr lang="en-US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h</m:t>
                                    </m:r>
                                    <m:r>
                                      <a:rPr lang="en-US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92126437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𝒆</m:t>
                                    </m:r>
                                  </m:e>
                                  <m:sub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𝟎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𝟑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en-US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en-US" sz="2400" b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30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189551642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33" name="Table 32">
                <a:extLst>
                  <a:ext uri="{FF2B5EF4-FFF2-40B4-BE49-F238E27FC236}">
                    <a16:creationId xmlns:a16="http://schemas.microsoft.com/office/drawing/2014/main" id="{5B9A806B-3621-35ED-E3E0-A90E6A8AEF07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660445861"/>
                  </p:ext>
                </p:extLst>
              </p:nvPr>
            </p:nvGraphicFramePr>
            <p:xfrm>
              <a:off x="7435891" y="1295400"/>
              <a:ext cx="1555709" cy="1969772"/>
            </p:xfrm>
            <a:graphic>
              <a:graphicData uri="http://schemas.openxmlformats.org/drawingml/2006/table">
                <a:tbl>
                  <a:tblPr firstRow="1" bandRow="1">
                    <a:effectLst>
                      <a:outerShdw blurRad="50800" dist="38100" dir="2700000" algn="tl" rotWithShape="0">
                        <a:prstClr val="black">
                          <a:alpha val="40000"/>
                        </a:prstClr>
                      </a:outerShdw>
                    </a:effectLst>
                    <a:tableStyleId>{69CF1AB2-1976-4502-BF36-3FF5EA218861}</a:tableStyleId>
                  </a:tblPr>
                  <a:tblGrid>
                    <a:gridCol w="1555709">
                      <a:extLst>
                        <a:ext uri="{9D8B030D-6E8A-4147-A177-3AD203B41FA5}">
                          <a16:colId xmlns:a16="http://schemas.microsoft.com/office/drawing/2014/main" val="3879741875"/>
                        </a:ext>
                      </a:extLst>
                    </a:gridCol>
                  </a:tblGrid>
                  <a:tr h="492443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7"/>
                          <a:stretch>
                            <a:fillRect l="-2439" t="-7692" r="-6504" b="-31794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46031864"/>
                      </a:ext>
                    </a:extLst>
                  </a:tr>
                  <a:tr h="492443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7"/>
                          <a:stretch>
                            <a:fillRect l="-2439" t="-107692" r="-6504" b="-21794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64548436"/>
                      </a:ext>
                    </a:extLst>
                  </a:tr>
                  <a:tr h="492443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7"/>
                          <a:stretch>
                            <a:fillRect l="-2439" t="-207692" r="-6504" b="-11794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921264370"/>
                      </a:ext>
                    </a:extLst>
                  </a:tr>
                  <a:tr h="492443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7"/>
                          <a:stretch>
                            <a:fillRect l="-2439" t="-307692" r="-6504" b="-1794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189551642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25C52830-6F0C-0715-3D55-819AE2F6E468}"/>
                  </a:ext>
                </a:extLst>
              </p:cNvPr>
              <p:cNvSpPr txBox="1"/>
              <p:nvPr/>
            </p:nvSpPr>
            <p:spPr>
              <a:xfrm>
                <a:off x="7887725" y="3417572"/>
                <a:ext cx="442750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en-US" sz="3600" dirty="0"/>
              </a:p>
            </p:txBody>
          </p:sp>
        </mc:Choice>
        <mc:Fallback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25C52830-6F0C-0715-3D55-819AE2F6E4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87725" y="3417572"/>
                <a:ext cx="442750" cy="646331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7C974A15-8624-739A-7E4D-E8C246224797}"/>
                  </a:ext>
                </a:extLst>
              </p:cNvPr>
              <p:cNvSpPr txBox="1"/>
              <p:nvPr/>
            </p:nvSpPr>
            <p:spPr>
              <a:xfrm>
                <a:off x="6705600" y="1938754"/>
                <a:ext cx="765625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⋯</m:t>
                      </m:r>
                    </m:oMath>
                  </m:oMathPara>
                </a14:m>
                <a:endParaRPr lang="en-US" sz="3600" dirty="0"/>
              </a:p>
            </p:txBody>
          </p:sp>
        </mc:Choice>
        <mc:Fallback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7C974A15-8624-739A-7E4D-E8C24622479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05600" y="1938754"/>
                <a:ext cx="765625" cy="646331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95962972-5805-E3DF-F63A-248DC0EB446F}"/>
                  </a:ext>
                </a:extLst>
              </p:cNvPr>
              <p:cNvSpPr txBox="1"/>
              <p:nvPr/>
            </p:nvSpPr>
            <p:spPr>
              <a:xfrm>
                <a:off x="6772068" y="4732396"/>
                <a:ext cx="696023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⋯</m:t>
                      </m:r>
                    </m:oMath>
                  </m:oMathPara>
                </a14:m>
                <a:endParaRPr lang="en-US" sz="3600" dirty="0"/>
              </a:p>
            </p:txBody>
          </p:sp>
        </mc:Choice>
        <mc:Fallback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95962972-5805-E3DF-F63A-248DC0EB446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72068" y="4732396"/>
                <a:ext cx="696023" cy="646331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1316948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6B0CCA-872D-29E3-3EDC-13F07D45AF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Title 28">
            <a:extLst>
              <a:ext uri="{FF2B5EF4-FFF2-40B4-BE49-F238E27FC236}">
                <a16:creationId xmlns:a16="http://schemas.microsoft.com/office/drawing/2014/main" id="{3D802B8B-1D92-358F-EFAA-5271C84357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solidFill>
                  <a:srgbClr val="0033CC"/>
                </a:solidFill>
              </a:rPr>
              <a:t>PyTorch</a:t>
            </a:r>
            <a:r>
              <a:rPr lang="en-US" dirty="0">
                <a:solidFill>
                  <a:srgbClr val="0033CC"/>
                </a:solidFill>
              </a:rPr>
              <a:t> Geometric (6)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99A7CCC1-A8EF-DCC2-73D4-7D44D72AC39F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711200" y="1295400"/>
                <a:ext cx="4851400" cy="4819650"/>
              </a:xfrm>
            </p:spPr>
            <p:txBody>
              <a:bodyPr/>
              <a:lstStyle/>
              <a:p>
                <a:r>
                  <a:rPr lang="en-US" dirty="0"/>
                  <a:t>One thereby arrives at a tensor,  comprising all </a:t>
                </a:r>
                <a:r>
                  <a:rPr lang="en-US" dirty="0">
                    <a:solidFill>
                      <a:srgbClr val="0033CC"/>
                    </a:solidFill>
                  </a:rPr>
                  <a:t>messages</a:t>
                </a:r>
                <a:r>
                  <a:rPr lang="en-US" dirty="0"/>
                  <a:t>, of</a:t>
                </a:r>
                <a:br>
                  <a:rPr lang="en-US" dirty="0"/>
                </a:br>
                <a:r>
                  <a:rPr lang="en-US" dirty="0"/>
                  <a:t>shape </a:t>
                </a:r>
                <a:r>
                  <a:rPr lang="en-US" dirty="0">
                    <a:solidFill>
                      <a:srgbClr val="0033CC"/>
                    </a:solidFill>
                  </a:rPr>
                  <a:t>[</a:t>
                </a:r>
                <a:r>
                  <a:rPr lang="en-US" i="1" dirty="0">
                    <a:solidFill>
                      <a:srgbClr val="0033CC"/>
                    </a:solidFill>
                  </a:rPr>
                  <a:t>K</a:t>
                </a:r>
                <a:r>
                  <a:rPr lang="en-US" dirty="0">
                    <a:solidFill>
                      <a:srgbClr val="0033CC"/>
                    </a:solidFill>
                  </a:rPr>
                  <a:t>, </a:t>
                </a:r>
                <a:r>
                  <a:rPr lang="en-US" i="1" dirty="0">
                    <a:solidFill>
                      <a:srgbClr val="0033CC"/>
                    </a:solidFill>
                  </a:rPr>
                  <a:t>h</a:t>
                </a:r>
                <a:r>
                  <a:rPr lang="en-US" dirty="0">
                    <a:solidFill>
                      <a:srgbClr val="0033CC"/>
                    </a:solidFill>
                  </a:rPr>
                  <a:t>]. </a:t>
                </a:r>
                <a:br>
                  <a:rPr lang="en-US" dirty="0">
                    <a:solidFill>
                      <a:srgbClr val="0033CC"/>
                    </a:solidFill>
                  </a:rPr>
                </a:br>
                <a:endParaRPr lang="en-US" dirty="0">
                  <a:solidFill>
                    <a:srgbClr val="0033CC"/>
                  </a:solidFill>
                </a:endParaRPr>
              </a:p>
              <a:p>
                <a:r>
                  <a:rPr lang="en-US" dirty="0"/>
                  <a:t>In practice, the messages tensor is constructed by first expanding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dirty="0"/>
                  <a:t> into a tensor of shape </a:t>
                </a:r>
                <a:r>
                  <a:rPr lang="en-US" dirty="0">
                    <a:solidFill>
                      <a:srgbClr val="0033CC"/>
                    </a:solidFill>
                  </a:rPr>
                  <a:t>[</a:t>
                </a:r>
                <a:r>
                  <a:rPr lang="en-US" i="1" dirty="0">
                    <a:solidFill>
                      <a:srgbClr val="0033CC"/>
                    </a:solidFill>
                  </a:rPr>
                  <a:t>K</a:t>
                </a:r>
                <a:r>
                  <a:rPr lang="en-US" dirty="0">
                    <a:solidFill>
                      <a:srgbClr val="0033CC"/>
                    </a:solidFill>
                  </a:rPr>
                  <a:t>, </a:t>
                </a:r>
                <a:r>
                  <a:rPr lang="en-US" i="1" dirty="0">
                    <a:solidFill>
                      <a:srgbClr val="0033CC"/>
                    </a:solidFill>
                  </a:rPr>
                  <a:t>h</a:t>
                </a:r>
                <a:r>
                  <a:rPr lang="en-US" dirty="0">
                    <a:solidFill>
                      <a:srgbClr val="0033CC"/>
                    </a:solidFill>
                  </a:rPr>
                  <a:t>] </a:t>
                </a:r>
                <a:r>
                  <a:rPr lang="en-US" dirty="0"/>
                  <a:t>using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[</m:t>
                    </m:r>
                    <m:r>
                      <m:rPr>
                        <m:nor/>
                      </m:rPr>
                      <a:rPr lang="en-US" b="0" i="0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src</m:t>
                    </m:r>
                    <m:r>
                      <m:rPr>
                        <m:nor/>
                      </m:rPr>
                      <a:rPr lang="en-US" b="0" i="0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_</m:t>
                    </m:r>
                    <m:r>
                      <m:rPr>
                        <m:nor/>
                      </m:rPr>
                      <a:rPr lang="en-US" b="0" i="0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nodes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dirty="0"/>
                  <a:t>, where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src</m:t>
                    </m:r>
                    <m:r>
                      <m:rPr>
                        <m:nor/>
                      </m:rPr>
                      <a:rPr lang="en-US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_</m:t>
                    </m:r>
                    <m:r>
                      <m:rPr>
                        <m:nor/>
                      </m:rPr>
                      <a:rPr lang="en-US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nodes</m:t>
                    </m:r>
                    <m:r>
                      <m:rPr>
                        <m:nor/>
                      </m:rPr>
                      <a:rPr lang="en-US" b="0" i="0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 = </m:t>
                    </m:r>
                    <m:r>
                      <m:rPr>
                        <m:nor/>
                      </m:rPr>
                      <a:rPr lang="en-US" b="0" i="0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edge</m:t>
                    </m:r>
                    <m:r>
                      <m:rPr>
                        <m:nor/>
                      </m:rPr>
                      <a:rPr lang="en-US" b="0" i="0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_</m:t>
                    </m:r>
                    <m:r>
                      <m:rPr>
                        <m:nor/>
                      </m:rPr>
                      <a:rPr lang="en-US" b="0" i="0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index</m:t>
                    </m:r>
                    <m:r>
                      <m:rPr>
                        <m:nor/>
                      </m:rPr>
                      <a:rPr lang="en-US" b="0" i="0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[1]</m:t>
                    </m:r>
                  </m:oMath>
                </a14:m>
                <a:r>
                  <a:rPr lang="en-US" dirty="0"/>
                  <a:t>, and then doing an elementwise product (that is, a </a:t>
                </a:r>
                <a:r>
                  <a:rPr lang="en-US" b="1" dirty="0">
                    <a:solidFill>
                      <a:srgbClr val="0033CC"/>
                    </a:solidFill>
                  </a:rPr>
                  <a:t>Hadamard product</a:t>
                </a:r>
                <a:r>
                  <a:rPr lang="en-US" dirty="0"/>
                  <a:t>) between </a:t>
                </a:r>
                <a:r>
                  <a:rPr lang="en-US" dirty="0" err="1">
                    <a:solidFill>
                      <a:srgbClr val="0033CC"/>
                    </a:solidFill>
                  </a:rPr>
                  <a:t>edge_weights</a:t>
                </a:r>
                <a:r>
                  <a:rPr lang="en-US" dirty="0">
                    <a:solidFill>
                      <a:srgbClr val="0033CC"/>
                    </a:solidFill>
                  </a:rPr>
                  <a:t> </a:t>
                </a:r>
                <a:r>
                  <a:rPr lang="en-US" dirty="0"/>
                  <a:t>and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[</m:t>
                    </m:r>
                    <m:r>
                      <m:rPr>
                        <m:nor/>
                      </m:rPr>
                      <a:rPr lang="en-US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src</m:t>
                    </m:r>
                    <m:r>
                      <m:rPr>
                        <m:nor/>
                      </m:rPr>
                      <a:rPr lang="en-US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_</m:t>
                    </m:r>
                    <m:r>
                      <m:rPr>
                        <m:nor/>
                      </m:rPr>
                      <a:rPr lang="en-US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nodes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dirty="0"/>
                  <a:t>.</a:t>
                </a:r>
              </a:p>
            </p:txBody>
          </p:sp>
        </mc:Choice>
        <mc:Fallback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99A7CCC1-A8EF-DCC2-73D4-7D44D72AC39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711200" y="1295400"/>
                <a:ext cx="4851400" cy="4819650"/>
              </a:xfrm>
              <a:blipFill>
                <a:blip r:embed="rId3"/>
                <a:stretch>
                  <a:fillRect l="-1828" t="-1316" r="-13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7" name="Table 6">
                <a:extLst>
                  <a:ext uri="{FF2B5EF4-FFF2-40B4-BE49-F238E27FC236}">
                    <a16:creationId xmlns:a16="http://schemas.microsoft.com/office/drawing/2014/main" id="{B4D4F43D-575E-0EFD-BD97-8917B63AD40C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894696626"/>
                  </p:ext>
                </p:extLst>
              </p:nvPr>
            </p:nvGraphicFramePr>
            <p:xfrm>
              <a:off x="5486400" y="4114800"/>
              <a:ext cx="1327109" cy="1969772"/>
            </p:xfrm>
            <a:graphic>
              <a:graphicData uri="http://schemas.openxmlformats.org/drawingml/2006/table">
                <a:tbl>
                  <a:tblPr firstRow="1" bandRow="1">
                    <a:effectLst>
                      <a:outerShdw blurRad="50800" dist="38100" dir="2700000" algn="tl" rotWithShape="0">
                        <a:prstClr val="black">
                          <a:alpha val="40000"/>
                        </a:prstClr>
                      </a:outerShdw>
                    </a:effectLst>
                    <a:tableStyleId>{69CF1AB2-1976-4502-BF36-3FF5EA218861}</a:tableStyleId>
                  </a:tblPr>
                  <a:tblGrid>
                    <a:gridCol w="1327109">
                      <a:extLst>
                        <a:ext uri="{9D8B030D-6E8A-4147-A177-3AD203B41FA5}">
                          <a16:colId xmlns:a16="http://schemas.microsoft.com/office/drawing/2014/main" val="3879741875"/>
                        </a:ext>
                      </a:extLst>
                    </a:gridCol>
                  </a:tblGrid>
                  <a:tr h="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𝒆</m:t>
                                    </m:r>
                                  </m:e>
                                  <m:sub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𝟑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400" b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𝟎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en-US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en-US" sz="2400" b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94603186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𝒆</m:t>
                                    </m:r>
                                  </m:e>
                                  <m:sub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𝟑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en-US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en-US" sz="2400" b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26454843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𝒆</m:t>
                                    </m:r>
                                  </m:e>
                                  <m:sub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𝟑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en-US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en-US" sz="2400" b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92126437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𝒆</m:t>
                                    </m:r>
                                  </m:e>
                                  <m:sub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𝟑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𝟑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en-US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en-US" sz="2400" b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30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189551642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7" name="Table 6">
                <a:extLst>
                  <a:ext uri="{FF2B5EF4-FFF2-40B4-BE49-F238E27FC236}">
                    <a16:creationId xmlns:a16="http://schemas.microsoft.com/office/drawing/2014/main" id="{B4D4F43D-575E-0EFD-BD97-8917B63AD40C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894696626"/>
                  </p:ext>
                </p:extLst>
              </p:nvPr>
            </p:nvGraphicFramePr>
            <p:xfrm>
              <a:off x="5486400" y="4114800"/>
              <a:ext cx="1327109" cy="1969772"/>
            </p:xfrm>
            <a:graphic>
              <a:graphicData uri="http://schemas.openxmlformats.org/drawingml/2006/table">
                <a:tbl>
                  <a:tblPr firstRow="1" bandRow="1">
                    <a:effectLst>
                      <a:outerShdw blurRad="50800" dist="38100" dir="2700000" algn="tl" rotWithShape="0">
                        <a:prstClr val="black">
                          <a:alpha val="40000"/>
                        </a:prstClr>
                      </a:outerShdw>
                    </a:effectLst>
                    <a:tableStyleId>{69CF1AB2-1976-4502-BF36-3FF5EA218861}</a:tableStyleId>
                  </a:tblPr>
                  <a:tblGrid>
                    <a:gridCol w="1327109">
                      <a:extLst>
                        <a:ext uri="{9D8B030D-6E8A-4147-A177-3AD203B41FA5}">
                          <a16:colId xmlns:a16="http://schemas.microsoft.com/office/drawing/2014/main" val="3879741875"/>
                        </a:ext>
                      </a:extLst>
                    </a:gridCol>
                  </a:tblGrid>
                  <a:tr h="492443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2857" t="-7692" r="-6667" b="-31794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46031864"/>
                      </a:ext>
                    </a:extLst>
                  </a:tr>
                  <a:tr h="492443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2857" t="-107692" r="-6667" b="-21794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64548436"/>
                      </a:ext>
                    </a:extLst>
                  </a:tr>
                  <a:tr h="492443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2857" t="-207692" r="-6667" b="-11794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921264370"/>
                      </a:ext>
                    </a:extLst>
                  </a:tr>
                  <a:tr h="492443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2857" t="-307692" r="-6667" b="-1794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189551642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18" name="Table 17">
                <a:extLst>
                  <a:ext uri="{FF2B5EF4-FFF2-40B4-BE49-F238E27FC236}">
                    <a16:creationId xmlns:a16="http://schemas.microsoft.com/office/drawing/2014/main" id="{75B41960-E172-571A-9D41-EB34482B0CD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7148639"/>
                  </p:ext>
                </p:extLst>
              </p:nvPr>
            </p:nvGraphicFramePr>
            <p:xfrm>
              <a:off x="5487618" y="1306828"/>
              <a:ext cx="1327109" cy="1969772"/>
            </p:xfrm>
            <a:graphic>
              <a:graphicData uri="http://schemas.openxmlformats.org/drawingml/2006/table">
                <a:tbl>
                  <a:tblPr firstRow="1" bandRow="1">
                    <a:effectLst>
                      <a:outerShdw blurRad="50800" dist="38100" dir="2700000" algn="tl" rotWithShape="0">
                        <a:prstClr val="black">
                          <a:alpha val="40000"/>
                        </a:prstClr>
                      </a:outerShdw>
                    </a:effectLst>
                    <a:tableStyleId>{69CF1AB2-1976-4502-BF36-3FF5EA218861}</a:tableStyleId>
                  </a:tblPr>
                  <a:tblGrid>
                    <a:gridCol w="1327109">
                      <a:extLst>
                        <a:ext uri="{9D8B030D-6E8A-4147-A177-3AD203B41FA5}">
                          <a16:colId xmlns:a16="http://schemas.microsoft.com/office/drawing/2014/main" val="3879741875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𝒆</m:t>
                                    </m:r>
                                  </m:e>
                                  <m:sub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𝟎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400" b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𝟎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en-US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en-US" sz="2400" b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94603186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𝒆</m:t>
                                    </m:r>
                                  </m:e>
                                  <m:sub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𝟎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en-US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en-US" sz="2400" b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26454843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𝒆</m:t>
                                    </m:r>
                                  </m:e>
                                  <m:sub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𝟎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en-US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en-US" sz="2400" b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92126437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𝒆</m:t>
                                    </m:r>
                                  </m:e>
                                  <m:sub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𝟎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𝟑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en-US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en-US" sz="2400" b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30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189551642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18" name="Table 17">
                <a:extLst>
                  <a:ext uri="{FF2B5EF4-FFF2-40B4-BE49-F238E27FC236}">
                    <a16:creationId xmlns:a16="http://schemas.microsoft.com/office/drawing/2014/main" id="{75B41960-E172-571A-9D41-EB34482B0CD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7148639"/>
                  </p:ext>
                </p:extLst>
              </p:nvPr>
            </p:nvGraphicFramePr>
            <p:xfrm>
              <a:off x="5487618" y="1306828"/>
              <a:ext cx="1327109" cy="1969772"/>
            </p:xfrm>
            <a:graphic>
              <a:graphicData uri="http://schemas.openxmlformats.org/drawingml/2006/table">
                <a:tbl>
                  <a:tblPr firstRow="1" bandRow="1">
                    <a:effectLst>
                      <a:outerShdw blurRad="50800" dist="38100" dir="2700000" algn="tl" rotWithShape="0">
                        <a:prstClr val="black">
                          <a:alpha val="40000"/>
                        </a:prstClr>
                      </a:outerShdw>
                    </a:effectLst>
                    <a:tableStyleId>{69CF1AB2-1976-4502-BF36-3FF5EA218861}</a:tableStyleId>
                  </a:tblPr>
                  <a:tblGrid>
                    <a:gridCol w="1327109">
                      <a:extLst>
                        <a:ext uri="{9D8B030D-6E8A-4147-A177-3AD203B41FA5}">
                          <a16:colId xmlns:a16="http://schemas.microsoft.com/office/drawing/2014/main" val="3879741875"/>
                        </a:ext>
                      </a:extLst>
                    </a:gridCol>
                  </a:tblGrid>
                  <a:tr h="492443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5"/>
                          <a:stretch>
                            <a:fillRect l="-2857" t="-5128" r="-6667" b="-32051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46031864"/>
                      </a:ext>
                    </a:extLst>
                  </a:tr>
                  <a:tr h="492443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5"/>
                          <a:stretch>
                            <a:fillRect l="-2857" t="-105128" r="-6667" b="-22051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64548436"/>
                      </a:ext>
                    </a:extLst>
                  </a:tr>
                  <a:tr h="492443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5"/>
                          <a:stretch>
                            <a:fillRect l="-2857" t="-205128" r="-6667" b="-12051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921264370"/>
                      </a:ext>
                    </a:extLst>
                  </a:tr>
                  <a:tr h="492443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5"/>
                          <a:stretch>
                            <a:fillRect l="-2857" t="-305128" r="-6667" b="-2051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189551642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17778ED9-7261-867D-F7EB-B713FB3E14EC}"/>
                  </a:ext>
                </a:extLst>
              </p:cNvPr>
              <p:cNvSpPr txBox="1"/>
              <p:nvPr/>
            </p:nvSpPr>
            <p:spPr>
              <a:xfrm>
                <a:off x="5939452" y="3429000"/>
                <a:ext cx="442750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en-US" sz="3600" dirty="0"/>
              </a:p>
            </p:txBody>
          </p:sp>
        </mc:Choice>
        <mc:Fallback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17778ED9-7261-867D-F7EB-B713FB3E14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39452" y="3429000"/>
                <a:ext cx="442750" cy="646331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30" name="Table 29">
                <a:extLst>
                  <a:ext uri="{FF2B5EF4-FFF2-40B4-BE49-F238E27FC236}">
                    <a16:creationId xmlns:a16="http://schemas.microsoft.com/office/drawing/2014/main" id="{19C1AB34-6157-C28B-04B0-78901E8EF159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464508940"/>
                  </p:ext>
                </p:extLst>
              </p:nvPr>
            </p:nvGraphicFramePr>
            <p:xfrm>
              <a:off x="7434673" y="4103372"/>
              <a:ext cx="1555709" cy="1969772"/>
            </p:xfrm>
            <a:graphic>
              <a:graphicData uri="http://schemas.openxmlformats.org/drawingml/2006/table">
                <a:tbl>
                  <a:tblPr firstRow="1" bandRow="1">
                    <a:effectLst>
                      <a:outerShdw blurRad="50800" dist="38100" dir="2700000" algn="tl" rotWithShape="0">
                        <a:prstClr val="black">
                          <a:alpha val="40000"/>
                        </a:prstClr>
                      </a:outerShdw>
                    </a:effectLst>
                    <a:tableStyleId>{69CF1AB2-1976-4502-BF36-3FF5EA218861}</a:tableStyleId>
                  </a:tblPr>
                  <a:tblGrid>
                    <a:gridCol w="1555709">
                      <a:extLst>
                        <a:ext uri="{9D8B030D-6E8A-4147-A177-3AD203B41FA5}">
                          <a16:colId xmlns:a16="http://schemas.microsoft.com/office/drawing/2014/main" val="3879741875"/>
                        </a:ext>
                      </a:extLst>
                    </a:gridCol>
                  </a:tblGrid>
                  <a:tr h="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𝒆</m:t>
                                    </m:r>
                                  </m:e>
                                  <m:sub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𝟑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400" b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𝟎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en-US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en-US" sz="2400" b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  <m:r>
                                      <a:rPr lang="en-US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h</m:t>
                                    </m:r>
                                    <m:r>
                                      <a:rPr lang="en-US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94603186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𝒆</m:t>
                                    </m:r>
                                  </m:e>
                                  <m:sub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𝟑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en-US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en-US" sz="2400" b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  <m:r>
                                      <a:rPr lang="en-US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h</m:t>
                                    </m:r>
                                    <m:r>
                                      <a:rPr lang="en-US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26454843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𝒆</m:t>
                                    </m:r>
                                  </m:e>
                                  <m:sub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𝟑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en-US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en-US" sz="2400" b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  <m:r>
                                      <a:rPr lang="en-US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h</m:t>
                                    </m:r>
                                    <m:r>
                                      <a:rPr lang="en-US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92126437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𝒆</m:t>
                                    </m:r>
                                  </m:e>
                                  <m:sub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𝟑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𝟑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en-US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en-US" sz="2400" b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  <m:r>
                                      <a:rPr lang="en-US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h</m:t>
                                    </m:r>
                                    <m:r>
                                      <a:rPr lang="en-US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189551642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30" name="Table 29">
                <a:extLst>
                  <a:ext uri="{FF2B5EF4-FFF2-40B4-BE49-F238E27FC236}">
                    <a16:creationId xmlns:a16="http://schemas.microsoft.com/office/drawing/2014/main" id="{19C1AB34-6157-C28B-04B0-78901E8EF159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464508940"/>
                  </p:ext>
                </p:extLst>
              </p:nvPr>
            </p:nvGraphicFramePr>
            <p:xfrm>
              <a:off x="7434673" y="4103372"/>
              <a:ext cx="1555709" cy="1969772"/>
            </p:xfrm>
            <a:graphic>
              <a:graphicData uri="http://schemas.openxmlformats.org/drawingml/2006/table">
                <a:tbl>
                  <a:tblPr firstRow="1" bandRow="1">
                    <a:effectLst>
                      <a:outerShdw blurRad="50800" dist="38100" dir="2700000" algn="tl" rotWithShape="0">
                        <a:prstClr val="black">
                          <a:alpha val="40000"/>
                        </a:prstClr>
                      </a:outerShdw>
                    </a:effectLst>
                    <a:tableStyleId>{69CF1AB2-1976-4502-BF36-3FF5EA218861}</a:tableStyleId>
                  </a:tblPr>
                  <a:tblGrid>
                    <a:gridCol w="1555709">
                      <a:extLst>
                        <a:ext uri="{9D8B030D-6E8A-4147-A177-3AD203B41FA5}">
                          <a16:colId xmlns:a16="http://schemas.microsoft.com/office/drawing/2014/main" val="3879741875"/>
                        </a:ext>
                      </a:extLst>
                    </a:gridCol>
                  </a:tblGrid>
                  <a:tr h="492443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7"/>
                          <a:stretch>
                            <a:fillRect l="-2439" t="-7692" r="-6504" b="-31794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46031864"/>
                      </a:ext>
                    </a:extLst>
                  </a:tr>
                  <a:tr h="492443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7"/>
                          <a:stretch>
                            <a:fillRect l="-2439" t="-107692" r="-6504" b="-21794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64548436"/>
                      </a:ext>
                    </a:extLst>
                  </a:tr>
                  <a:tr h="492443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7"/>
                          <a:stretch>
                            <a:fillRect l="-2439" t="-207692" r="-6504" b="-11794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921264370"/>
                      </a:ext>
                    </a:extLst>
                  </a:tr>
                  <a:tr h="492443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7"/>
                          <a:stretch>
                            <a:fillRect l="-2439" t="-307692" r="-6504" b="-1794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189551642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33" name="Table 32">
                <a:extLst>
                  <a:ext uri="{FF2B5EF4-FFF2-40B4-BE49-F238E27FC236}">
                    <a16:creationId xmlns:a16="http://schemas.microsoft.com/office/drawing/2014/main" id="{8861198A-8E9E-72F7-065B-99A6AEAB69E3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42770144"/>
                  </p:ext>
                </p:extLst>
              </p:nvPr>
            </p:nvGraphicFramePr>
            <p:xfrm>
              <a:off x="7435891" y="1295400"/>
              <a:ext cx="1555709" cy="1969772"/>
            </p:xfrm>
            <a:graphic>
              <a:graphicData uri="http://schemas.openxmlformats.org/drawingml/2006/table">
                <a:tbl>
                  <a:tblPr firstRow="1" bandRow="1">
                    <a:effectLst>
                      <a:outerShdw blurRad="50800" dist="38100" dir="2700000" algn="tl" rotWithShape="0">
                        <a:prstClr val="black">
                          <a:alpha val="40000"/>
                        </a:prstClr>
                      </a:outerShdw>
                    </a:effectLst>
                    <a:tableStyleId>{69CF1AB2-1976-4502-BF36-3FF5EA218861}</a:tableStyleId>
                  </a:tblPr>
                  <a:tblGrid>
                    <a:gridCol w="1555709">
                      <a:extLst>
                        <a:ext uri="{9D8B030D-6E8A-4147-A177-3AD203B41FA5}">
                          <a16:colId xmlns:a16="http://schemas.microsoft.com/office/drawing/2014/main" val="3879741875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𝒆</m:t>
                                    </m:r>
                                  </m:e>
                                  <m:sub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𝟎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400" b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𝟎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en-US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en-US" sz="2400" b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  <m:r>
                                      <a:rPr lang="en-US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h</m:t>
                                    </m:r>
                                    <m:r>
                                      <a:rPr lang="en-US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94603186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𝒆</m:t>
                                    </m:r>
                                  </m:e>
                                  <m:sub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𝟎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en-US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en-US" sz="2400" b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  <m:r>
                                      <a:rPr lang="en-US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h</m:t>
                                    </m:r>
                                    <m:r>
                                      <a:rPr lang="en-US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26454843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𝒆</m:t>
                                    </m:r>
                                  </m:e>
                                  <m:sub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𝟎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en-US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en-US" sz="2400" b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  <m:r>
                                      <a:rPr lang="en-US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h</m:t>
                                    </m:r>
                                    <m:r>
                                      <a:rPr lang="en-US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92126437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𝒆</m:t>
                                    </m:r>
                                  </m:e>
                                  <m:sub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𝟎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𝟑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en-US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en-US" sz="2400" b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30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189551642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33" name="Table 32">
                <a:extLst>
                  <a:ext uri="{FF2B5EF4-FFF2-40B4-BE49-F238E27FC236}">
                    <a16:creationId xmlns:a16="http://schemas.microsoft.com/office/drawing/2014/main" id="{8861198A-8E9E-72F7-065B-99A6AEAB69E3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42770144"/>
                  </p:ext>
                </p:extLst>
              </p:nvPr>
            </p:nvGraphicFramePr>
            <p:xfrm>
              <a:off x="7435891" y="1295400"/>
              <a:ext cx="1555709" cy="1969772"/>
            </p:xfrm>
            <a:graphic>
              <a:graphicData uri="http://schemas.openxmlformats.org/drawingml/2006/table">
                <a:tbl>
                  <a:tblPr firstRow="1" bandRow="1">
                    <a:effectLst>
                      <a:outerShdw blurRad="50800" dist="38100" dir="2700000" algn="tl" rotWithShape="0">
                        <a:prstClr val="black">
                          <a:alpha val="40000"/>
                        </a:prstClr>
                      </a:outerShdw>
                    </a:effectLst>
                    <a:tableStyleId>{69CF1AB2-1976-4502-BF36-3FF5EA218861}</a:tableStyleId>
                  </a:tblPr>
                  <a:tblGrid>
                    <a:gridCol w="1555709">
                      <a:extLst>
                        <a:ext uri="{9D8B030D-6E8A-4147-A177-3AD203B41FA5}">
                          <a16:colId xmlns:a16="http://schemas.microsoft.com/office/drawing/2014/main" val="3879741875"/>
                        </a:ext>
                      </a:extLst>
                    </a:gridCol>
                  </a:tblGrid>
                  <a:tr h="492443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8"/>
                          <a:stretch>
                            <a:fillRect l="-2439" t="-7692" r="-6504" b="-31794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46031864"/>
                      </a:ext>
                    </a:extLst>
                  </a:tr>
                  <a:tr h="492443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8"/>
                          <a:stretch>
                            <a:fillRect l="-2439" t="-107692" r="-6504" b="-21794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64548436"/>
                      </a:ext>
                    </a:extLst>
                  </a:tr>
                  <a:tr h="492443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8"/>
                          <a:stretch>
                            <a:fillRect l="-2439" t="-207692" r="-6504" b="-11794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921264370"/>
                      </a:ext>
                    </a:extLst>
                  </a:tr>
                  <a:tr h="492443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8"/>
                          <a:stretch>
                            <a:fillRect l="-2439" t="-307692" r="-6504" b="-1794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189551642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6EEBB72D-D20D-5DB1-A28C-4F4868BFC0CA}"/>
                  </a:ext>
                </a:extLst>
              </p:cNvPr>
              <p:cNvSpPr txBox="1"/>
              <p:nvPr/>
            </p:nvSpPr>
            <p:spPr>
              <a:xfrm>
                <a:off x="7887725" y="3417572"/>
                <a:ext cx="442750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en-US" sz="3600" dirty="0"/>
              </a:p>
            </p:txBody>
          </p:sp>
        </mc:Choice>
        <mc:Fallback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6EEBB72D-D20D-5DB1-A28C-4F4868BFC0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87725" y="3417572"/>
                <a:ext cx="442750" cy="646331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AEC0A120-FAF0-5413-A8EB-ED601FBA25AD}"/>
                  </a:ext>
                </a:extLst>
              </p:cNvPr>
              <p:cNvSpPr txBox="1"/>
              <p:nvPr/>
            </p:nvSpPr>
            <p:spPr>
              <a:xfrm>
                <a:off x="6781800" y="1938754"/>
                <a:ext cx="696023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⋯</m:t>
                      </m:r>
                    </m:oMath>
                  </m:oMathPara>
                </a14:m>
                <a:endParaRPr lang="en-US" sz="3600" dirty="0"/>
              </a:p>
            </p:txBody>
          </p:sp>
        </mc:Choice>
        <mc:Fallback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AEC0A120-FAF0-5413-A8EB-ED601FBA25A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81800" y="1938754"/>
                <a:ext cx="696023" cy="646331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34DBC8D6-B6B3-260E-59AA-9FD49A3A8959}"/>
                  </a:ext>
                </a:extLst>
              </p:cNvPr>
              <p:cNvSpPr txBox="1"/>
              <p:nvPr/>
            </p:nvSpPr>
            <p:spPr>
              <a:xfrm>
                <a:off x="6772068" y="4732396"/>
                <a:ext cx="696023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⋯</m:t>
                      </m:r>
                    </m:oMath>
                  </m:oMathPara>
                </a14:m>
                <a:endParaRPr lang="en-US" sz="3600" dirty="0"/>
              </a:p>
            </p:txBody>
          </p:sp>
        </mc:Choice>
        <mc:Fallback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34DBC8D6-B6B3-260E-59AA-9FD49A3A89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72068" y="4732396"/>
                <a:ext cx="696023" cy="646331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1228949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778601-6449-A685-C007-4FC8C51212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785A6CB0-254D-4366-3B63-8650A89CC252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/>
              <a:lstStyle/>
              <a:p>
                <a:r>
                  <a:rPr lang="en-US" dirty="0"/>
                  <a:t>Finally, the </a:t>
                </a:r>
                <a:r>
                  <a:rPr lang="en-US" dirty="0" err="1"/>
                  <a:t>PyG</a:t>
                </a:r>
                <a:r>
                  <a:rPr lang="en-US" dirty="0"/>
                  <a:t> scatter function </a:t>
                </a:r>
                <a:br>
                  <a:rPr lang="en-US" dirty="0"/>
                </a:br>
                <a:br>
                  <a:rPr lang="en-US" dirty="0"/>
                </a:br>
                <a:r>
                  <a:rPr lang="en-US" sz="2000" dirty="0">
                    <a:solidFill>
                      <a:srgbClr val="0033CC"/>
                    </a:solidFill>
                    <a:latin typeface="American Typewriter" panose="02090604020004020304" pitchFamily="18" charset="77"/>
                  </a:rPr>
                  <a:t>scatter(</a:t>
                </a:r>
                <a:r>
                  <a:rPr lang="en-US" sz="2000" dirty="0">
                    <a:solidFill>
                      <a:srgbClr val="C00000"/>
                    </a:solidFill>
                    <a:latin typeface="American Typewriter" panose="02090604020004020304" pitchFamily="18" charset="77"/>
                  </a:rPr>
                  <a:t>messages</a:t>
                </a:r>
                <a:r>
                  <a:rPr lang="en-US" sz="2000" dirty="0">
                    <a:solidFill>
                      <a:srgbClr val="0033CC"/>
                    </a:solidFill>
                    <a:latin typeface="American Typewriter" panose="02090604020004020304" pitchFamily="18" charset="77"/>
                  </a:rPr>
                  <a:t>, </a:t>
                </a:r>
                <a:r>
                  <a:rPr lang="en-US" sz="2000" dirty="0" err="1">
                    <a:solidFill>
                      <a:srgbClr val="0033CC"/>
                    </a:solidFill>
                    <a:latin typeface="American Typewriter" panose="02090604020004020304" pitchFamily="18" charset="77"/>
                  </a:rPr>
                  <a:t>trg_nodes</a:t>
                </a:r>
                <a:r>
                  <a:rPr lang="en-US" sz="2000" dirty="0">
                    <a:solidFill>
                      <a:srgbClr val="0033CC"/>
                    </a:solidFill>
                    <a:latin typeface="American Typewriter" panose="02090604020004020304" pitchFamily="18" charset="77"/>
                  </a:rPr>
                  <a:t>, </a:t>
                </a:r>
                <a:r>
                  <a:rPr lang="en-US" sz="2000" dirty="0">
                    <a:solidFill>
                      <a:srgbClr val="C00000"/>
                    </a:solidFill>
                    <a:latin typeface="American Typewriter" panose="02090604020004020304" pitchFamily="18" charset="77"/>
                  </a:rPr>
                  <a:t>dim=0</a:t>
                </a:r>
                <a:r>
                  <a:rPr lang="en-US" sz="2000" dirty="0">
                    <a:solidFill>
                      <a:srgbClr val="0033CC"/>
                    </a:solidFill>
                    <a:latin typeface="American Typewriter" panose="02090604020004020304" pitchFamily="18" charset="77"/>
                  </a:rPr>
                  <a:t>, reduce='sum’)</a:t>
                </a:r>
                <a:br>
                  <a:rPr lang="en-US" sz="2000" dirty="0">
                    <a:solidFill>
                      <a:srgbClr val="0033CC"/>
                    </a:solidFill>
                    <a:latin typeface="American Typewriter" panose="02090604020004020304" pitchFamily="18" charset="77"/>
                  </a:rPr>
                </a:br>
                <a:br>
                  <a:rPr lang="en-US" sz="2000" dirty="0">
                    <a:solidFill>
                      <a:srgbClr val="0033CC"/>
                    </a:solidFill>
                    <a:latin typeface="American Typewriter" panose="02090604020004020304" pitchFamily="18" charset="77"/>
                  </a:rPr>
                </a:br>
                <a:r>
                  <a:rPr lang="en-US" dirty="0"/>
                  <a:t>is used to perform the sum over products per target node and per attribute, thereby arriving at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p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𝐴𝑋</m:t>
                    </m:r>
                  </m:oMath>
                </a14:m>
                <a:r>
                  <a:rPr lang="en-US" dirty="0"/>
                  <a:t>, which is of shape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</m:e>
                    </m:d>
                  </m:oMath>
                </a14:m>
                <a:r>
                  <a:rPr lang="en-US" dirty="0"/>
                  <a:t>.</a:t>
                </a:r>
              </a:p>
            </p:txBody>
          </p:sp>
        </mc:Choice>
        <mc:Fallback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785A6CB0-254D-4366-3B63-8650A89CC25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3"/>
                <a:stretch>
                  <a:fillRect l="-1146" t="-1316" r="-3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9" name="Title 28">
            <a:extLst>
              <a:ext uri="{FF2B5EF4-FFF2-40B4-BE49-F238E27FC236}">
                <a16:creationId xmlns:a16="http://schemas.microsoft.com/office/drawing/2014/main" id="{5C0E352D-FDE4-77E6-82B2-9E7EBF7DEC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solidFill>
                  <a:srgbClr val="0033CC"/>
                </a:solidFill>
              </a:rPr>
              <a:t>PyTorch</a:t>
            </a:r>
            <a:r>
              <a:rPr lang="en-US" dirty="0">
                <a:solidFill>
                  <a:srgbClr val="0033CC"/>
                </a:solidFill>
              </a:rPr>
              <a:t> Geometric (7)</a:t>
            </a:r>
          </a:p>
        </p:txBody>
      </p:sp>
    </p:spTree>
    <p:extLst>
      <p:ext uri="{BB962C8B-B14F-4D97-AF65-F5344CB8AC3E}">
        <p14:creationId xmlns:p14="http://schemas.microsoft.com/office/powerpoint/2010/main" val="35922614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A11936-AD75-D30D-0666-7DD4C5FF19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8BC26E9-DBBD-D48C-51EB-C4D4D6CAE0B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711200" y="1295400"/>
            <a:ext cx="7899400" cy="4819650"/>
          </a:xfrm>
        </p:spPr>
        <p:txBody>
          <a:bodyPr/>
          <a:lstStyle/>
          <a:p>
            <a:r>
              <a:rPr lang="en-US" dirty="0"/>
              <a:t>The full power of </a:t>
            </a:r>
            <a:r>
              <a:rPr lang="en-US" dirty="0" err="1"/>
              <a:t>PyG</a:t>
            </a:r>
            <a:r>
              <a:rPr lang="en-US" dirty="0"/>
              <a:t> arise from its ability to handle sparse graphs. Suppose our 4-node graph is connected as shown.</a:t>
            </a:r>
            <a:br>
              <a:rPr lang="en-US" dirty="0"/>
            </a:br>
            <a:endParaRPr lang="en-US" dirty="0"/>
          </a:p>
          <a:p>
            <a:r>
              <a:rPr lang="en-US" dirty="0"/>
              <a:t>The </a:t>
            </a:r>
            <a:r>
              <a:rPr lang="en-US" dirty="0" err="1">
                <a:solidFill>
                  <a:srgbClr val="0033CC"/>
                </a:solidFill>
              </a:rPr>
              <a:t>edge_index</a:t>
            </a:r>
            <a:r>
              <a:rPr lang="en-US" dirty="0">
                <a:solidFill>
                  <a:srgbClr val="0033CC"/>
                </a:solidFill>
              </a:rPr>
              <a:t> </a:t>
            </a:r>
            <a:r>
              <a:rPr lang="en-US" dirty="0"/>
              <a:t>of the</a:t>
            </a:r>
            <a:br>
              <a:rPr lang="en-US" dirty="0"/>
            </a:br>
            <a:r>
              <a:rPr lang="en-US" dirty="0"/>
              <a:t>graph is:</a:t>
            </a:r>
            <a:br>
              <a:rPr lang="en-US" dirty="0"/>
            </a:br>
            <a:br>
              <a:rPr lang="en-US" dirty="0"/>
            </a:br>
            <a:r>
              <a:rPr lang="en-US" dirty="0"/>
              <a:t>target nodes:</a:t>
            </a:r>
            <a:br>
              <a:rPr lang="en-US" dirty="0"/>
            </a:br>
            <a:r>
              <a:rPr lang="en-US" dirty="0"/>
              <a:t>source nodes:</a:t>
            </a:r>
            <a:br>
              <a:rPr lang="en-US" dirty="0"/>
            </a:br>
            <a:endParaRPr lang="en-US" dirty="0"/>
          </a:p>
          <a:p>
            <a:r>
              <a:rPr lang="en-US" dirty="0"/>
              <a:t>One point we didn’t emphasize but I hope was clear is that many of the links in our example graphs are </a:t>
            </a:r>
            <a:r>
              <a:rPr lang="en-US" b="1" dirty="0">
                <a:solidFill>
                  <a:srgbClr val="0033CC"/>
                </a:solidFill>
              </a:rPr>
              <a:t>bi-directional</a:t>
            </a:r>
            <a:r>
              <a:rPr lang="en-US" dirty="0"/>
              <a:t>!</a:t>
            </a:r>
          </a:p>
          <a:p>
            <a:r>
              <a:rPr lang="en-US" dirty="0"/>
              <a:t>The fact that our graph is now sparsely connected, changes nothing about the matrix algebra is done!</a:t>
            </a:r>
            <a:br>
              <a:rPr lang="en-US" dirty="0"/>
            </a:br>
            <a:endParaRPr lang="en-US" dirty="0"/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29" name="Title 28">
            <a:extLst>
              <a:ext uri="{FF2B5EF4-FFF2-40B4-BE49-F238E27FC236}">
                <a16:creationId xmlns:a16="http://schemas.microsoft.com/office/drawing/2014/main" id="{E3504BA8-F423-9CC1-A715-145B039625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solidFill>
                  <a:srgbClr val="0033CC"/>
                </a:solidFill>
              </a:rPr>
              <a:t>PyTorch</a:t>
            </a:r>
            <a:r>
              <a:rPr lang="en-US" dirty="0">
                <a:solidFill>
                  <a:srgbClr val="0033CC"/>
                </a:solidFill>
              </a:rPr>
              <a:t> Geometric (8): </a:t>
            </a:r>
            <a:r>
              <a:rPr lang="en-US" dirty="0">
                <a:solidFill>
                  <a:schemeClr val="accent1"/>
                </a:solidFill>
              </a:rPr>
              <a:t>Sparsity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21" name="Table 20">
                <a:extLst>
                  <a:ext uri="{FF2B5EF4-FFF2-40B4-BE49-F238E27FC236}">
                    <a16:creationId xmlns:a16="http://schemas.microsoft.com/office/drawing/2014/main" id="{909341BC-70CD-5A5B-956C-6C13BA060679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461012640"/>
                  </p:ext>
                </p:extLst>
              </p:nvPr>
            </p:nvGraphicFramePr>
            <p:xfrm>
              <a:off x="2858037" y="3594279"/>
              <a:ext cx="2247360" cy="751315"/>
            </p:xfrm>
            <a:graphic>
              <a:graphicData uri="http://schemas.openxmlformats.org/drawingml/2006/table">
                <a:tbl>
                  <a:tblPr firstRow="1" bandRow="1">
                    <a:effectLst>
                      <a:outerShdw blurRad="50800" dist="38100" dir="2700000" algn="tl" rotWithShape="0">
                        <a:prstClr val="black">
                          <a:alpha val="40000"/>
                        </a:prstClr>
                      </a:outerShdw>
                    </a:effectLst>
                    <a:tableStyleId>{69CF1AB2-1976-4502-BF36-3FF5EA218861}</a:tableStyleId>
                  </a:tblPr>
                  <a:tblGrid>
                    <a:gridCol w="280920">
                      <a:extLst>
                        <a:ext uri="{9D8B030D-6E8A-4147-A177-3AD203B41FA5}">
                          <a16:colId xmlns:a16="http://schemas.microsoft.com/office/drawing/2014/main" val="374890846"/>
                        </a:ext>
                      </a:extLst>
                    </a:gridCol>
                    <a:gridCol w="280920">
                      <a:extLst>
                        <a:ext uri="{9D8B030D-6E8A-4147-A177-3AD203B41FA5}">
                          <a16:colId xmlns:a16="http://schemas.microsoft.com/office/drawing/2014/main" val="2639365242"/>
                        </a:ext>
                      </a:extLst>
                    </a:gridCol>
                    <a:gridCol w="280920">
                      <a:extLst>
                        <a:ext uri="{9D8B030D-6E8A-4147-A177-3AD203B41FA5}">
                          <a16:colId xmlns:a16="http://schemas.microsoft.com/office/drawing/2014/main" val="110973745"/>
                        </a:ext>
                      </a:extLst>
                    </a:gridCol>
                    <a:gridCol w="280920">
                      <a:extLst>
                        <a:ext uri="{9D8B030D-6E8A-4147-A177-3AD203B41FA5}">
                          <a16:colId xmlns:a16="http://schemas.microsoft.com/office/drawing/2014/main" val="3131861186"/>
                        </a:ext>
                      </a:extLst>
                    </a:gridCol>
                    <a:gridCol w="280920">
                      <a:extLst>
                        <a:ext uri="{9D8B030D-6E8A-4147-A177-3AD203B41FA5}">
                          <a16:colId xmlns:a16="http://schemas.microsoft.com/office/drawing/2014/main" val="2436042647"/>
                        </a:ext>
                      </a:extLst>
                    </a:gridCol>
                    <a:gridCol w="280920">
                      <a:extLst>
                        <a:ext uri="{9D8B030D-6E8A-4147-A177-3AD203B41FA5}">
                          <a16:colId xmlns:a16="http://schemas.microsoft.com/office/drawing/2014/main" val="175585477"/>
                        </a:ext>
                      </a:extLst>
                    </a:gridCol>
                    <a:gridCol w="280920">
                      <a:extLst>
                        <a:ext uri="{9D8B030D-6E8A-4147-A177-3AD203B41FA5}">
                          <a16:colId xmlns:a16="http://schemas.microsoft.com/office/drawing/2014/main" val="2401952353"/>
                        </a:ext>
                      </a:extLst>
                    </a:gridCol>
                    <a:gridCol w="280920">
                      <a:extLst>
                        <a:ext uri="{9D8B030D-6E8A-4147-A177-3AD203B41FA5}">
                          <a16:colId xmlns:a16="http://schemas.microsoft.com/office/drawing/2014/main" val="1212376116"/>
                        </a:ext>
                      </a:extLst>
                    </a:gridCol>
                  </a:tblGrid>
                  <a:tr h="385555"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</a:rPr>
                                  <m:t>𝟏</m:t>
                                </m:r>
                              </m:oMath>
                            </m:oMathPara>
                          </a14:m>
                          <a:endParaRPr lang="en-US" b="1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:r>
                            <a:rPr lang="en-US" b="1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:r>
                            <a:rPr lang="en-US" b="1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:r>
                            <a:rPr lang="en-US" b="1" dirty="0"/>
                            <a:t>3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041010978"/>
                      </a:ext>
                    </a:extLst>
                  </a:tr>
                  <a:tr h="335622"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</a:rPr>
                                  <m:t>𝟏</m:t>
                                </m:r>
                              </m:oMath>
                            </m:oMathPara>
                          </a14:m>
                          <a:endParaRPr lang="en-US" b="1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b="1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b="1" dirty="0"/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b="1" dirty="0"/>
                            <a:t>2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37502411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21" name="Table 20">
                <a:extLst>
                  <a:ext uri="{FF2B5EF4-FFF2-40B4-BE49-F238E27FC236}">
                    <a16:creationId xmlns:a16="http://schemas.microsoft.com/office/drawing/2014/main" id="{909341BC-70CD-5A5B-956C-6C13BA060679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461012640"/>
                  </p:ext>
                </p:extLst>
              </p:nvPr>
            </p:nvGraphicFramePr>
            <p:xfrm>
              <a:off x="2858037" y="3594279"/>
              <a:ext cx="2247360" cy="751315"/>
            </p:xfrm>
            <a:graphic>
              <a:graphicData uri="http://schemas.openxmlformats.org/drawingml/2006/table">
                <a:tbl>
                  <a:tblPr firstRow="1" bandRow="1">
                    <a:effectLst>
                      <a:outerShdw blurRad="50800" dist="38100" dir="2700000" algn="tl" rotWithShape="0">
                        <a:prstClr val="black">
                          <a:alpha val="40000"/>
                        </a:prstClr>
                      </a:outerShdw>
                    </a:effectLst>
                    <a:tableStyleId>{69CF1AB2-1976-4502-BF36-3FF5EA218861}</a:tableStyleId>
                  </a:tblPr>
                  <a:tblGrid>
                    <a:gridCol w="280920">
                      <a:extLst>
                        <a:ext uri="{9D8B030D-6E8A-4147-A177-3AD203B41FA5}">
                          <a16:colId xmlns:a16="http://schemas.microsoft.com/office/drawing/2014/main" val="374890846"/>
                        </a:ext>
                      </a:extLst>
                    </a:gridCol>
                    <a:gridCol w="280920">
                      <a:extLst>
                        <a:ext uri="{9D8B030D-6E8A-4147-A177-3AD203B41FA5}">
                          <a16:colId xmlns:a16="http://schemas.microsoft.com/office/drawing/2014/main" val="2639365242"/>
                        </a:ext>
                      </a:extLst>
                    </a:gridCol>
                    <a:gridCol w="280920">
                      <a:extLst>
                        <a:ext uri="{9D8B030D-6E8A-4147-A177-3AD203B41FA5}">
                          <a16:colId xmlns:a16="http://schemas.microsoft.com/office/drawing/2014/main" val="110973745"/>
                        </a:ext>
                      </a:extLst>
                    </a:gridCol>
                    <a:gridCol w="280920">
                      <a:extLst>
                        <a:ext uri="{9D8B030D-6E8A-4147-A177-3AD203B41FA5}">
                          <a16:colId xmlns:a16="http://schemas.microsoft.com/office/drawing/2014/main" val="3131861186"/>
                        </a:ext>
                      </a:extLst>
                    </a:gridCol>
                    <a:gridCol w="280920">
                      <a:extLst>
                        <a:ext uri="{9D8B030D-6E8A-4147-A177-3AD203B41FA5}">
                          <a16:colId xmlns:a16="http://schemas.microsoft.com/office/drawing/2014/main" val="2436042647"/>
                        </a:ext>
                      </a:extLst>
                    </a:gridCol>
                    <a:gridCol w="280920">
                      <a:extLst>
                        <a:ext uri="{9D8B030D-6E8A-4147-A177-3AD203B41FA5}">
                          <a16:colId xmlns:a16="http://schemas.microsoft.com/office/drawing/2014/main" val="175585477"/>
                        </a:ext>
                      </a:extLst>
                    </a:gridCol>
                    <a:gridCol w="280920">
                      <a:extLst>
                        <a:ext uri="{9D8B030D-6E8A-4147-A177-3AD203B41FA5}">
                          <a16:colId xmlns:a16="http://schemas.microsoft.com/office/drawing/2014/main" val="2401952353"/>
                        </a:ext>
                      </a:extLst>
                    </a:gridCol>
                    <a:gridCol w="280920">
                      <a:extLst>
                        <a:ext uri="{9D8B030D-6E8A-4147-A177-3AD203B41FA5}">
                          <a16:colId xmlns:a16="http://schemas.microsoft.com/office/drawing/2014/main" val="1212376116"/>
                        </a:ext>
                      </a:extLst>
                    </a:gridCol>
                  </a:tblGrid>
                  <a:tr h="385555"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418182" t="-9677" r="-336364" b="-11612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:r>
                            <a:rPr lang="en-US" b="1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:r>
                            <a:rPr lang="en-US" b="1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:r>
                            <a:rPr lang="en-US" b="1" dirty="0"/>
                            <a:t>3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041010978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418182" t="-117241" r="-336364" b="-2413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b="1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b="1" dirty="0"/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b="1" dirty="0"/>
                            <a:t>2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37502411"/>
                      </a:ext>
                    </a:extLst>
                  </a:tr>
                </a:tbl>
              </a:graphicData>
            </a:graphic>
          </p:graphicFrame>
        </mc:Fallback>
      </mc:AlternateContent>
      <p:grpSp>
        <p:nvGrpSpPr>
          <p:cNvPr id="23" name="Group 22">
            <a:extLst>
              <a:ext uri="{FF2B5EF4-FFF2-40B4-BE49-F238E27FC236}">
                <a16:creationId xmlns:a16="http://schemas.microsoft.com/office/drawing/2014/main" id="{D2698A5A-4006-52ED-0BA7-636105405B12}"/>
              </a:ext>
            </a:extLst>
          </p:cNvPr>
          <p:cNvGrpSpPr/>
          <p:nvPr/>
        </p:nvGrpSpPr>
        <p:grpSpPr>
          <a:xfrm>
            <a:off x="4329793" y="2447925"/>
            <a:ext cx="3865374" cy="2369115"/>
            <a:chOff x="4329793" y="2447925"/>
            <a:chExt cx="3865374" cy="2369115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E1B447C9-BB27-2DBC-30C9-00C45A2A3BD4}"/>
                </a:ext>
              </a:extLst>
            </p:cNvPr>
            <p:cNvGrpSpPr/>
            <p:nvPr/>
          </p:nvGrpSpPr>
          <p:grpSpPr>
            <a:xfrm>
              <a:off x="4329793" y="2447925"/>
              <a:ext cx="3865374" cy="2369115"/>
              <a:chOff x="5005395" y="3351195"/>
              <a:chExt cx="4171320" cy="2948162"/>
            </a:xfrm>
          </p:grpSpPr>
          <p:grpSp>
            <p:nvGrpSpPr>
              <p:cNvPr id="6" name="Group 5">
                <a:extLst>
                  <a:ext uri="{FF2B5EF4-FFF2-40B4-BE49-F238E27FC236}">
                    <a16:creationId xmlns:a16="http://schemas.microsoft.com/office/drawing/2014/main" id="{50DEDCEF-C546-EFA6-BA62-A04FD59995BC}"/>
                  </a:ext>
                </a:extLst>
              </p:cNvPr>
              <p:cNvGrpSpPr/>
              <p:nvPr/>
            </p:nvGrpSpPr>
            <p:grpSpPr>
              <a:xfrm>
                <a:off x="5091709" y="3395115"/>
                <a:ext cx="3747491" cy="2904242"/>
                <a:chOff x="5091709" y="3395115"/>
                <a:chExt cx="3747491" cy="2904242"/>
              </a:xfrm>
            </p:grpSpPr>
            <p:grpSp>
              <p:nvGrpSpPr>
                <p:cNvPr id="10" name="Group 9">
                  <a:extLst>
                    <a:ext uri="{FF2B5EF4-FFF2-40B4-BE49-F238E27FC236}">
                      <a16:creationId xmlns:a16="http://schemas.microsoft.com/office/drawing/2014/main" id="{99F71A74-11A3-4F24-484D-406961F3BF05}"/>
                    </a:ext>
                  </a:extLst>
                </p:cNvPr>
                <p:cNvGrpSpPr/>
                <p:nvPr/>
              </p:nvGrpSpPr>
              <p:grpSpPr>
                <a:xfrm>
                  <a:off x="5091709" y="3660875"/>
                  <a:ext cx="3747491" cy="2638482"/>
                  <a:chOff x="5091709" y="3660875"/>
                  <a:chExt cx="3747491" cy="2638482"/>
                </a:xfrm>
              </p:grpSpPr>
              <p:sp>
                <p:nvSpPr>
                  <p:cNvPr id="17" name="Oval 16">
                    <a:extLst>
                      <a:ext uri="{FF2B5EF4-FFF2-40B4-BE49-F238E27FC236}">
                        <a16:creationId xmlns:a16="http://schemas.microsoft.com/office/drawing/2014/main" id="{F9D16678-E8D5-F054-BCE5-14C5E356611D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8215311" y="3660875"/>
                    <a:ext cx="623889" cy="700145"/>
                  </a:xfrm>
                  <a:prstGeom prst="ellipse">
                    <a:avLst/>
                  </a:prstGeom>
                  <a:gradFill flip="none" rotWithShape="1">
                    <a:gsLst>
                      <a:gs pos="0">
                        <a:srgbClr val="98CA00">
                          <a:shade val="30000"/>
                          <a:satMod val="115000"/>
                        </a:srgbClr>
                      </a:gs>
                      <a:gs pos="50000">
                        <a:srgbClr val="98CA00">
                          <a:shade val="67500"/>
                          <a:satMod val="115000"/>
                        </a:srgbClr>
                      </a:gs>
                      <a:gs pos="100000">
                        <a:srgbClr val="98CA00">
                          <a:shade val="100000"/>
                          <a:satMod val="115000"/>
                        </a:srgbClr>
                      </a:gs>
                    </a:gsLst>
                    <a:lin ang="10800000" scaled="1"/>
                    <a:tileRect/>
                  </a:gradFill>
                  <a:ln w="12700" cap="flat" cmpd="sng" algn="ctr">
                    <a:noFill/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  <a:spAutoFit/>
                  </a:bodyPr>
                  <a:lstStyle/>
                  <a:p>
                    <a:pPr marL="0" marR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lang="en-US" sz="2000" dirty="0">
                        <a:latin typeface="Times New Roman" pitchFamily="-65" charset="0"/>
                      </a:rPr>
                      <a:t>0</a:t>
                    </a:r>
                    <a:endParaRPr kumimoji="0" lang="en-US" sz="2000" b="0" i="0" u="none" strike="noStrike" cap="none" normalizeH="0" baseline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latin typeface="Times New Roman" pitchFamily="-65" charset="0"/>
                    </a:endParaRPr>
                  </a:p>
                </p:txBody>
              </p:sp>
              <p:sp>
                <p:nvSpPr>
                  <p:cNvPr id="18" name="Oval 17">
                    <a:extLst>
                      <a:ext uri="{FF2B5EF4-FFF2-40B4-BE49-F238E27FC236}">
                        <a16:creationId xmlns:a16="http://schemas.microsoft.com/office/drawing/2014/main" id="{555A4A22-8BD0-F97A-3B56-25842062C0A8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5091709" y="3779191"/>
                    <a:ext cx="604041" cy="700145"/>
                  </a:xfrm>
                  <a:prstGeom prst="ellipse">
                    <a:avLst/>
                  </a:prstGeom>
                  <a:gradFill flip="none" rotWithShape="1">
                    <a:gsLst>
                      <a:gs pos="0">
                        <a:srgbClr val="98CA00">
                          <a:shade val="30000"/>
                          <a:satMod val="115000"/>
                        </a:srgbClr>
                      </a:gs>
                      <a:gs pos="50000">
                        <a:srgbClr val="98CA00">
                          <a:shade val="67500"/>
                          <a:satMod val="115000"/>
                        </a:srgbClr>
                      </a:gs>
                      <a:gs pos="100000">
                        <a:srgbClr val="98CA00">
                          <a:shade val="100000"/>
                          <a:satMod val="115000"/>
                        </a:srgbClr>
                      </a:gs>
                    </a:gsLst>
                    <a:lin ang="10800000" scaled="1"/>
                    <a:tileRect/>
                  </a:gradFill>
                  <a:ln w="12700" cap="flat" cmpd="sng" algn="ctr">
                    <a:noFill/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  <a:spAutoFit/>
                  </a:bodyPr>
                  <a:lstStyle/>
                  <a:p>
                    <a:pPr marL="0" marR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2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-65" charset="0"/>
                      </a:rPr>
                      <a:t>1</a:t>
                    </a:r>
                  </a:p>
                </p:txBody>
              </p:sp>
              <p:sp>
                <p:nvSpPr>
                  <p:cNvPr id="19" name="Oval 18">
                    <a:extLst>
                      <a:ext uri="{FF2B5EF4-FFF2-40B4-BE49-F238E27FC236}">
                        <a16:creationId xmlns:a16="http://schemas.microsoft.com/office/drawing/2014/main" id="{292CD14B-EC3A-B2F2-9061-414604C5F8BD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6707184" y="5599212"/>
                    <a:ext cx="623889" cy="700145"/>
                  </a:xfrm>
                  <a:prstGeom prst="ellipse">
                    <a:avLst/>
                  </a:prstGeom>
                  <a:gradFill flip="none" rotWithShape="1">
                    <a:gsLst>
                      <a:gs pos="0">
                        <a:srgbClr val="98CA00">
                          <a:shade val="30000"/>
                          <a:satMod val="115000"/>
                        </a:srgbClr>
                      </a:gs>
                      <a:gs pos="50000">
                        <a:srgbClr val="98CA00">
                          <a:shade val="67500"/>
                          <a:satMod val="115000"/>
                        </a:srgbClr>
                      </a:gs>
                      <a:gs pos="100000">
                        <a:srgbClr val="98CA00">
                          <a:shade val="100000"/>
                          <a:satMod val="115000"/>
                        </a:srgbClr>
                      </a:gs>
                    </a:gsLst>
                    <a:lin ang="10800000" scaled="1"/>
                    <a:tileRect/>
                  </a:gradFill>
                  <a:ln w="12700" cap="flat" cmpd="sng" algn="ctr">
                    <a:noFill/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  <a:spAutoFit/>
                  </a:bodyPr>
                  <a:lstStyle/>
                  <a:p>
                    <a:pPr marL="0" marR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lang="en-US" sz="2000" dirty="0">
                        <a:latin typeface="Times New Roman" pitchFamily="-65" charset="0"/>
                      </a:rPr>
                      <a:t>3</a:t>
                    </a:r>
                    <a:endParaRPr kumimoji="0" lang="en-US" sz="2000" b="0" i="0" u="none" strike="noStrike" cap="none" normalizeH="0" baseline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latin typeface="Times New Roman" pitchFamily="-65" charset="0"/>
                    </a:endParaRPr>
                  </a:p>
                </p:txBody>
              </p:sp>
              <p:sp>
                <p:nvSpPr>
                  <p:cNvPr id="20" name="Oval 19">
                    <a:extLst>
                      <a:ext uri="{FF2B5EF4-FFF2-40B4-BE49-F238E27FC236}">
                        <a16:creationId xmlns:a16="http://schemas.microsoft.com/office/drawing/2014/main" id="{AA920722-FD0A-2865-4BF3-95677F9A8232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6554389" y="4066432"/>
                    <a:ext cx="623889" cy="700145"/>
                  </a:xfrm>
                  <a:prstGeom prst="ellipse">
                    <a:avLst/>
                  </a:prstGeom>
                  <a:gradFill flip="none" rotWithShape="1">
                    <a:gsLst>
                      <a:gs pos="0">
                        <a:srgbClr val="98CA00">
                          <a:shade val="30000"/>
                          <a:satMod val="115000"/>
                        </a:srgbClr>
                      </a:gs>
                      <a:gs pos="50000">
                        <a:srgbClr val="98CA00">
                          <a:shade val="67500"/>
                          <a:satMod val="115000"/>
                        </a:srgbClr>
                      </a:gs>
                      <a:gs pos="100000">
                        <a:srgbClr val="98CA00">
                          <a:shade val="100000"/>
                          <a:satMod val="115000"/>
                        </a:srgbClr>
                      </a:gs>
                    </a:gsLst>
                    <a:lin ang="10800000" scaled="1"/>
                    <a:tileRect/>
                  </a:gradFill>
                  <a:ln w="12700" cap="flat" cmpd="sng" algn="ctr">
                    <a:noFill/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  <a:spAutoFit/>
                  </a:bodyPr>
                  <a:lstStyle/>
                  <a:p>
                    <a:pPr marL="0" marR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2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-65" charset="0"/>
                      </a:rPr>
                      <a:t>2</a:t>
                    </a:r>
                  </a:p>
                </p:txBody>
              </p:sp>
            </p:grpSp>
            <mc:AlternateContent xmlns:mc="http://schemas.openxmlformats.org/markup-compatibility/2006" xmlns:p14="http://schemas.microsoft.com/office/powerpoint/2010/main">
              <mc:Choice Requires="p14">
                <p:contentPart p14:bwMode="auto" r:id="rId4">
                  <p14:nvContentPartPr>
                    <p14:cNvPr id="13" name="Ink 12">
                      <a:extLst>
                        <a:ext uri="{FF2B5EF4-FFF2-40B4-BE49-F238E27FC236}">
                          <a16:creationId xmlns:a16="http://schemas.microsoft.com/office/drawing/2014/main" id="{CF43E7E8-5CC6-FEBA-BE29-757E10661DE2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7136190" y="3925395"/>
                    <a:ext cx="1103760" cy="357480"/>
                  </p14:xfrm>
                </p:contentPart>
              </mc:Choice>
              <mc:Fallback xmlns="">
                <p:pic>
                  <p:nvPicPr>
                    <p:cNvPr id="15" name="Ink 14">
                      <a:extLst>
                        <a:ext uri="{FF2B5EF4-FFF2-40B4-BE49-F238E27FC236}">
                          <a16:creationId xmlns:a16="http://schemas.microsoft.com/office/drawing/2014/main" id="{96A50541-520D-B713-2C7D-6DF064670CD6}"/>
                        </a:ext>
                      </a:extLst>
                    </p:cNvPr>
                    <p:cNvPicPr/>
                    <p:nvPr/>
                  </p:nvPicPr>
                  <p:blipFill>
                    <a:blip r:embed="rId11"/>
                    <a:stretch>
                      <a:fillRect/>
                    </a:stretch>
                  </p:blipFill>
                  <p:spPr>
                    <a:xfrm>
                      <a:off x="7119910" y="3908753"/>
                      <a:ext cx="1135668" cy="390099"/>
                    </a:xfrm>
                    <a:prstGeom prst="rect">
                      <a:avLst/>
                    </a:prstGeom>
                  </p:spPr>
                </p:pic>
              </mc:Fallback>
            </mc:AlternateContent>
            <mc:AlternateContent xmlns:mc="http://schemas.openxmlformats.org/markup-compatibility/2006" xmlns:p14="http://schemas.microsoft.com/office/powerpoint/2010/main">
              <mc:Choice Requires="p14">
                <p:contentPart p14:bwMode="auto" r:id="rId12">
                  <p14:nvContentPartPr>
                    <p14:cNvPr id="16" name="Ink 15">
                      <a:extLst>
                        <a:ext uri="{FF2B5EF4-FFF2-40B4-BE49-F238E27FC236}">
                          <a16:creationId xmlns:a16="http://schemas.microsoft.com/office/drawing/2014/main" id="{24864542-0AF3-6FB9-1560-672966797AD8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5635710" y="3395115"/>
                    <a:ext cx="2880360" cy="582480"/>
                  </p14:xfrm>
                </p:contentPart>
              </mc:Choice>
              <mc:Fallback xmlns="">
                <p:pic>
                  <p:nvPicPr>
                    <p:cNvPr id="20" name="Ink 19">
                      <a:extLst>
                        <a:ext uri="{FF2B5EF4-FFF2-40B4-BE49-F238E27FC236}">
                          <a16:creationId xmlns:a16="http://schemas.microsoft.com/office/drawing/2014/main" id="{03BFAFD4-FC44-7425-DB06-943A685A7CE4}"/>
                        </a:ext>
                      </a:extLst>
                    </p:cNvPr>
                    <p:cNvPicPr/>
                    <p:nvPr/>
                  </p:nvPicPr>
                  <p:blipFill>
                    <a:blip r:embed="rId17"/>
                    <a:stretch>
                      <a:fillRect/>
                    </a:stretch>
                  </p:blipFill>
                  <p:spPr>
                    <a:xfrm>
                      <a:off x="5619426" y="3378454"/>
                      <a:ext cx="2912277" cy="615136"/>
                    </a:xfrm>
                    <a:prstGeom prst="rect">
                      <a:avLst/>
                    </a:prstGeom>
                  </p:spPr>
                </p:pic>
              </mc:Fallback>
            </mc:AlternateContent>
          </p:grpSp>
          <mc:AlternateContent xmlns:mc="http://schemas.openxmlformats.org/markup-compatibility/2006" xmlns:p14="http://schemas.microsoft.com/office/powerpoint/2010/main">
            <mc:Choice Requires="p14">
              <p:contentPart p14:bwMode="auto" r:id="rId18">
                <p14:nvContentPartPr>
                  <p14:cNvPr id="7" name="Ink 6">
                    <a:extLst>
                      <a:ext uri="{FF2B5EF4-FFF2-40B4-BE49-F238E27FC236}">
                        <a16:creationId xmlns:a16="http://schemas.microsoft.com/office/drawing/2014/main" id="{865B51CF-879F-F42C-BBC8-D3786A90BDA3}"/>
                      </a:ext>
                    </a:extLst>
                  </p14:cNvPr>
                  <p14:cNvContentPartPr/>
                  <p14:nvPr/>
                </p14:nvContentPartPr>
                <p14:xfrm>
                  <a:off x="5005395" y="3351195"/>
                  <a:ext cx="614880" cy="547200"/>
                </p14:xfrm>
              </p:contentPart>
            </mc:Choice>
            <mc:Fallback xmlns="">
              <p:pic>
                <p:nvPicPr>
                  <p:cNvPr id="8" name="Ink 7">
                    <a:extLst>
                      <a:ext uri="{FF2B5EF4-FFF2-40B4-BE49-F238E27FC236}">
                        <a16:creationId xmlns:a16="http://schemas.microsoft.com/office/drawing/2014/main" id="{EB097D14-9079-4AE1-261E-79E163592CE9}"/>
                      </a:ext>
                    </a:extLst>
                  </p:cNvPr>
                  <p:cNvPicPr/>
                  <p:nvPr/>
                </p:nvPicPr>
                <p:blipFill>
                  <a:blip r:embed="rId19"/>
                  <a:stretch>
                    <a:fillRect/>
                  </a:stretch>
                </p:blipFill>
                <p:spPr>
                  <a:xfrm>
                    <a:off x="4989128" y="3334553"/>
                    <a:ext cx="646763" cy="579819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20">
                <p14:nvContentPartPr>
                  <p14:cNvPr id="9" name="Ink 8">
                    <a:extLst>
                      <a:ext uri="{FF2B5EF4-FFF2-40B4-BE49-F238E27FC236}">
                        <a16:creationId xmlns:a16="http://schemas.microsoft.com/office/drawing/2014/main" id="{199A23F2-8BCF-BF32-B5CB-7BC09E739E00}"/>
                      </a:ext>
                    </a:extLst>
                  </p14:cNvPr>
                  <p14:cNvContentPartPr/>
                  <p14:nvPr/>
                </p14:nvContentPartPr>
                <p14:xfrm>
                  <a:off x="8628075" y="3539835"/>
                  <a:ext cx="548640" cy="742320"/>
                </p14:xfrm>
              </p:contentPart>
            </mc:Choice>
            <mc:Fallback xmlns="">
              <p:pic>
                <p:nvPicPr>
                  <p:cNvPr id="11" name="Ink 10">
                    <a:extLst>
                      <a:ext uri="{FF2B5EF4-FFF2-40B4-BE49-F238E27FC236}">
                        <a16:creationId xmlns:a16="http://schemas.microsoft.com/office/drawing/2014/main" id="{4FA0B045-FDF0-A131-6A00-4F29A6F56D37}"/>
                      </a:ext>
                    </a:extLst>
                  </p:cNvPr>
                  <p:cNvPicPr/>
                  <p:nvPr/>
                </p:nvPicPr>
                <p:blipFill>
                  <a:blip r:embed="rId23"/>
                  <a:stretch>
                    <a:fillRect/>
                  </a:stretch>
                </p:blipFill>
                <p:spPr>
                  <a:xfrm>
                    <a:off x="8611785" y="3523191"/>
                    <a:ext cx="580568" cy="774942"/>
                  </a:xfrm>
                  <a:prstGeom prst="rect">
                    <a:avLst/>
                  </a:prstGeom>
                </p:spPr>
              </p:pic>
            </mc:Fallback>
          </mc:AlternateContent>
        </p:grpSp>
        <mc:AlternateContent xmlns:mc="http://schemas.openxmlformats.org/markup-compatibility/2006">
          <mc:Choice xmlns:p14="http://schemas.microsoft.com/office/powerpoint/2010/main" Requires="p14">
            <p:contentPart p14:bwMode="auto" r:id="rId24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D5D4B379-8900-4CD3-F2E6-555789CBB4E3}"/>
                    </a:ext>
                  </a:extLst>
                </p14:cNvPr>
                <p14:cNvContentPartPr/>
                <p14:nvPr/>
              </p14:nvContentPartPr>
              <p14:xfrm>
                <a:off x="6293059" y="3495945"/>
                <a:ext cx="411120" cy="939960"/>
              </p14:xfrm>
            </p:contentPart>
          </mc:Choice>
          <mc:Fallback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D5D4B379-8900-4CD3-F2E6-555789CBB4E3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6284419" y="3487305"/>
                  <a:ext cx="428760" cy="95760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37017384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1BD31A-D875-D900-FC6F-540ED19D1D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BFF9B4DE-8A86-68FC-8540-82A654F0086F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/>
              <a:lstStyle/>
              <a:p>
                <a:r>
                  <a:rPr lang="en-US" dirty="0"/>
                  <a:t>A graph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𝐺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=(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rgbClr val="0033CC"/>
                    </a:solidFill>
                  </a:rPr>
                  <a:t> </a:t>
                </a:r>
                <a:r>
                  <a:rPr lang="en-US" dirty="0"/>
                  <a:t>comprises nodes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dirty="0"/>
                  <a:t> and edges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𝐸</m:t>
                    </m:r>
                  </m:oMath>
                </a14:m>
                <a:r>
                  <a:rPr lang="en-US" dirty="0"/>
                  <a:t>.</a:t>
                </a:r>
                <a:br>
                  <a:rPr lang="en-US" dirty="0"/>
                </a:br>
                <a:endParaRPr lang="en-US" dirty="0"/>
              </a:p>
              <a:p>
                <a:r>
                  <a:rPr lang="en-US" dirty="0"/>
                  <a:t>A disparate array of datasets can be represented as graphs, including molecular structures, particle collision events, social networks, epidemics, etc.</a:t>
                </a:r>
              </a:p>
              <a:p>
                <a:endParaRPr lang="en-US" dirty="0"/>
              </a:p>
              <a:p>
                <a:r>
                  <a:rPr lang="en-US" dirty="0" err="1">
                    <a:solidFill>
                      <a:srgbClr val="0033CC"/>
                    </a:solidFill>
                  </a:rPr>
                  <a:t>PyTorch</a:t>
                </a:r>
                <a:r>
                  <a:rPr lang="en-US" dirty="0">
                    <a:solidFill>
                      <a:srgbClr val="0033CC"/>
                    </a:solidFill>
                  </a:rPr>
                  <a:t> Geometric </a:t>
                </a:r>
                <a:r>
                  <a:rPr lang="en-US" dirty="0"/>
                  <a:t>is one of</a:t>
                </a:r>
                <a:br>
                  <a:rPr lang="en-US" dirty="0"/>
                </a:br>
                <a:r>
                  <a:rPr lang="en-US" dirty="0"/>
                  <a:t>several toolkits that can be used</a:t>
                </a:r>
                <a:br>
                  <a:rPr lang="en-US" dirty="0"/>
                </a:br>
                <a:r>
                  <a:rPr lang="en-US" dirty="0"/>
                  <a:t>to build and manipulate graphs and build</a:t>
                </a:r>
                <a:br>
                  <a:rPr lang="en-US" dirty="0"/>
                </a:br>
                <a:r>
                  <a:rPr lang="en-US" dirty="0"/>
                  <a:t>and train sophisticated graph-based models.</a:t>
                </a:r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BFF9B4DE-8A86-68FC-8540-82A654F0086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3"/>
                <a:stretch>
                  <a:fillRect l="-1146" t="-1316" r="-65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9" name="Title 28">
            <a:extLst>
              <a:ext uri="{FF2B5EF4-FFF2-40B4-BE49-F238E27FC236}">
                <a16:creationId xmlns:a16="http://schemas.microsoft.com/office/drawing/2014/main" id="{2A9B393A-9A3A-9F72-FDA1-8913A39D55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0033CC"/>
                </a:solidFill>
              </a:rPr>
              <a:t>Summary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A26DCA80-DDD4-30E6-95EE-0055C964D315}"/>
              </a:ext>
            </a:extLst>
          </p:cNvPr>
          <p:cNvGrpSpPr/>
          <p:nvPr/>
        </p:nvGrpSpPr>
        <p:grpSpPr>
          <a:xfrm>
            <a:off x="5050026" y="3581400"/>
            <a:ext cx="3865374" cy="2369115"/>
            <a:chOff x="4329793" y="2447925"/>
            <a:chExt cx="3865374" cy="2369115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A558628D-6FE4-22C9-8242-108F52305B52}"/>
                </a:ext>
              </a:extLst>
            </p:cNvPr>
            <p:cNvGrpSpPr/>
            <p:nvPr/>
          </p:nvGrpSpPr>
          <p:grpSpPr>
            <a:xfrm>
              <a:off x="4329793" y="2447925"/>
              <a:ext cx="3865374" cy="2369115"/>
              <a:chOff x="5005395" y="3351195"/>
              <a:chExt cx="4171320" cy="2948162"/>
            </a:xfrm>
          </p:grpSpPr>
          <p:grpSp>
            <p:nvGrpSpPr>
              <p:cNvPr id="9" name="Group 8">
                <a:extLst>
                  <a:ext uri="{FF2B5EF4-FFF2-40B4-BE49-F238E27FC236}">
                    <a16:creationId xmlns:a16="http://schemas.microsoft.com/office/drawing/2014/main" id="{93825F20-EFEE-32D4-B0A1-AFFC33071AAB}"/>
                  </a:ext>
                </a:extLst>
              </p:cNvPr>
              <p:cNvGrpSpPr/>
              <p:nvPr/>
            </p:nvGrpSpPr>
            <p:grpSpPr>
              <a:xfrm>
                <a:off x="5091709" y="3395115"/>
                <a:ext cx="3747491" cy="2904242"/>
                <a:chOff x="5091709" y="3395115"/>
                <a:chExt cx="3747491" cy="2904242"/>
              </a:xfrm>
            </p:grpSpPr>
            <p:grpSp>
              <p:nvGrpSpPr>
                <p:cNvPr id="30" name="Group 29">
                  <a:extLst>
                    <a:ext uri="{FF2B5EF4-FFF2-40B4-BE49-F238E27FC236}">
                      <a16:creationId xmlns:a16="http://schemas.microsoft.com/office/drawing/2014/main" id="{10990245-1F5B-88ED-78F1-411BCC4C3A70}"/>
                    </a:ext>
                  </a:extLst>
                </p:cNvPr>
                <p:cNvGrpSpPr/>
                <p:nvPr/>
              </p:nvGrpSpPr>
              <p:grpSpPr>
                <a:xfrm>
                  <a:off x="5091709" y="3660875"/>
                  <a:ext cx="3747491" cy="2638482"/>
                  <a:chOff x="5091709" y="3660875"/>
                  <a:chExt cx="3747491" cy="2638482"/>
                </a:xfrm>
              </p:grpSpPr>
              <p:sp>
                <p:nvSpPr>
                  <p:cNvPr id="39" name="Oval 38">
                    <a:extLst>
                      <a:ext uri="{FF2B5EF4-FFF2-40B4-BE49-F238E27FC236}">
                        <a16:creationId xmlns:a16="http://schemas.microsoft.com/office/drawing/2014/main" id="{1D8FF0A5-ED1B-BFDD-EB28-9D914294BB71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8215311" y="3660875"/>
                    <a:ext cx="623889" cy="700145"/>
                  </a:xfrm>
                  <a:prstGeom prst="ellipse">
                    <a:avLst/>
                  </a:prstGeom>
                  <a:gradFill flip="none" rotWithShape="1">
                    <a:gsLst>
                      <a:gs pos="0">
                        <a:srgbClr val="98CA00">
                          <a:shade val="30000"/>
                          <a:satMod val="115000"/>
                        </a:srgbClr>
                      </a:gs>
                      <a:gs pos="50000">
                        <a:srgbClr val="98CA00">
                          <a:shade val="67500"/>
                          <a:satMod val="115000"/>
                        </a:srgbClr>
                      </a:gs>
                      <a:gs pos="100000">
                        <a:srgbClr val="98CA00">
                          <a:shade val="100000"/>
                          <a:satMod val="115000"/>
                        </a:srgbClr>
                      </a:gs>
                    </a:gsLst>
                    <a:lin ang="10800000" scaled="1"/>
                    <a:tileRect/>
                  </a:gradFill>
                  <a:ln w="12700" cap="flat" cmpd="sng" algn="ctr">
                    <a:noFill/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  <a:spAutoFit/>
                  </a:bodyPr>
                  <a:lstStyle/>
                  <a:p>
                    <a:pPr marL="0" marR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lang="en-US" sz="2000" dirty="0">
                        <a:latin typeface="Times New Roman" pitchFamily="-65" charset="0"/>
                      </a:rPr>
                      <a:t>0</a:t>
                    </a:r>
                    <a:endParaRPr kumimoji="0" lang="en-US" sz="2000" b="0" i="0" u="none" strike="noStrike" cap="none" normalizeH="0" baseline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latin typeface="Times New Roman" pitchFamily="-65" charset="0"/>
                    </a:endParaRPr>
                  </a:p>
                </p:txBody>
              </p:sp>
              <p:sp>
                <p:nvSpPr>
                  <p:cNvPr id="40" name="Oval 39">
                    <a:extLst>
                      <a:ext uri="{FF2B5EF4-FFF2-40B4-BE49-F238E27FC236}">
                        <a16:creationId xmlns:a16="http://schemas.microsoft.com/office/drawing/2014/main" id="{D6B0DDB6-3FBD-0BC8-A61F-9BFE5ABAC890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5091709" y="3779191"/>
                    <a:ext cx="604041" cy="700145"/>
                  </a:xfrm>
                  <a:prstGeom prst="ellipse">
                    <a:avLst/>
                  </a:prstGeom>
                  <a:gradFill flip="none" rotWithShape="1">
                    <a:gsLst>
                      <a:gs pos="0">
                        <a:srgbClr val="98CA00">
                          <a:shade val="30000"/>
                          <a:satMod val="115000"/>
                        </a:srgbClr>
                      </a:gs>
                      <a:gs pos="50000">
                        <a:srgbClr val="98CA00">
                          <a:shade val="67500"/>
                          <a:satMod val="115000"/>
                        </a:srgbClr>
                      </a:gs>
                      <a:gs pos="100000">
                        <a:srgbClr val="98CA00">
                          <a:shade val="100000"/>
                          <a:satMod val="115000"/>
                        </a:srgbClr>
                      </a:gs>
                    </a:gsLst>
                    <a:lin ang="10800000" scaled="1"/>
                    <a:tileRect/>
                  </a:gradFill>
                  <a:ln w="12700" cap="flat" cmpd="sng" algn="ctr">
                    <a:noFill/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  <a:spAutoFit/>
                  </a:bodyPr>
                  <a:lstStyle/>
                  <a:p>
                    <a:pPr marL="0" marR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2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-65" charset="0"/>
                      </a:rPr>
                      <a:t>1</a:t>
                    </a:r>
                  </a:p>
                </p:txBody>
              </p:sp>
              <p:sp>
                <p:nvSpPr>
                  <p:cNvPr id="42" name="Oval 41">
                    <a:extLst>
                      <a:ext uri="{FF2B5EF4-FFF2-40B4-BE49-F238E27FC236}">
                        <a16:creationId xmlns:a16="http://schemas.microsoft.com/office/drawing/2014/main" id="{D0823EC4-EB0B-9316-B212-0A21523F4597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6707184" y="5599212"/>
                    <a:ext cx="623889" cy="700145"/>
                  </a:xfrm>
                  <a:prstGeom prst="ellipse">
                    <a:avLst/>
                  </a:prstGeom>
                  <a:gradFill flip="none" rotWithShape="1">
                    <a:gsLst>
                      <a:gs pos="0">
                        <a:srgbClr val="98CA00">
                          <a:shade val="30000"/>
                          <a:satMod val="115000"/>
                        </a:srgbClr>
                      </a:gs>
                      <a:gs pos="50000">
                        <a:srgbClr val="98CA00">
                          <a:shade val="67500"/>
                          <a:satMod val="115000"/>
                        </a:srgbClr>
                      </a:gs>
                      <a:gs pos="100000">
                        <a:srgbClr val="98CA00">
                          <a:shade val="100000"/>
                          <a:satMod val="115000"/>
                        </a:srgbClr>
                      </a:gs>
                    </a:gsLst>
                    <a:lin ang="10800000" scaled="1"/>
                    <a:tileRect/>
                  </a:gradFill>
                  <a:ln w="12700" cap="flat" cmpd="sng" algn="ctr">
                    <a:noFill/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  <a:spAutoFit/>
                  </a:bodyPr>
                  <a:lstStyle/>
                  <a:p>
                    <a:pPr marL="0" marR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lang="en-US" sz="2000" dirty="0">
                        <a:latin typeface="Times New Roman" pitchFamily="-65" charset="0"/>
                      </a:rPr>
                      <a:t>3</a:t>
                    </a:r>
                    <a:endParaRPr kumimoji="0" lang="en-US" sz="2000" b="0" i="0" u="none" strike="noStrike" cap="none" normalizeH="0" baseline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latin typeface="Times New Roman" pitchFamily="-65" charset="0"/>
                    </a:endParaRPr>
                  </a:p>
                </p:txBody>
              </p:sp>
              <p:sp>
                <p:nvSpPr>
                  <p:cNvPr id="44" name="Oval 43">
                    <a:extLst>
                      <a:ext uri="{FF2B5EF4-FFF2-40B4-BE49-F238E27FC236}">
                        <a16:creationId xmlns:a16="http://schemas.microsoft.com/office/drawing/2014/main" id="{ED79D988-1FD5-448B-7C4E-034A462E84CC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6554389" y="4066432"/>
                    <a:ext cx="623889" cy="700145"/>
                  </a:xfrm>
                  <a:prstGeom prst="ellipse">
                    <a:avLst/>
                  </a:prstGeom>
                  <a:gradFill flip="none" rotWithShape="1">
                    <a:gsLst>
                      <a:gs pos="0">
                        <a:srgbClr val="98CA00">
                          <a:shade val="30000"/>
                          <a:satMod val="115000"/>
                        </a:srgbClr>
                      </a:gs>
                      <a:gs pos="50000">
                        <a:srgbClr val="98CA00">
                          <a:shade val="67500"/>
                          <a:satMod val="115000"/>
                        </a:srgbClr>
                      </a:gs>
                      <a:gs pos="100000">
                        <a:srgbClr val="98CA00">
                          <a:shade val="100000"/>
                          <a:satMod val="115000"/>
                        </a:srgbClr>
                      </a:gs>
                    </a:gsLst>
                    <a:lin ang="10800000" scaled="1"/>
                    <a:tileRect/>
                  </a:gradFill>
                  <a:ln w="12700" cap="flat" cmpd="sng" algn="ctr">
                    <a:noFill/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  <a:spAutoFit/>
                  </a:bodyPr>
                  <a:lstStyle/>
                  <a:p>
                    <a:pPr marL="0" marR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2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-65" charset="0"/>
                      </a:rPr>
                      <a:t>2</a:t>
                    </a:r>
                  </a:p>
                </p:txBody>
              </p:sp>
            </p:grpSp>
            <mc:AlternateContent xmlns:mc="http://schemas.openxmlformats.org/markup-compatibility/2006" xmlns:p14="http://schemas.microsoft.com/office/powerpoint/2010/main">
              <mc:Choice Requires="p14">
                <p:contentPart p14:bwMode="auto" r:id="rId4">
                  <p14:nvContentPartPr>
                    <p14:cNvPr id="33" name="Ink 32">
                      <a:extLst>
                        <a:ext uri="{FF2B5EF4-FFF2-40B4-BE49-F238E27FC236}">
                          <a16:creationId xmlns:a16="http://schemas.microsoft.com/office/drawing/2014/main" id="{85207D4E-84CA-946A-07A5-9730659E2EA7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7136190" y="3925395"/>
                    <a:ext cx="1103760" cy="357480"/>
                  </p14:xfrm>
                </p:contentPart>
              </mc:Choice>
              <mc:Fallback xmlns="">
                <p:pic>
                  <p:nvPicPr>
                    <p:cNvPr id="15" name="Ink 14">
                      <a:extLst>
                        <a:ext uri="{FF2B5EF4-FFF2-40B4-BE49-F238E27FC236}">
                          <a16:creationId xmlns:a16="http://schemas.microsoft.com/office/drawing/2014/main" id="{96A50541-520D-B713-2C7D-6DF064670CD6}"/>
                        </a:ext>
                      </a:extLst>
                    </p:cNvPr>
                    <p:cNvPicPr/>
                    <p:nvPr/>
                  </p:nvPicPr>
                  <p:blipFill>
                    <a:blip r:embed="rId11"/>
                    <a:stretch>
                      <a:fillRect/>
                    </a:stretch>
                  </p:blipFill>
                  <p:spPr>
                    <a:xfrm>
                      <a:off x="7119910" y="3908753"/>
                      <a:ext cx="1135668" cy="390099"/>
                    </a:xfrm>
                    <a:prstGeom prst="rect">
                      <a:avLst/>
                    </a:prstGeom>
                  </p:spPr>
                </p:pic>
              </mc:Fallback>
            </mc:AlternateContent>
            <mc:AlternateContent xmlns:mc="http://schemas.openxmlformats.org/markup-compatibility/2006" xmlns:p14="http://schemas.microsoft.com/office/powerpoint/2010/main">
              <mc:Choice Requires="p14">
                <p:contentPart p14:bwMode="auto" r:id="rId12">
                  <p14:nvContentPartPr>
                    <p14:cNvPr id="34" name="Ink 33">
                      <a:extLst>
                        <a:ext uri="{FF2B5EF4-FFF2-40B4-BE49-F238E27FC236}">
                          <a16:creationId xmlns:a16="http://schemas.microsoft.com/office/drawing/2014/main" id="{3055DC81-E917-62EA-F697-E5A6E642A0FC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5635710" y="3395115"/>
                    <a:ext cx="2880360" cy="582480"/>
                  </p14:xfrm>
                </p:contentPart>
              </mc:Choice>
              <mc:Fallback xmlns="">
                <p:pic>
                  <p:nvPicPr>
                    <p:cNvPr id="20" name="Ink 19">
                      <a:extLst>
                        <a:ext uri="{FF2B5EF4-FFF2-40B4-BE49-F238E27FC236}">
                          <a16:creationId xmlns:a16="http://schemas.microsoft.com/office/drawing/2014/main" id="{03BFAFD4-FC44-7425-DB06-943A685A7CE4}"/>
                        </a:ext>
                      </a:extLst>
                    </p:cNvPr>
                    <p:cNvPicPr/>
                    <p:nvPr/>
                  </p:nvPicPr>
                  <p:blipFill>
                    <a:blip r:embed="rId17"/>
                    <a:stretch>
                      <a:fillRect/>
                    </a:stretch>
                  </p:blipFill>
                  <p:spPr>
                    <a:xfrm>
                      <a:off x="5619426" y="3378454"/>
                      <a:ext cx="2912277" cy="615136"/>
                    </a:xfrm>
                    <a:prstGeom prst="rect">
                      <a:avLst/>
                    </a:prstGeom>
                  </p:spPr>
                </p:pic>
              </mc:Fallback>
            </mc:AlternateContent>
          </p:grpSp>
          <mc:AlternateContent xmlns:mc="http://schemas.openxmlformats.org/markup-compatibility/2006" xmlns:p14="http://schemas.microsoft.com/office/powerpoint/2010/main">
            <mc:Choice Requires="p14">
              <p:contentPart p14:bwMode="auto" r:id="rId18">
                <p14:nvContentPartPr>
                  <p14:cNvPr id="18" name="Ink 17">
                    <a:extLst>
                      <a:ext uri="{FF2B5EF4-FFF2-40B4-BE49-F238E27FC236}">
                        <a16:creationId xmlns:a16="http://schemas.microsoft.com/office/drawing/2014/main" id="{1AA30D69-68F9-D355-4946-BB6656E4B235}"/>
                      </a:ext>
                    </a:extLst>
                  </p14:cNvPr>
                  <p14:cNvContentPartPr/>
                  <p14:nvPr/>
                </p14:nvContentPartPr>
                <p14:xfrm>
                  <a:off x="5005395" y="3351195"/>
                  <a:ext cx="614880" cy="547200"/>
                </p14:xfrm>
              </p:contentPart>
            </mc:Choice>
            <mc:Fallback xmlns="">
              <p:pic>
                <p:nvPicPr>
                  <p:cNvPr id="8" name="Ink 7">
                    <a:extLst>
                      <a:ext uri="{FF2B5EF4-FFF2-40B4-BE49-F238E27FC236}">
                        <a16:creationId xmlns:a16="http://schemas.microsoft.com/office/drawing/2014/main" id="{EB097D14-9079-4AE1-261E-79E163592CE9}"/>
                      </a:ext>
                    </a:extLst>
                  </p:cNvPr>
                  <p:cNvPicPr/>
                  <p:nvPr/>
                </p:nvPicPr>
                <p:blipFill>
                  <a:blip r:embed="rId19"/>
                  <a:stretch>
                    <a:fillRect/>
                  </a:stretch>
                </p:blipFill>
                <p:spPr>
                  <a:xfrm>
                    <a:off x="4989128" y="3334553"/>
                    <a:ext cx="646763" cy="579819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20">
                <p14:nvContentPartPr>
                  <p14:cNvPr id="19" name="Ink 18">
                    <a:extLst>
                      <a:ext uri="{FF2B5EF4-FFF2-40B4-BE49-F238E27FC236}">
                        <a16:creationId xmlns:a16="http://schemas.microsoft.com/office/drawing/2014/main" id="{5E549981-76D4-199E-CBA9-152DDB9190B3}"/>
                      </a:ext>
                    </a:extLst>
                  </p14:cNvPr>
                  <p14:cNvContentPartPr/>
                  <p14:nvPr/>
                </p14:nvContentPartPr>
                <p14:xfrm>
                  <a:off x="8628075" y="3539835"/>
                  <a:ext cx="548640" cy="742320"/>
                </p14:xfrm>
              </p:contentPart>
            </mc:Choice>
            <mc:Fallback xmlns="">
              <p:pic>
                <p:nvPicPr>
                  <p:cNvPr id="11" name="Ink 10">
                    <a:extLst>
                      <a:ext uri="{FF2B5EF4-FFF2-40B4-BE49-F238E27FC236}">
                        <a16:creationId xmlns:a16="http://schemas.microsoft.com/office/drawing/2014/main" id="{4FA0B045-FDF0-A131-6A00-4F29A6F56D37}"/>
                      </a:ext>
                    </a:extLst>
                  </p:cNvPr>
                  <p:cNvPicPr/>
                  <p:nvPr/>
                </p:nvPicPr>
                <p:blipFill>
                  <a:blip r:embed="rId23"/>
                  <a:stretch>
                    <a:fillRect/>
                  </a:stretch>
                </p:blipFill>
                <p:spPr>
                  <a:xfrm>
                    <a:off x="8611785" y="3523191"/>
                    <a:ext cx="580568" cy="774942"/>
                  </a:xfrm>
                  <a:prstGeom prst="rect">
                    <a:avLst/>
                  </a:prstGeom>
                </p:spPr>
              </p:pic>
            </mc:Fallback>
          </mc:AlternateContent>
        </p:grpSp>
        <mc:AlternateContent xmlns:mc="http://schemas.openxmlformats.org/markup-compatibility/2006">
          <mc:Choice xmlns:p14="http://schemas.microsoft.com/office/powerpoint/2010/main" Requires="p14">
            <p:contentPart p14:bwMode="auto" r:id="rId24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DFA4C0D1-872F-2E20-2A65-CE80AF0CC64E}"/>
                    </a:ext>
                  </a:extLst>
                </p14:cNvPr>
                <p14:cNvContentPartPr/>
                <p14:nvPr/>
              </p14:nvContentPartPr>
              <p14:xfrm>
                <a:off x="6293059" y="3495945"/>
                <a:ext cx="411120" cy="939960"/>
              </p14:xfrm>
            </p:contentPart>
          </mc:Choice>
          <mc:Fallback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DFA4C0D1-872F-2E20-2A65-CE80AF0CC64E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6284419" y="3487305"/>
                  <a:ext cx="428760" cy="95760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338304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Default Design">
  <a:themeElements>
    <a:clrScheme name="Default Design 7">
      <a:dk1>
        <a:srgbClr val="000000"/>
      </a:dk1>
      <a:lt1>
        <a:srgbClr val="FFFFFF"/>
      </a:lt1>
      <a:dk2>
        <a:srgbClr val="000000"/>
      </a:dk2>
      <a:lt2>
        <a:srgbClr val="969696"/>
      </a:lt2>
      <a:accent1>
        <a:srgbClr val="3399FF"/>
      </a:accent1>
      <a:accent2>
        <a:srgbClr val="99FFCC"/>
      </a:accent2>
      <a:accent3>
        <a:srgbClr val="FFFFFF"/>
      </a:accent3>
      <a:accent4>
        <a:srgbClr val="000000"/>
      </a:accent4>
      <a:accent5>
        <a:srgbClr val="ADCAFF"/>
      </a:accent5>
      <a:accent6>
        <a:srgbClr val="8AE7B9"/>
      </a:accent6>
      <a:hlink>
        <a:srgbClr val="CC00CC"/>
      </a:hlink>
      <a:folHlink>
        <a:srgbClr val="B2B2B2"/>
      </a:folHlink>
    </a:clrScheme>
    <a:fontScheme name="Default Design">
      <a:majorFont>
        <a:latin typeface="Times New Roman"/>
        <a:ea typeface=""/>
        <a:cs typeface=""/>
      </a:majorFont>
      <a:minorFont>
        <a:latin typeface="Times New Roman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12700" cap="flat" cmpd="sng" algn="ctr">
          <a:noFill/>
          <a:prstDash val="solid"/>
          <a:round/>
          <a:headEnd type="none" w="med" len="med"/>
          <a:tailEnd type="none" w="med" len="med"/>
        </a:ln>
        <a:effectLst/>
      </a:spPr>
      <a:bodyPr vert="horz" wrap="none" lIns="91440" tIns="45720" rIns="91440" bIns="45720" numCol="1" anchor="t" anchorCtr="0" compatLnSpc="1">
        <a:prstTxWarp prst="textNoShape">
          <a:avLst/>
        </a:prstTxWarp>
        <a:spAutoFit/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2400" b="0" i="0" u="none" strike="noStrike" cap="none" normalizeH="0" baseline="0">
            <a:ln>
              <a:noFill/>
            </a:ln>
            <a:solidFill>
              <a:schemeClr val="tx1"/>
            </a:solidFill>
            <a:effectLst/>
            <a:latin typeface="Times New Roman" pitchFamily="-65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12700" cap="flat" cmpd="sng" algn="ctr">
          <a:noFill/>
          <a:prstDash val="solid"/>
          <a:round/>
          <a:headEnd type="none" w="med" len="med"/>
          <a:tailEnd type="none" w="med" len="med"/>
        </a:ln>
        <a:effectLst/>
      </a:spPr>
      <a:bodyPr vert="horz" wrap="none" lIns="91440" tIns="45720" rIns="91440" bIns="45720" numCol="1" anchor="t" anchorCtr="0" compatLnSpc="1">
        <a:prstTxWarp prst="textNoShape">
          <a:avLst/>
        </a:prstTxWarp>
        <a:spAutoFit/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2400" b="0" i="0" u="none" strike="noStrike" cap="none" normalizeH="0" baseline="0">
            <a:ln>
              <a:noFill/>
            </a:ln>
            <a:solidFill>
              <a:schemeClr val="tx1"/>
            </a:solidFill>
            <a:effectLst/>
            <a:latin typeface="Times New Roman" pitchFamily="-65" charset="0"/>
          </a:defRPr>
        </a:defPPr>
      </a:lstStyle>
    </a:lnDef>
  </a:objectDefaults>
  <a:extraClrSchemeLst>
    <a:extraClrScheme>
      <a:clrScheme name="Default Design 1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33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3">
        <a:dk1>
          <a:srgbClr val="000000"/>
        </a:dk1>
        <a:lt1>
          <a:srgbClr val="FFFFCC"/>
        </a:lt1>
        <a:dk2>
          <a:srgbClr val="999933"/>
        </a:dk2>
        <a:lt2>
          <a:srgbClr val="808000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4">
        <a:dk1>
          <a:srgbClr val="000000"/>
        </a:dk1>
        <a:lt1>
          <a:srgbClr val="FFFFFF"/>
        </a:lt1>
        <a:dk2>
          <a:srgbClr val="000000"/>
        </a:dk2>
        <a:lt2>
          <a:srgbClr val="393939"/>
        </a:lt2>
        <a:accent1>
          <a:srgbClr val="CBCBCB"/>
        </a:accent1>
        <a:accent2>
          <a:srgbClr val="868686"/>
        </a:accent2>
        <a:accent3>
          <a:srgbClr val="FFFFFF"/>
        </a:accent3>
        <a:accent4>
          <a:srgbClr val="000000"/>
        </a:accent4>
        <a:accent5>
          <a:srgbClr val="E2E2E2"/>
        </a:accent5>
        <a:accent6>
          <a:srgbClr val="797979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5">
        <a:dk1>
          <a:srgbClr val="000000"/>
        </a:dk1>
        <a:lt1>
          <a:srgbClr val="FFFFFF"/>
        </a:lt1>
        <a:dk2>
          <a:srgbClr val="000000"/>
        </a:dk2>
        <a:lt2>
          <a:srgbClr val="9F9F9F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6">
        <a:dk1>
          <a:srgbClr val="000000"/>
        </a:dk1>
        <a:lt1>
          <a:srgbClr val="FFFFFF"/>
        </a:lt1>
        <a:dk2>
          <a:srgbClr val="000000"/>
        </a:dk2>
        <a:lt2>
          <a:srgbClr val="868686"/>
        </a:lt2>
        <a:accent1>
          <a:srgbClr val="CBCBCB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E2E2E2"/>
        </a:accent5>
        <a:accent6>
          <a:srgbClr val="005CE7"/>
        </a:accent6>
        <a:hlink>
          <a:srgbClr val="FF0033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7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FSUML" id="{613EE9AE-404D-B44A-8379-18A65839E42D}" vid="{6F3B3403-6EF1-2147-8245-ED1F0091AC9A}"/>
    </a:ext>
  </a:ext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969696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8C64F51-4645-064B-ACDC-0DE76AF412F6}">
  <we:reference id="wa200000729" version="3.19.222.0" store="en-US" storeType="OMEX"/>
  <we:alternateReferences>
    <we:reference id="wa200000729" version="3.19.222.0" store="wa200000729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6060</TotalTime>
  <Words>1511</Words>
  <Application>Microsoft Macintosh PowerPoint</Application>
  <PresentationFormat>Letter Paper (8.5x11 in)</PresentationFormat>
  <Paragraphs>398</Paragraphs>
  <Slides>18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4" baseType="lpstr">
      <vt:lpstr>American Typewriter</vt:lpstr>
      <vt:lpstr>Arial</vt:lpstr>
      <vt:lpstr>Cambria Math</vt:lpstr>
      <vt:lpstr>Times New Roman</vt:lpstr>
      <vt:lpstr>Wingdings</vt:lpstr>
      <vt:lpstr>Default Design</vt:lpstr>
      <vt:lpstr>Machine learning in Physics Graph autoencoders Part 2</vt:lpstr>
      <vt:lpstr>Outline</vt:lpstr>
      <vt:lpstr>Recap (1)</vt:lpstr>
      <vt:lpstr>Recap (2): Data Structures</vt:lpstr>
      <vt:lpstr>Graph autoencoder  Part 2</vt:lpstr>
      <vt:lpstr>Graph Autoencoder (1)</vt:lpstr>
      <vt:lpstr>Graph Autoencoder (2)</vt:lpstr>
      <vt:lpstr>GAE: Model</vt:lpstr>
      <vt:lpstr>Pytorch geometric (PyG) </vt:lpstr>
      <vt:lpstr>PyTorch Geometric (1)</vt:lpstr>
      <vt:lpstr>PyTorch Geometric (2)</vt:lpstr>
      <vt:lpstr>PyTorch Geometric (3)</vt:lpstr>
      <vt:lpstr>PyTorch Geometric (4)</vt:lpstr>
      <vt:lpstr>PyTorch Geometric (5)</vt:lpstr>
      <vt:lpstr>PyTorch Geometric (6)</vt:lpstr>
      <vt:lpstr>PyTorch Geometric (7)</vt:lpstr>
      <vt:lpstr>PyTorch Geometric (8): Sparsity</vt:lpstr>
      <vt:lpstr>Summary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Harrison Prosper</dc:creator>
  <cp:lastModifiedBy>Harrison Prosper</cp:lastModifiedBy>
  <cp:revision>24</cp:revision>
  <cp:lastPrinted>2019-01-07T00:35:58Z</cp:lastPrinted>
  <dcterms:created xsi:type="dcterms:W3CDTF">2025-08-24T13:22:07Z</dcterms:created>
  <dcterms:modified xsi:type="dcterms:W3CDTF">2025-10-25T13:44:12Z</dcterms:modified>
</cp:coreProperties>
</file>