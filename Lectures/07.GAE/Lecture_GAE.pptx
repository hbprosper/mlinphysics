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1135" r:id="rId3"/>
    <p:sldId id="1136" r:id="rId4"/>
    <p:sldId id="1146" r:id="rId5"/>
    <p:sldId id="1147" r:id="rId6"/>
    <p:sldId id="1138" r:id="rId7"/>
    <p:sldId id="1140" r:id="rId8"/>
    <p:sldId id="1141" r:id="rId9"/>
    <p:sldId id="1083" r:id="rId10"/>
    <p:sldId id="1142" r:id="rId11"/>
    <p:sldId id="1143" r:id="rId12"/>
    <p:sldId id="1145" r:id="rId13"/>
    <p:sldId id="1144" r:id="rId14"/>
    <p:sldId id="1148" r:id="rId15"/>
    <p:sldId id="1150" r:id="rId16"/>
    <p:sldId id="1149" r:id="rId17"/>
    <p:sldId id="1151" r:id="rId18"/>
    <p:sldId id="1153" r:id="rId19"/>
    <p:sldId id="1154" r:id="rId20"/>
    <p:sldId id="1152" r:id="rId21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8CA00"/>
    <a:srgbClr val="FFFC8F"/>
    <a:srgbClr val="FF00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6"/>
    <p:restoredTop sz="94795"/>
  </p:normalViewPr>
  <p:slideViewPr>
    <p:cSldViewPr>
      <p:cViewPr varScale="1">
        <p:scale>
          <a:sx n="99" d="100"/>
          <a:sy n="99" d="100"/>
        </p:scale>
        <p:origin x="116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50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3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5398 24575,'19'-1'0,"27"-10"0,37-17 0,-23 6 0,3-2 0,13-6 0,4-3 0,12-4 0,2-3 0,-25 11 0,1-1 0,0-2-194,1 0 1,1-1 0,-1-1 193,2-3 0,0 0 0,-2-1 0,-3 0 0,-2 0 0,-1 0 0,28-20 0,-2-1 0,-3-1 0,-3-1 0,-6 1 0,-4-2 0,-4-1 0,-2-2 72,-4 1 0,-2-2-72,-3-2 0,-3-1 0,-2 0 0,-3-2 0,-1 0 0,-3-2 0,-2-3 0,-2 0 0,0-3 0,-2-1 0,0-1 0,-2-1 0,2-5 0,-1-2 0,0-1 0,-1-2 0,-3-3 0,-2-3 0,0-6 0,-3-2 0,-12 33 0,-2 0 0,0-1 0,-1-2 0,-1 0 0,0 1 0,0 0 0,-1 0 0,0 1 0,3-29 0,0 2 0,-3 8 0,-1 2 0,-2 5 0,-3 2 0,0 6 0,-1 0 0,0 1 0,0 1 0,-1 3 0,0 1 0,0 3 0,-1 2 218,-1 4 0,-1 1-218,2-46 0,-3 14 0,-2 16 0,-1 16 0,0 16 0,0 14 0,0 10 0,0 5 0,0 2 0,0-4 0,0-1 0,0 5 0,0 8 0,0 5 0,0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7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24575,'36'0'0,"63"0"0,-17 8 0,9 4 0,-18-1 0,4 3 0,0 3 0,6 5 0,2 4 0,-1 3-496,5 7 1,-1 4 0,1 1 495,-1 2 0,0 1 0,0 2 0,1 3 0,1 0 0,-2 2 0,-4-2 0,-1 1 0,-2 1 0,-7-2 0,-2 0 0,-1 0-1,-4 0 1,-1-1-1,-2 1 1,-4-3 0,-3-1 0,0 0 0,22 19 0,-3-2 0,-10-5 0,-1 0 0,-5-3 0,-1 0 0,-3-1 0,-3 0 0,-2-1 0,-2 1 552,-3-2 0,-3 1-552,-2 1 0,-2 0 192,-3 0 0,-1 0-192,-3 0 0,-1 1 0,-2 0 0,-1 0 0,-1 1 0,-2 0 0,1-1 0,-1 0 0,-1-3 0,-2 0 0,21 44 0,-7-8 0,-4-6 0,-1 1 0,-4-1 0,-3-2 0,-7-3 0,-5-5 0,-6-9 0,-2-11 0,-1-12 0,-3-13 0,0-8 0,0-4 0,0 1 0,0-1 0,0 3 0,0-1 0,0-3 0,0 2 0,0 6 0,3 12 0,3 15 0,4 11 0,3 6 0,-1 0 0,1-5 0,-1-5 0,1-8 0,-2-7 0,-2-8 0,-4-8 0,-2-6 0,0-5 0,2-3 0,-3-5 0,3-3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41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1791 24575,'72'-23'0,"26"-14"0,-19 8 0,9-2 0,-15 5 0,4 0 0,3 0 0,10-2 0,5-1 0,1 1-621,6-1 0,3-1 1,1 1 620,-23 7 0,0 1 0,1 0 0,0 0 0,2 1 0,0 0 0,0 0 0,0 1 0,0 1 0,-1 0 0,0 1 0,0 0 0,3 1 0,-1 0 0,1 0 0,-2 1 0,20-4 0,-1 1 0,-1-1 0,-4 1 0,0-1 0,-1 1 0,-3-1 0,-1 0 0,-1 0-120,-3-2 1,-2 0 0,0 0 119,-3 1 0,-1 0 0,-1 0 0,-2 0 0,0-1 0,-2 1 0,-1 0 0,-1-1 0,-1 1-55,-4 1 0,-1 0 0,-1 0 55,32-10 0,-3 0 0,-9 3 0,-3 1 0,-6 1 0,-2 0 670,-3 2 0,0 1-670,2-3 0,1-2 429,1-1 1,1-2-430,0 1 0,0-1 93,2 0 0,0 2-93,-4 5 0,-1 2 0,-3 3 0,0 2 0,-1 2 0,1 1 0,1 0 0,1 1 0,8-3 0,1-1 0,4 1 0,2 0 0,2 1 0,-1 1 0,-4 1 0,-3 3 0,-7 3 0,-3 2 0,-9 1 0,-2 2 0,-5 0 0,-3 0 0,48 0 0,-11 0 0,-9 3 0,-14 4 0,-9 7 0,-9 3 0,-7 3 0,-6 1 0,-5 1 0,-6 2 0,-1 3 0,0 4 0,-1 6 0,0 7 0,-1 5 0,-2 3 0,1 4 0,1 2 0,-2 0 0,-2-3 0,-3-7 0,-5-8 0,-1-4 0,-1 1 0,0 0 0,0 1 0,-2-3 0,-2-4 0,-2-4 0,-4-6 0,1-5 0,-3-7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3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1683 24575,'-9'-14'0,"-9"-8"0,-17-15 0,-17-27 0,-10-21 0,27 32 0,0-2 0,1-3 0,2-2 0,2 0 0,3-1 0,3 1 0,3 0 0,6 5 0,2 2 0,-3-42 0,9 16 0,4 12 0,3 12 0,0 5 0,0 5 0,5-1 0,8 1 0,6 0 0,6 4 0,-3 6 0,-2 6 0,0 5 0,1 2 0,4 1 0,4 0 0,7-1 0,7-2 0,6 1 0,6 0 0,5 3 0,4 3 0,9 3 0,-11 5 0,0 3 0,14 2 0,9 2 0,16 1 0,-6 0 0,-12 1 0,-6 0 0,0 0 0,0 0 0,-7 6 0,-3 8 0,-8 7 0,-7 8 0,-8 3 0,-11 3 0,-5 3 0,-3 5 0,0 7 0,1 4 0,-2 10 0,-4 4 0,-6 6 0,-7 4 0,-4-1 0,-3-4 0,0-9 0,0-5 0,0-9 0,0-1 0,0-4 0,0-6 0,0-5 0,0-5 0,0-7 0,0-4 0,0-1 0,-4 2 0,-3 10 0,-7 8 0,-3 5 0,3-3 0,1-11 0,6-10 0,4-12 0,0-3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1207 1 24575,'-21'0'0,"-8"0"0,-20 0 0,-14 0 0,-35 0 0,39-1 0,-2 2 0,-2-1 0,0 3 0,0 1 0,2 2 0,-31 12 0,11 7 0,13 5 0,11 0 0,10 2 0,8 2 0,5-1 0,7 1 0,3 3 0,5 1 0,-1 3 0,1 3 0,3 2 0,1-5 0,5-6 0,4-5 0,4-7 0,2 5 0,0 7 0,4 9 0,8 6 0,9 2 0,12-2 0,8-2 0,7-2 0,3-6 0,1-1 0,5-6 0,3 1 0,3 0 0,4 0 0,-4-2 0,0-4 0,-1-5 0,-2-6 0,3-6 0,0-5 0,2-3 0,6-2 0,6-1 0,6 0 0,7-2 0,0-9 0,-5-9 0,-7-3 0,-17-1 0,-16 8 0,-12 3 0,-5 1 0,-1 0 0,0 0 0,-1 0 0,-3 0 0,0-1 0,0-2 0,-4 0 0,-4-2 0,-3 0 0,-2-2 0,1-1 0,-2 0 0,-3 7 0,-3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2283 24575,'43'0'0,"24"-3"0,18-1 0,19 0 0,4 0 0,-7 4 0,1-1 0,-7-7 0,-7-11 0,-4-13 0,-6-13 0,-4-6 0,-3-3 0,-5 0 0,-9 0 0,-6 2 0,-7 2 0,-4 1 0,-3 1 0,-7 1 0,-9 2 0,-7 0 0,-10-1 0,-4-10 0,0-8 0,0-13 0,-7-13 0,-10-2 0,-13-8 0,9 48 0,-3 0 0,-1-1 0,-2 0 0,-3-2 0,-1-1 0,-1 1 0,-2 0 0,0 3 0,-2 2 0,0 1 0,-1 1 0,2 4 0,-2 2 0,-38-32 0,-4 10 0,-3 10 0,-3 7 0,0 7 0,0 5 0,0 7 0,1 10 0,5 8 0,12 7 0,20 3 0,17 0 0,13 0 0,6 0 0,-3 1 0,-1 4 0,-4 12 0,-3 15 0,-4 11 0,-3 9 0,-1 0 0,3 0 0,5-3 0,5-1 0,3-1 0,4-5 0,2-3 0,2-9 0,3-9 0,0-6 0,3-10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1:47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50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17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34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1:47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40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52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0 24575,'-18'0'0,"-3"0"0,-1 0 0,-2 0 0,0 0 0,1 0 0,-3 0 0,-4 0 0,2 0 0,10 0 0,7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44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24575,'10'0'0,"2"0"0,2 0 0,2 0 0,1 0 0,1 2 0,1 0 0,-1 1 0,-2 0 0,-2 0 0,-2-1 0,0 2 0,2-2 0,1 3 0,2-1 0,1 0 0,1 0 0,1-2 0,-1 1 0,0 0 0,0-1 0,0 0 0,-1 2 0,2 0 0,-2 0 0,1 0 0,0-1 0,0 1 0,1-1 0,-1 0 0,0 1 0,0-1 0,0 1 0,-1 1 0,1 0 0,1 0 0,-1 0 0,0 0 0,0 0 0,-2-2 0,-3 2 0,-2-2 0,-2 0 0,0 1 0,4-2 0,2 2 0,1 0 0,2-1 0,-4-1 0,0 1 0,-1-1 0,0 3 0,1-1 0,-1 1 0,0-1 0,1-1 0,1 2 0,2-3 0,4 3 0,3 1 0,3-1 0,1 2 0,-1 0 0,-1-1 0,-1 0 0,-1 1 0,0 1 0,0 0 0,1-2 0,0 1 0,-3-2 0,-1 1 0,-3-2 0,2 1 0,2 2 0,-1-2 0,0 2 0,0-2 0,0-1 0,0 2 0,0-2 0,-3 2 0,-1-1 0,-1 0 0,-1 1 0,0 2 0,2-1 0,2 0 0,-4-1 0,0 1 0,1 2 0,0 0 0,2-1 0,-1 0 0,-2-1 0,0 0 0,-1 1 0,1-1 0,1 0 0,-1 0 0,1 0 0,-3-2 0,-1 2 0,-1-2 0,0-1 0,2 2 0,2 0 0,0 1 0,3 1 0,1 0 0,-1-1 0,-1-1 0,-2-2 0,-5-1 0,-2 0 0,-6-2 0,0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47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57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220 351 24575,'0'-8'0,"0"-1"0,0 1 0,-2-4 0,0-1 0,-3-6 0,-2-4 0,2 0 0,-2 0 0,3 6 0,0 1 0,0 2 0,1 0 0,0-1 0,2 2 0,1 0 0,0 0 0,0 1 0,0-1 0,0 1 0,-2 3 0,-2 3 0,0-1 0,0-2 0,-2-2 0,-1 0 0,-2 4 0,-2 7 0,-2 6 0,-5 11 0,-5 8 0,-2 7 0,4-2 0,7-7 0,7-2 0,5-3 0,1 0 0,1-7 0,-1-3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33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2495 120 24575,'-11'0'0,"1"-5"0,2 0 0,-3-3 0,-3-1 0,-3 2 0,-5-3 0,-3 0 0,0 2 0,-2 0 0,-1 1 0,0 2 0,-1-1 0,0 1 0,1 2 0,3-1 0,-1 0 0,1 2 0,-3-1 0,-3 1 0,-2-1 0,-1 0 0,-3 1 0,-3 2 0,0 0 0,0 0 0,2 0 0,3 0 0,4 0 0,2 0 0,4 0 0,0 0 0,1 0 0,-4 0 0,-3 0 0,2 0 0,1 0 0,-2 0 0,-1 0 0,-2 2 0,2 1 0,1 2 0,3-1 0,2-1 0,2 1 0,5-2 0,2 1 0,2 2 0,-1 0 0,-4 3 0,-2 2 0,-2 1 0,-2 0 0,1 0 0,-1 0 0,2 1 0,1 1 0,2 1 0,3 0 0,0 0 0,3-2 0,2-1 0,2-4 0,0 1 0,0-2 0,-1 2 0,-2 2 0,-2 3 0,-2 1 0,-2 0 0,0 1 0,-3 0 0,-3 1 0,-1 0 0,-1 1 0,-1 1 0,0-1 0,1 0 0,1-1 0,1-1 0,3 0 0,0 2 0,-1 1 0,1 1 0,-1 1 0,2-1 0,4 0 0,0 0 0,0 0 0,2 1 0,-2-1 0,2 0 0,-3 0 0,-1 0 0,-2 1 0,0 2 0,2 0 0,-3 0 0,-1 3 0,0-3 0,1 1 0,3-2 0,2-4 0,4-2 0,3-4 0,1-3 0,1 0 0,-2 0 0,-2 1 0,-3 3 0,2-1 0,0-3 0,5-3 0,5-8 0,-6-10 0,7 6 0,-6-5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36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1 305 24575,'0'-12'0,"0"1"0,0 1 0,2-3 0,2 0 0,3-2 0,2-4 0,0-1 0,0-2 0,0 1 0,1 0 0,-2-1 0,-1 2 0,-3 1 0,0 4 0,0 2 0,-2 1 0,0 2 0,0 1 0,-1 5 0,0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41.3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24575,'14'0'0,"-1"0"0,-3 2 0,0 0 0,-2 0 0,1 0 0,8 3 0,7 2 0,3 3 0,-2 1 0,-6-3 0,-5-1 0,-1-3 0,2-2 0,1 4 0,3 1 0,3 1 0,0 1 0,-4-4 0,-6-3 0,-7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51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55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2453 24575,'3'-31'0,"5"-13"0,7-11 0,5-7 0,2 0 0,-1 1 0,-1-1 0,-3-1 0,-2 4 0,-5 5 0,-3 8 0,-2 11 0,-2 7 0,-1 8 0,3 3 0,-3 1 0,3-1 0,-1-2 0,0-1 0,2-3 0,0-4 0,1-3 0,1-5 0,0-4 0,-2-1 0,2 0 0,-3 0 0,-1 3 0,1 2 0,-3 1 0,1 3 0,-1-3 0,1-3 0,0-3 0,-2-2 0,-1 2 0,0 0 0,0 4 0,0 1 0,0-1 0,0 2 0,0-1 0,0 2 0,0-1 0,0 1 0,0-1 0,0 1 0,0 0 0,0 0 0,-2 1 0,-3 1 0,-1 0 0,-1 0 0,0 0 0,-3 0 0,-3-1 0,0-1 0,-2-1 0,-1 0 0,-4 0 0,-3 1 0,0 1 0,0 3 0,5 3 0,3 6 0,1 5 0,1 1 0,-1 2 0,0 1 0,-1-1 0,-2 2 0,1-1 0,-1 0 0,0 0 0,3 1 0,-1 2 0,3 1 0,4 4 0,3 7 0,4 6 0,1 10 0,0 5 0,0 5 0,0 0 0,0-3 0,0-5 0,0-3 0,0-1 0,0-2 0,0-2 0,0-3 0,0 1 0,2 1 0,-2-5 0,2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58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24575,'17'0'0,"0"0"0,1 0 0,4 0 0,4 0 0,2 0 0,-2 0 0,-6 0 0,-7 0 0,1 0 0,5 0 0,4 0 0,2 0 0,-4 0 0,-6 0 0,-7 0 0,-3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4:3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24575,'2'-12'0,"3"-1"0,2-1 0,5-3 0,1-6 0,3-5 0,1-3 0,-3 1 0,-2 2 0,-1 5 0,0 1 0,3-3 0,0 3 0,1-3 0,2 0 0,-2 3 0,1 0 0,-1 4 0,-2 2 0,-1 2 0,0 1 0,-1 2 0,0-1 0,0 0 0,2-1 0,1-1 0,1-1 0,2-1 0,-2 2 0,-1 3 0,-2 2 0,-1 2 0,1-1 0,2-1 0,3 2 0,1-1 0,1 0 0,0 0 0,0 1 0,0 0 0,3 0 0,3-1 0,1 1 0,1 0 0,-2 2 0,-3 2 0,0 1 0,0 2 0,4 0 0,5 0 0,0 0 0,2 0 0,-5 0 0,0 0 0,-3 0 0,0 0 0,1 0 0,1 0 0,5 1 0,3 3 0,4 4 0,4 4 0,3 3 0,2 1 0,1 0 0,-2-3 0,-2 2 0,-3-1 0,-2-1 0,-6-1 0,-5-3 0,-4-1 0,-3 0 0,0 0 0,-1 3 0,3 1 0,3 1 0,3 3 0,1 1 0,2 1 0,1 2 0,-2 0 0,-5 0 0,-6-2 0,-2-2 0,0 0 0,-1-2 0,-2 2 0,-3-2 0,-4 2 0,0-2 0,-3 1 0,1 2 0,0-3 0,0 3 0,2-1 0,0 2 0,0 4 0,-1 0 0,-1 0 0,-2-2 0,-3-4 0,-1-2 0,-1-3 0,0 0 0,0 3 0,0 2 0,0 9 0,0 2 0,0 0 0,0-11 0,0-9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4:38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121 280 24575,'0'-11'0,"-2"0"0,0-2 0,-2-3 0,-2-2 0,-2-4 0,-1 0 0,-1 1 0,0 3 0,2 5 0,1 2 0,1 2 0,0-1 0,1-1 0,0 0 0,2 0 0,2 2 0,0-1 0,1 2 0,-2 0 0,0 1 0,-5 1 0,0 3 0,2 3 0,1 6 0,3 9 0,1 11 0,0 4 0,0 0 0,0-13 0,0-9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4:41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1 336 24575,'0'-14'0,"0"0"0,0 0 0,2-1 0,2 2 0,0-3 0,3-1 0,-1 2 0,0-1 0,-1 4 0,-1 0 0,-2 0 0,1-2 0,-2 0 0,-1 0 0,0 2 0,0 3 0,0 1 0,0-1 0,-2-2 0,-2-1 0,-2-1 0,-1 2 0,1 1 0,1 0 0,2 3 0,-1 0 0,3 4 0,0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50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3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5398 24575,'19'-1'0,"27"-10"0,37-17 0,-23 6 0,3-2 0,13-6 0,4-3 0,12-4 0,2-3 0,-25 11 0,1-1 0,0-2-194,1 0 1,1-1 0,-1-1 193,2-3 0,0 0 0,-2-1 0,-3 0 0,-2 0 0,-1 0 0,28-20 0,-2-1 0,-3-1 0,-3-1 0,-6 1 0,-4-2 0,-4-1 0,-2-2 72,-4 1 0,-2-2-72,-3-2 0,-3-1 0,-2 0 0,-3-2 0,-1 0 0,-3-2 0,-2-3 0,-2 0 0,0-3 0,-2-1 0,0-1 0,-2-1 0,2-5 0,-1-2 0,0-1 0,-1-2 0,-3-3 0,-2-3 0,0-6 0,-3-2 0,-12 33 0,-2 0 0,0-1 0,-1-2 0,-1 0 0,0 1 0,0 0 0,-1 0 0,0 1 0,3-29 0,0 2 0,-3 8 0,-1 2 0,-2 5 0,-3 2 0,0 6 0,-1 0 0,0 1 0,0 1 0,-1 3 0,0 1 0,0 3 0,-1 2 218,-1 4 0,-1 1-218,2-46 0,-3 14 0,-2 16 0,-1 16 0,0 16 0,0 14 0,0 10 0,0 5 0,0 2 0,0-4 0,0-1 0,0 5 0,0 8 0,0 5 0,0 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7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24575,'36'0'0,"63"0"0,-17 8 0,9 4 0,-18-1 0,4 3 0,0 3 0,6 5 0,2 4 0,-1 3-496,5 7 1,-1 4 0,1 1 495,-1 2 0,0 1 0,0 2 0,1 3 0,1 0 0,-2 2 0,-4-2 0,-1 1 0,-2 1 0,-7-2 0,-2 0 0,-1 0-1,-4 0 1,-1-1-1,-2 1 1,-4-3 0,-3-1 0,0 0 0,22 19 0,-3-2 0,-10-5 0,-1 0 0,-5-3 0,-1 0 0,-3-1 0,-3 0 0,-2-1 0,-2 1 552,-3-2 0,-3 1-552,-2 1 0,-2 0 192,-3 0 0,-1 0-192,-3 0 0,-1 1 0,-2 0 0,-1 0 0,-1 1 0,-2 0 0,1-1 0,-1 0 0,-1-3 0,-2 0 0,21 44 0,-7-8 0,-4-6 0,-1 1 0,-4-1 0,-3-2 0,-7-3 0,-5-5 0,-6-9 0,-2-11 0,-1-12 0,-3-13 0,0-8 0,0-4 0,0 1 0,0-1 0,0 3 0,0-1 0,0-3 0,0 2 0,0 6 0,3 12 0,3 15 0,4 11 0,3 6 0,-1 0 0,1-5 0,-1-5 0,1-8 0,-2-7 0,-2-8 0,-4-8 0,-2-6 0,0-5 0,2-3 0,-3-5 0,3-3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41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1791 24575,'72'-23'0,"26"-14"0,-19 8 0,9-2 0,-15 5 0,4 0 0,3 0 0,10-2 0,5-1 0,1 1-621,6-1 0,3-1 1,1 1 620,-23 7 0,0 1 0,1 0 0,0 0 0,2 1 0,0 0 0,0 0 0,0 1 0,0 1 0,-1 0 0,0 1 0,0 0 0,3 1 0,-1 0 0,1 0 0,-2 1 0,20-4 0,-1 1 0,-1-1 0,-4 1 0,0-1 0,-1 1 0,-3-1 0,-1 0 0,-1 0-120,-3-2 1,-2 0 0,0 0 119,-3 1 0,-1 0 0,-1 0 0,-2 0 0,0-1 0,-2 1 0,-1 0 0,-1-1 0,-1 1-55,-4 1 0,-1 0 0,-1 0 55,32-10 0,-3 0 0,-9 3 0,-3 1 0,-6 1 0,-2 0 670,-3 2 0,0 1-670,2-3 0,1-2 429,1-1 1,1-2-430,0 1 0,0-1 93,2 0 0,0 2-93,-4 5 0,-1 2 0,-3 3 0,0 2 0,-1 2 0,1 1 0,1 0 0,1 1 0,8-3 0,1-1 0,4 1 0,2 0 0,2 1 0,-1 1 0,-4 1 0,-3 3 0,-7 3 0,-3 2 0,-9 1 0,-2 2 0,-5 0 0,-3 0 0,48 0 0,-11 0 0,-9 3 0,-14 4 0,-9 7 0,-9 3 0,-7 3 0,-6 1 0,-5 1 0,-6 2 0,-1 3 0,0 4 0,-1 6 0,0 7 0,-1 5 0,-2 3 0,1 4 0,1 2 0,-2 0 0,-2-3 0,-3-7 0,-5-8 0,-1-4 0,-1 1 0,0 0 0,0 1 0,-2-3 0,-2-4 0,-2-4 0,-4-6 0,1-5 0,-3-7 0,0-5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3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1683 24575,'-9'-14'0,"-9"-8"0,-17-15 0,-17-27 0,-10-21 0,27 32 0,0-2 0,1-3 0,2-2 0,2 0 0,3-1 0,3 1 0,3 0 0,6 5 0,2 2 0,-3-42 0,9 16 0,4 12 0,3 12 0,0 5 0,0 5 0,5-1 0,8 1 0,6 0 0,6 4 0,-3 6 0,-2 6 0,0 5 0,1 2 0,4 1 0,4 0 0,7-1 0,7-2 0,6 1 0,6 0 0,5 3 0,4 3 0,9 3 0,-11 5 0,0 3 0,14 2 0,9 2 0,16 1 0,-6 0 0,-12 1 0,-6 0 0,0 0 0,0 0 0,-7 6 0,-3 8 0,-8 7 0,-7 8 0,-8 3 0,-11 3 0,-5 3 0,-3 5 0,0 7 0,1 4 0,-2 10 0,-4 4 0,-6 6 0,-7 4 0,-4-1 0,-3-4 0,0-9 0,0-5 0,0-9 0,0-1 0,0-4 0,0-6 0,0-5 0,0-5 0,0-7 0,0-4 0,0-1 0,-4 2 0,-3 10 0,-7 8 0,-3 5 0,3-3 0,1-11 0,6-10 0,4-12 0,0-3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1207 1 24575,'-21'0'0,"-8"0"0,-20 0 0,-14 0 0,-35 0 0,39-1 0,-2 2 0,-2-1 0,0 3 0,0 1 0,2 2 0,-31 12 0,11 7 0,13 5 0,11 0 0,10 2 0,8 2 0,5-1 0,7 1 0,3 3 0,5 1 0,-1 3 0,1 3 0,3 2 0,1-5 0,5-6 0,4-5 0,4-7 0,2 5 0,0 7 0,4 9 0,8 6 0,9 2 0,12-2 0,8-2 0,7-2 0,3-6 0,1-1 0,5-6 0,3 1 0,3 0 0,4 0 0,-4-2 0,0-4 0,-1-5 0,-2-6 0,3-6 0,0-5 0,2-3 0,6-2 0,6-1 0,6 0 0,7-2 0,0-9 0,-5-9 0,-7-3 0,-17-1 0,-16 8 0,-12 3 0,-5 1 0,-1 0 0,0 0 0,-1 0 0,-3 0 0,0-1 0,0-2 0,-4 0 0,-4-2 0,-3 0 0,-2-2 0,1-1 0,-2 0 0,-3 7 0,-3 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2283 24575,'43'0'0,"24"-3"0,18-1 0,19 0 0,4 0 0,-7 4 0,1-1 0,-7-7 0,-7-11 0,-4-13 0,-6-13 0,-4-6 0,-3-3 0,-5 0 0,-9 0 0,-6 2 0,-7 2 0,-4 1 0,-3 1 0,-7 1 0,-9 2 0,-7 0 0,-10-1 0,-4-10 0,0-8 0,0-13 0,-7-13 0,-10-2 0,-13-8 0,9 48 0,-3 0 0,-1-1 0,-2 0 0,-3-2 0,-1-1 0,-1 1 0,-2 0 0,0 3 0,-2 2 0,0 1 0,-1 1 0,2 4 0,-2 2 0,-38-32 0,-4 10 0,-3 10 0,-3 7 0,0 7 0,0 5 0,0 7 0,1 10 0,5 8 0,12 7 0,20 3 0,17 0 0,13 0 0,6 0 0,-3 1 0,-1 4 0,-4 12 0,-3 15 0,-4 11 0,-3 9 0,-1 0 0,3 0 0,5-3 0,5-1 0,3-1 0,4-5 0,2-3 0,2-9 0,3-9 0,0-6 0,3-10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1:47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0 24575,'-18'0'0,"-3"0"0,-1 0 0,-2 0 0,0 0 0,1 0 0,-3 0 0,-4 0 0,2 0 0,10 0 0,7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24575,'10'0'0,"2"0"0,2 0 0,2 0 0,1 0 0,1 2 0,1 0 0,-1 1 0,-2 0 0,-2 0 0,-2-1 0,0 2 0,2-2 0,1 3 0,2-1 0,1 0 0,1 0 0,1-2 0,-1 1 0,0 0 0,0-1 0,0 0 0,-1 2 0,2 0 0,-2 0 0,1 0 0,0-1 0,0 1 0,1-1 0,-1 0 0,0 1 0,0-1 0,0 1 0,-1 1 0,1 0 0,1 0 0,-1 0 0,0 0 0,0 0 0,-2-2 0,-3 2 0,-2-2 0,-2 0 0,0 1 0,4-2 0,2 2 0,1 0 0,2-1 0,-4-1 0,0 1 0,-1-1 0,0 3 0,1-1 0,-1 1 0,0-1 0,1-1 0,1 2 0,2-3 0,4 3 0,3 1 0,3-1 0,1 2 0,-1 0 0,-1-1 0,-1 0 0,-1 1 0,0 1 0,0 0 0,1-2 0,0 1 0,-3-2 0,-1 1 0,-3-2 0,2 1 0,2 2 0,-1-2 0,0 2 0,0-2 0,0-1 0,0 2 0,0-2 0,-3 2 0,-1-1 0,-1 0 0,-1 1 0,0 2 0,2-1 0,2 0 0,-4-1 0,0 1 0,1 2 0,0 0 0,2-1 0,-1 0 0,-2-1 0,0 0 0,-1 1 0,1-1 0,1 0 0,-1 0 0,1 0 0,-3-2 0,-1 2 0,-1-2 0,0-1 0,2 2 0,2 0 0,0 1 0,3 1 0,1 0 0,-1-1 0,-1-1 0,-2-2 0,-5-1 0,-2 0 0,-6-2 0,0 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220 351 24575,'0'-8'0,"0"-1"0,0 1 0,-2-4 0,0-1 0,-3-6 0,-2-4 0,2 0 0,-2 0 0,3 6 0,0 1 0,0 2 0,1 0 0,0-1 0,2 2 0,1 0 0,0 0 0,0 1 0,0-1 0,0 1 0,-2 3 0,-2 3 0,0-1 0,0-2 0,-2-2 0,-1 0 0,-2 4 0,-2 7 0,-2 6 0,-5 11 0,-5 8 0,-2 7 0,4-2 0,7-7 0,7-2 0,5-3 0,1 0 0,1-7 0,-1-3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2495 120 24575,'-11'0'0,"1"-5"0,2 0 0,-3-3 0,-3-1 0,-3 2 0,-5-3 0,-3 0 0,0 2 0,-2 0 0,-1 1 0,0 2 0,-1-1 0,0 1 0,1 2 0,3-1 0,-1 0 0,1 2 0,-3-1 0,-3 1 0,-2-1 0,-1 0 0,-3 1 0,-3 2 0,0 0 0,0 0 0,2 0 0,3 0 0,4 0 0,2 0 0,4 0 0,0 0 0,1 0 0,-4 0 0,-3 0 0,2 0 0,1 0 0,-2 0 0,-1 0 0,-2 2 0,2 1 0,1 2 0,3-1 0,2-1 0,2 1 0,5-2 0,2 1 0,2 2 0,-1 0 0,-4 3 0,-2 2 0,-2 1 0,-2 0 0,1 0 0,-1 0 0,2 1 0,1 1 0,2 1 0,3 0 0,0 0 0,3-2 0,2-1 0,2-4 0,0 1 0,0-2 0,-1 2 0,-2 2 0,-2 3 0,-2 1 0,-2 0 0,0 1 0,-3 0 0,-3 1 0,-1 0 0,-1 1 0,-1 1 0,0-1 0,1 0 0,1-1 0,1-1 0,3 0 0,0 2 0,-1 1 0,1 1 0,-1 1 0,2-1 0,4 0 0,0 0 0,0 0 0,2 1 0,-2-1 0,2 0 0,-3 0 0,-1 0 0,-2 1 0,0 2 0,2 0 0,-3 0 0,-1 3 0,0-3 0,1 1 0,3-2 0,2-4 0,4-2 0,3-4 0,1-3 0,1 0 0,-2 0 0,-2 1 0,-3 3 0,2-1 0,0-3 0,5-3 0,5-8 0,-6-10 0,7 6 0,-6-5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1 305 24575,'0'-12'0,"0"1"0,0 1 0,2-3 0,2 0 0,3-2 0,2-4 0,0-1 0,0-2 0,0 1 0,1 0 0,-2-1 0,-1 2 0,-3 1 0,0 4 0,0 2 0,-2 1 0,0 2 0,0 1 0,-1 5 0,0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24575,'14'0'0,"-1"0"0,-3 2 0,0 0 0,-2 0 0,1 0 0,8 3 0,7 2 0,3 3 0,-2 1 0,-6-3 0,-5-1 0,-1-3 0,2-2 0,1 4 0,3 1 0,3 1 0,0 1 0,-4-4 0,-6-3 0,-7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2453 24575,'3'-31'0,"5"-13"0,7-11 0,5-7 0,2 0 0,-1 1 0,-1-1 0,-3-1 0,-2 4 0,-5 5 0,-3 8 0,-2 11 0,-2 7 0,-1 8 0,3 3 0,-3 1 0,3-1 0,-1-2 0,0-1 0,2-3 0,0-4 0,1-3 0,1-5 0,0-4 0,-2-1 0,2 0 0,-3 0 0,-1 3 0,1 2 0,-3 1 0,1 3 0,-1-3 0,1-3 0,0-3 0,-2-2 0,-1 2 0,0 0 0,0 4 0,0 1 0,0-1 0,0 2 0,0-1 0,0 2 0,0-1 0,0 1 0,0-1 0,0 1 0,0 0 0,0 0 0,-2 1 0,-3 1 0,-1 0 0,-1 0 0,0 0 0,-3 0 0,-3-1 0,0-1 0,-2-1 0,-1 0 0,-4 0 0,-3 1 0,0 1 0,0 3 0,5 3 0,3 6 0,1 5 0,1 1 0,-1 2 0,0 1 0,-1-1 0,-2 2 0,1-1 0,-1 0 0,0 0 0,3 1 0,-1 2 0,3 1 0,4 4 0,3 7 0,4 6 0,1 10 0,0 5 0,0 5 0,0 0 0,0-3 0,0-5 0,0-3 0,0-1 0,0-2 0,0-2 0,0-3 0,0 1 0,2 1 0,-2-5 0,2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24575,'17'0'0,"0"0"0,1 0 0,4 0 0,4 0 0,2 0 0,-2 0 0,-6 0 0,-7 0 0,1 0 0,5 0 0,4 0 0,2 0 0,-4 0 0,-6 0 0,-7 0 0,-3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24575,'2'-12'0,"3"-1"0,2-1 0,5-3 0,1-6 0,3-5 0,1-3 0,-3 1 0,-2 2 0,-1 5 0,0 1 0,3-3 0,0 3 0,1-3 0,2 0 0,-2 3 0,1 0 0,-1 4 0,-2 2 0,-1 2 0,0 1 0,-1 2 0,0-1 0,0 0 0,2-1 0,1-1 0,1-1 0,2-1 0,-2 2 0,-1 3 0,-2 2 0,-1 2 0,1-1 0,2-1 0,3 2 0,1-1 0,1 0 0,0 0 0,0 1 0,0 0 0,3 0 0,3-1 0,1 1 0,1 0 0,-2 2 0,-3 2 0,0 1 0,0 2 0,4 0 0,5 0 0,0 0 0,2 0 0,-5 0 0,0 0 0,-3 0 0,0 0 0,1 0 0,1 0 0,5 1 0,3 3 0,4 4 0,4 4 0,3 3 0,2 1 0,1 0 0,-2-3 0,-2 2 0,-3-1 0,-2-1 0,-6-1 0,-5-3 0,-4-1 0,-3 0 0,0 0 0,-1 3 0,3 1 0,3 1 0,3 3 0,1 1 0,2 1 0,1 2 0,-2 0 0,-5 0 0,-6-2 0,-2-2 0,0 0 0,-1-2 0,-2 2 0,-3-2 0,-4 2 0,0-2 0,-3 1 0,1 2 0,0-3 0,0 3 0,2-1 0,0 2 0,0 4 0,-1 0 0,-1 0 0,-2-2 0,-3-4 0,-1-2 0,-1-3 0,0 0 0,0 3 0,0 2 0,0 9 0,0 2 0,0 0 0,0-11 0,0-9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121 280 24575,'0'-11'0,"-2"0"0,0-2 0,-2-3 0,-2-2 0,-2-4 0,-1 0 0,-1 1 0,0 3 0,2 5 0,1 2 0,1 2 0,0-1 0,1-1 0,0 0 0,2 0 0,2 2 0,0-1 0,1 2 0,-2 0 0,0 1 0,-5 1 0,0 3 0,2 3 0,1 6 0,3 9 0,1 11 0,0 4 0,0 0 0,0-13 0,0-9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1 336 24575,'0'-14'0,"0"0"0,0 0 0,2-1 0,2 2 0,0-3 0,3-1 0,-1 2 0,0-1 0,-1 4 0,-1 0 0,-2 0 0,1-2 0,-2 0 0,-1 0 0,0 2 0,0 3 0,0 1 0,0-1 0,-2-2 0,-2-1 0,-2-1 0,-1 2 0,1 1 0,1 0 0,2 3 0,-1 0 0,3 4 0,0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0 24575,'-18'0'0,"-3"0"0,-1 0 0,-2 0 0,0 0 0,1 0 0,-3 0 0,-4 0 0,2 0 0,10 0 0,7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24575,'10'0'0,"2"0"0,2 0 0,2 0 0,1 0 0,1 2 0,1 0 0,-1 1 0,-2 0 0,-2 0 0,-2-1 0,0 2 0,2-2 0,1 3 0,2-1 0,1 0 0,1 0 0,1-2 0,-1 1 0,0 0 0,0-1 0,0 0 0,-1 2 0,2 0 0,-2 0 0,1 0 0,0-1 0,0 1 0,1-1 0,-1 0 0,0 1 0,0-1 0,0 1 0,-1 1 0,1 0 0,1 0 0,-1 0 0,0 0 0,0 0 0,-2-2 0,-3 2 0,-2-2 0,-2 0 0,0 1 0,4-2 0,2 2 0,1 0 0,2-1 0,-4-1 0,0 1 0,-1-1 0,0 3 0,1-1 0,-1 1 0,0-1 0,1-1 0,1 2 0,2-3 0,4 3 0,3 1 0,3-1 0,1 2 0,-1 0 0,-1-1 0,-1 0 0,-1 1 0,0 1 0,0 0 0,1-2 0,0 1 0,-3-2 0,-1 1 0,-3-2 0,2 1 0,2 2 0,-1-2 0,0 2 0,0-2 0,0-1 0,0 2 0,0-2 0,-3 2 0,-1-1 0,-1 0 0,-1 1 0,0 2 0,2-1 0,2 0 0,-4-1 0,0 1 0,1 2 0,0 0 0,2-1 0,-1 0 0,-2-1 0,0 0 0,-1 1 0,1-1 0,1 0 0,-1 0 0,1 0 0,-3-2 0,-1 2 0,-1-2 0,0-1 0,2 2 0,2 0 0,0 1 0,3 1 0,1 0 0,-1-1 0,-1-1 0,-2-2 0,-5-1 0,-2 0 0,-6-2 0,0 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220 351 24575,'0'-8'0,"0"-1"0,0 1 0,-2-4 0,0-1 0,-3-6 0,-2-4 0,2 0 0,-2 0 0,3 6 0,0 1 0,0 2 0,1 0 0,0-1 0,2 2 0,1 0 0,0 0 0,0 1 0,0-1 0,0 1 0,-2 3 0,-2 3 0,0-1 0,0-2 0,-2-2 0,-1 0 0,-2 4 0,-2 7 0,-2 6 0,-5 11 0,-5 8 0,-2 7 0,4-2 0,7-7 0,7-2 0,5-3 0,1 0 0,1-7 0,-1-3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2495 120 24575,'-11'0'0,"1"-5"0,2 0 0,-3-3 0,-3-1 0,-3 2 0,-5-3 0,-3 0 0,0 2 0,-2 0 0,-1 1 0,0 2 0,-1-1 0,0 1 0,1 2 0,3-1 0,-1 0 0,1 2 0,-3-1 0,-3 1 0,-2-1 0,-1 0 0,-3 1 0,-3 2 0,0 0 0,0 0 0,2 0 0,3 0 0,4 0 0,2 0 0,4 0 0,0 0 0,1 0 0,-4 0 0,-3 0 0,2 0 0,1 0 0,-2 0 0,-1 0 0,-2 2 0,2 1 0,1 2 0,3-1 0,2-1 0,2 1 0,5-2 0,2 1 0,2 2 0,-1 0 0,-4 3 0,-2 2 0,-2 1 0,-2 0 0,1 0 0,-1 0 0,2 1 0,1 1 0,2 1 0,3 0 0,0 0 0,3-2 0,2-1 0,2-4 0,0 1 0,0-2 0,-1 2 0,-2 2 0,-2 3 0,-2 1 0,-2 0 0,0 1 0,-3 0 0,-3 1 0,-1 0 0,-1 1 0,-1 1 0,0-1 0,1 0 0,1-1 0,1-1 0,3 0 0,0 2 0,-1 1 0,1 1 0,-1 1 0,2-1 0,4 0 0,0 0 0,0 0 0,2 1 0,-2-1 0,2 0 0,-3 0 0,-1 0 0,-2 1 0,0 2 0,2 0 0,-3 0 0,-1 3 0,0-3 0,1 1 0,3-2 0,2-4 0,4-2 0,3-4 0,1-3 0,1 0 0,-2 0 0,-2 1 0,-3 3 0,2-1 0,0-3 0,5-3 0,5-8 0,-6-10 0,7 6 0,-6-5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1 305 24575,'0'-12'0,"0"1"0,0 1 0,2-3 0,2 0 0,3-2 0,2-4 0,0-1 0,0-2 0,0 1 0,1 0 0,-2-1 0,-1 2 0,-3 1 0,0 4 0,0 2 0,-2 1 0,0 2 0,0 1 0,-1 5 0,0 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24575,'14'0'0,"-1"0"0,-3 2 0,0 0 0,-2 0 0,1 0 0,8 3 0,7 2 0,3 3 0,-2 1 0,-6-3 0,-5-1 0,-1-3 0,2-2 0,1 4 0,3 1 0,3 1 0,0 1 0,-4-4 0,-6-3 0,-7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2453 24575,'3'-31'0,"5"-13"0,7-11 0,5-7 0,2 0 0,-1 1 0,-1-1 0,-3-1 0,-2 4 0,-5 5 0,-3 8 0,-2 11 0,-2 7 0,-1 8 0,3 3 0,-3 1 0,3-1 0,-1-2 0,0-1 0,2-3 0,0-4 0,1-3 0,1-5 0,0-4 0,-2-1 0,2 0 0,-3 0 0,-1 3 0,1 2 0,-3 1 0,1 3 0,-1-3 0,1-3 0,0-3 0,-2-2 0,-1 2 0,0 0 0,0 4 0,0 1 0,0-1 0,0 2 0,0-1 0,0 2 0,0-1 0,0 1 0,0-1 0,0 1 0,0 0 0,0 0 0,-2 1 0,-3 1 0,-1 0 0,-1 0 0,0 0 0,-3 0 0,-3-1 0,0-1 0,-2-1 0,-1 0 0,-4 0 0,-3 1 0,0 1 0,0 3 0,5 3 0,3 6 0,1 5 0,1 1 0,-1 2 0,0 1 0,-1-1 0,-2 2 0,1-1 0,-1 0 0,0 0 0,3 1 0,-1 2 0,3 1 0,4 4 0,3 7 0,4 6 0,1 10 0,0 5 0,0 5 0,0 0 0,0-3 0,0-5 0,0-3 0,0-1 0,0-2 0,0-2 0,0-3 0,0 1 0,2 1 0,-2-5 0,2 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24575,'17'0'0,"0"0"0,1 0 0,4 0 0,4 0 0,2 0 0,-2 0 0,-6 0 0,-7 0 0,1 0 0,5 0 0,4 0 0,2 0 0,-4 0 0,-6 0 0,-7 0 0,-3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24575,'2'-12'0,"3"-1"0,2-1 0,5-3 0,1-6 0,3-5 0,1-3 0,-3 1 0,-2 2 0,-1 5 0,0 1 0,3-3 0,0 3 0,1-3 0,2 0 0,-2 3 0,1 0 0,-1 4 0,-2 2 0,-1 2 0,0 1 0,-1 2 0,0-1 0,0 0 0,2-1 0,1-1 0,1-1 0,2-1 0,-2 2 0,-1 3 0,-2 2 0,-1 2 0,1-1 0,2-1 0,3 2 0,1-1 0,1 0 0,0 0 0,0 1 0,0 0 0,3 0 0,3-1 0,1 1 0,1 0 0,-2 2 0,-3 2 0,0 1 0,0 2 0,4 0 0,5 0 0,0 0 0,2 0 0,-5 0 0,0 0 0,-3 0 0,0 0 0,1 0 0,1 0 0,5 1 0,3 3 0,4 4 0,4 4 0,3 3 0,2 1 0,1 0 0,-2-3 0,-2 2 0,-3-1 0,-2-1 0,-6-1 0,-5-3 0,-4-1 0,-3 0 0,0 0 0,-1 3 0,3 1 0,3 1 0,3 3 0,1 1 0,2 1 0,1 2 0,-2 0 0,-5 0 0,-6-2 0,-2-2 0,0 0 0,-1-2 0,-2 2 0,-3-2 0,-4 2 0,0-2 0,-3 1 0,1 2 0,0-3 0,0 3 0,2-1 0,0 2 0,0 4 0,-1 0 0,-1 0 0,-2-2 0,-3-4 0,-1-2 0,-1-3 0,0 0 0,0 3 0,0 2 0,0 9 0,0 2 0,0 0 0,0-11 0,0-9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121 280 24575,'0'-11'0,"-2"0"0,0-2 0,-2-3 0,-2-2 0,-2-4 0,-1 0 0,-1 1 0,0 3 0,2 5 0,1 2 0,1 2 0,0-1 0,1-1 0,0 0 0,2 0 0,2 2 0,0-1 0,1 2 0,-2 0 0,0 1 0,-5 1 0,0 3 0,2 3 0,1 6 0,3 9 0,1 11 0,0 4 0,0 0 0,0-13 0,0-9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1 336 24575,'0'-14'0,"0"0"0,0 0 0,2-1 0,2 2 0,0-3 0,3-1 0,-1 2 0,0-1 0,-1 4 0,-1 0 0,-2 0 0,1-2 0,-2 0 0,-1 0 0,0 2 0,0 3 0,0 1 0,0-1 0,-2-2 0,-2-1 0,-2-1 0,-1 2 0,1 1 0,1 0 0,2 3 0,-1 0 0,3 4 0,0 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4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5034 24575,'87'-8'0,"1"0"0,0 0 0,-34-3 0,1-1 0,14 2 0,15 0 0,-2-1 0,-17-4 0,19-31 0,-8-4 0,-4-3 0,-8-5 0,-4 1 0,-6-3 0,-4-2 0,-1 4 0,-5-1 0,1 0 0,-2-5 0,0-5 0,-1-2 0,-1-2 0,-4-2 0,-3 0 0,-1-4 0,-3-1 0,2-4 0,-2-9 0,-14 45 0,-1-2 0,2-5 0,-1-1 0,0 0 0,0 0 0,1-2 0,1-1 0,0-2 0,1 0 0,-2 2 0,0 0 0,0-2 0,-1 1 0,-1 5 0,-1 1 0,0 4 0,0 2 0,10-40 0,-1 8 0,-3 1 0,0-4 0,2 0 0,2-3 0,2 3 0,-3 6 0,-1 4 0,-1 8 0,-1 1 0,1 8 0,-1 6 0,-1 4 0,1 6 0,-2 1 0,-1 2 0,3-1 0,1-3 0,1 1 0,2-3 0,-1 2 0,0-1 0,0-2 0,1-2 0,-1-3 0,1 1 0,-2 4 0,-2 0 0,0 0 0,2-6 0,4-4 0,3-1 0,3 2 0,1 5 0,2 4 0,-2 4 0,1 2 0,1 3 0,2-1 0,1 4 0,-3 3 0,-1 0 0,-4 4 0,3-4 0,3-1 0,1 1 0,3-2 0,-2 2 0,3-1 0,0 1 0,-1 1 0,1 2 0,-3 5 0,-3 5 0,-2 3 0,-3 4 0,2 2 0,0-1 0,-1 2 0,-4 1 0,-3 2 0,-2 3 0,-3 0 0,-4 0 0,0 0 0,-2 0 0,11 0 0,16 0 0,5 0 0,-1 0 0,-12 0 0,-18 2 0,-3 2 0,0 3 0,11 9 0,13 3 0,9 2 0,-1-2 0,-10-9 0,-16-4 0,-7-4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4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4930 24575,'43'0'0,"19"0"0,25 0 0,-36 0 0,3 0 0,3 0 0,2 0 0,11 0 0,2 0 0,5-2 0,1-3 0,1-2 0,-2-3 0,-2-3 0,-3-3 0,-11-2 0,-2-3 0,-4 1 0,-1-1 0,-5 1 0,-1-1 0,40-20 0,-13-2 0,-3-3 0,1-7 0,4-9 0,-35 28 0,-1-1 0,0-2 0,0-1 0,0 1 0,-1 1 0,-2 1 0,-1 1 0,30-31 0,-10 7 0,-10-2 0,-7 1 0,-1-6 0,-1-13 0,-2-11 0,-19 40 0,-1-1 0,-1-1 0,0-1 0,-1 3 0,0 0 0,13-45 0,0-1 0,-13 44 0,-1 1 0,1-2 0,0-1 0,0-3 0,0-1 0,1 0 0,-1-1 0,0-3 0,1 0 0,0-4 0,-1 0 0,1-1 0,0 0 0,0-2 0,-1 0 0,1 2 0,0-1 0,0 2 0,-1 1 0,0 0 0,-2 2 0,0 0 0,-2 2 0,0 0 0,-1 0 0,-3 4 0,0 0 0,-1 2 0,0 0 0,1 1 0,-1 1 0,-1 0 0,0 0 0,1 0 0,0-1 0,2-44 0,0 4 0,1 11 0,2 9 0,1 5 0,3 9 0,3 1 0,3-1 0,4-5 0,1 3 0,-1 8 0,-1 8 0,-3 8 0,0 1 0,0 2 0,0 1 0,2 7 0,0 2 0,-2 5 0,-2 5 0,1 0 0,0 0 0,5 0 0,5 0 0,5 1 0,8 1 0,3 0 0,5 4 0,6 3 0,0 3 0,-1 2 0,-4 0 0,-6 0 0,-4 0 0,-6 0 0,-3 0 0,-1 0 0,-2 2 0,-1 4 0,-3 2 0,-4 1 0,-2-2 0,-4-1 0,-8-4 0,-4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5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5162 24575,'28'0'0,"21"0"0,35 0 0,-30 0 0,3 0 0,4 0 0,3 0 0,16 0 0,4 0 0,2 0 0,0 0 0,2-4 0,-1-2 0,-1-2 0,-1-4 0,-12-3 0,-3-5 0,2-3 0,-2-3 0,0 0 0,-2-2 0,-4-3 0,-3-1 0,-4 0 0,-2-3 0,-3-1 0,-1-1 0,-4-2 0,-1-2 0,-2 0 0,0-2 0,-2-1 0,-2-1 0,-1 0 0,-1-2 0,-2 2 0,-1-1 0,-2-2 0,-3 0 0,-1-2 0,-1-2 0,-1-3 0,0-2 0,3-7 0,-1-2 0,2-5 0,0 0 0,0-2 0,1-1 0,-2 3 0,-1 0 0,-2 5 0,-2 2 0,-1 5 0,-1 0 0,-2 3 0,0 0 0,-1-1 0,0 0 0,-1-3 0,-1-1 0,1-5 0,-1-2 0,1-4 0,0 0 0,-2-1 0,0 0 0,0 0 0,0 1 0,-2 0 0,-1 0 0,0 1 0,-1-1 0,-2 0 0,1 1 0,-1-1 0,0 1 0,-1 3 0,0 0 0,0 3 0,1 1 0,0 3 0,0 2 0,-1 3 0,-1 1 0,1 6 0,0 1 0,8-45 0,-1 1 0,2-4 0,-2-1 0,0 1 0,0 5 0,-3 8 0,1 4 0,2 10 0,0 8 0,1 10 0,1 7 0,1 6 0,2 3 0,0 0 0,4 3 0,-1 6 0,-2 8 0,-4 8 0,-6 6 0,-2 2 0,5 1 0,12 0 0,14 1 0,14 0 0,7 0 0,-6 0 0,-12 0 0,-12 0 0,-13 0 0,-7 0 0,-3 0 0,-1 0 0,4 0 0,6 0 0,8 3 0,1 0 0,0 0 0,-13 0 0,-5-3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5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5411 24575,'59'0'0,"18"7"0,-25-2 0,3 0 0,7 3 0,3-1 0,6 3 0,1-2 0,5-1 0,1-2 0,3-1 0,0 0 0,1-2 0,-1-1 0,-1-1 0,-1-2 0,-5-2 0,0-3 0,-6-3 0,0-4 0,-3-3 0,-2-4 0,-1-4 0,-2-3 0,1-2 0,-1 0 0,1-3 0,-1-1 0,-1-1 0,0 0 0,-2-1 0,-1 0 0,0-2 0,-2-2 0,-3 2 0,-1-1 0,-4 0 0,-2-1 0,-3 1 0,-3-2 0,-4 1 0,-2-1 0,-1-4 0,-3-2 0,-1-2 0,-2-1 0,2-6 0,0-1 0,-1-6 0,-1-1 0,0-2 0,-1-3 0,1-5 0,-1-1 0,-2-3 0,-1 0 0,0 0 0,0-1 0,-1-3 0,-1 0 0,-1 1 0,-1 0 0,0-2 0,0 1 0,-1-1 0,-1 0 0,0 0 0,-2 1 0,1-1 0,0 0 0,-2 1 0,-1-1 0,0 2 0,-1 0 0,0 1 0,0 1 0,-2 2 0,0 2 0,-1 2 0,0 2 0,0 3 0,0 2 0,0 1 0,1 1 0,0 1 0,1 2 0,1 0 0,0 0 0,1-2 0,1 1 0,0-1 0,1 1 0,1-3 0,-1 1 0,2 2 0,-1 0 0,1 3 0,-1 1 0,-1 3 0,2 1 0,1 3 0,1 0 0,2 1 0,3 0 0,2 3 0,3 0 0,3 3 0,1 2 0,33-32 0,0 14 0,-5 14 0,-4 10 0,-3 12 0,-3 8 0,-3 6 0,-4 5 0,-7 3 0,-6 2 0,-14 0 0,-6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9CF6-CBE9-7482-480C-9F812D1F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B98A7-AE06-4E9E-1D60-07EF72CF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91F3B-1AB6-0DDA-01F7-3F38B334D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E505A-8090-5CE7-6BAB-8140DB950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A37AD-D791-73F4-5D7D-EF503B9A01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443B50-C219-2D4B-99A1-EBCE7B69699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5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3850"/>
            <a:ext cx="7772400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7.png"/><Relationship Id="rId26" Type="http://schemas.openxmlformats.org/officeDocument/2006/relationships/image" Target="../media/image11.png"/><Relationship Id="rId3" Type="http://schemas.openxmlformats.org/officeDocument/2006/relationships/customXml" Target="../ink/ink1.xml"/><Relationship Id="rId21" Type="http://schemas.openxmlformats.org/officeDocument/2006/relationships/customXml" Target="../ink/ink12.xml"/><Relationship Id="rId7" Type="http://schemas.openxmlformats.org/officeDocument/2006/relationships/customXml" Target="../ink/ink4.xml"/><Relationship Id="rId12" Type="http://schemas.openxmlformats.org/officeDocument/2006/relationships/image" Target="../media/image4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24" Type="http://schemas.openxmlformats.org/officeDocument/2006/relationships/image" Target="../media/image10.png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12.png"/><Relationship Id="rId10" Type="http://schemas.openxmlformats.org/officeDocument/2006/relationships/image" Target="../media/image3.png"/><Relationship Id="rId19" Type="http://schemas.openxmlformats.org/officeDocument/2006/relationships/customXml" Target="../ink/ink11.xml"/><Relationship Id="rId4" Type="http://schemas.openxmlformats.org/officeDocument/2006/relationships/image" Target="../media/image2.png"/><Relationship Id="rId9" Type="http://schemas.openxmlformats.org/officeDocument/2006/relationships/customXml" Target="../ink/ink6.xml"/><Relationship Id="rId14" Type="http://schemas.openxmlformats.org/officeDocument/2006/relationships/image" Target="../media/image5.png"/><Relationship Id="rId22" Type="http://schemas.openxmlformats.org/officeDocument/2006/relationships/image" Target="../media/image9.png"/><Relationship Id="rId27" Type="http://schemas.openxmlformats.org/officeDocument/2006/relationships/customXml" Target="../ink/ink1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26.xml"/><Relationship Id="rId26" Type="http://schemas.openxmlformats.org/officeDocument/2006/relationships/customXml" Target="../ink/ink31.xml"/><Relationship Id="rId39" Type="http://schemas.openxmlformats.org/officeDocument/2006/relationships/customXml" Target="../ink/ink38.xml"/><Relationship Id="rId21" Type="http://schemas.openxmlformats.org/officeDocument/2006/relationships/customXml" Target="../ink/ink28.xml"/><Relationship Id="rId34" Type="http://schemas.openxmlformats.org/officeDocument/2006/relationships/customXml" Target="../ink/ink35.xml"/><Relationship Id="rId42" Type="http://schemas.openxmlformats.org/officeDocument/2006/relationships/image" Target="../media/image28.png"/><Relationship Id="rId7" Type="http://schemas.openxmlformats.org/officeDocument/2006/relationships/customXml" Target="../ink/ink20.xml"/><Relationship Id="rId2" Type="http://schemas.openxmlformats.org/officeDocument/2006/relationships/customXml" Target="../ink/ink16.xml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29" Type="http://schemas.openxmlformats.org/officeDocument/2006/relationships/image" Target="../media/image22.png"/><Relationship Id="rId41" Type="http://schemas.openxmlformats.org/officeDocument/2006/relationships/customXml" Target="../ink/ink3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9.xml"/><Relationship Id="rId11" Type="http://schemas.openxmlformats.org/officeDocument/2006/relationships/image" Target="../media/image14.png"/><Relationship Id="rId24" Type="http://schemas.openxmlformats.org/officeDocument/2006/relationships/image" Target="../media/image20.png"/><Relationship Id="rId32" Type="http://schemas.openxmlformats.org/officeDocument/2006/relationships/customXml" Target="../ink/ink34.xml"/><Relationship Id="rId37" Type="http://schemas.openxmlformats.org/officeDocument/2006/relationships/customXml" Target="../ink/ink37.xml"/><Relationship Id="rId40" Type="http://schemas.openxmlformats.org/officeDocument/2006/relationships/image" Target="../media/image27.png"/><Relationship Id="rId5" Type="http://schemas.openxmlformats.org/officeDocument/2006/relationships/customXml" Target="../ink/ink18.xml"/><Relationship Id="rId15" Type="http://schemas.openxmlformats.org/officeDocument/2006/relationships/image" Target="../media/image16.png"/><Relationship Id="rId23" Type="http://schemas.openxmlformats.org/officeDocument/2006/relationships/customXml" Target="../ink/ink29.xml"/><Relationship Id="rId28" Type="http://schemas.openxmlformats.org/officeDocument/2006/relationships/customXml" Target="../ink/ink32.xml"/><Relationship Id="rId36" Type="http://schemas.openxmlformats.org/officeDocument/2006/relationships/image" Target="../media/image25.png"/><Relationship Id="rId10" Type="http://schemas.openxmlformats.org/officeDocument/2006/relationships/customXml" Target="../ink/ink22.xml"/><Relationship Id="rId19" Type="http://schemas.openxmlformats.org/officeDocument/2006/relationships/image" Target="../media/image18.png"/><Relationship Id="rId31" Type="http://schemas.openxmlformats.org/officeDocument/2006/relationships/image" Target="../media/image23.png"/><Relationship Id="rId44" Type="http://schemas.openxmlformats.org/officeDocument/2006/relationships/image" Target="../media/image29.png"/><Relationship Id="rId4" Type="http://schemas.openxmlformats.org/officeDocument/2006/relationships/customXml" Target="../ink/ink17.xml"/><Relationship Id="rId9" Type="http://schemas.openxmlformats.org/officeDocument/2006/relationships/image" Target="../media/image13.png"/><Relationship Id="rId14" Type="http://schemas.openxmlformats.org/officeDocument/2006/relationships/customXml" Target="../ink/ink24.xml"/><Relationship Id="rId22" Type="http://schemas.openxmlformats.org/officeDocument/2006/relationships/image" Target="../media/image19.png"/><Relationship Id="rId27" Type="http://schemas.openxmlformats.org/officeDocument/2006/relationships/image" Target="../media/image21.png"/><Relationship Id="rId30" Type="http://schemas.openxmlformats.org/officeDocument/2006/relationships/customXml" Target="../ink/ink33.xml"/><Relationship Id="rId35" Type="http://schemas.openxmlformats.org/officeDocument/2006/relationships/customXml" Target="../ink/ink36.xml"/><Relationship Id="rId43" Type="http://schemas.openxmlformats.org/officeDocument/2006/relationships/customXml" Target="../ink/ink40.xml"/><Relationship Id="rId8" Type="http://schemas.openxmlformats.org/officeDocument/2006/relationships/customXml" Target="../ink/ink21.xml"/><Relationship Id="rId3" Type="http://schemas.openxmlformats.org/officeDocument/2006/relationships/image" Target="../media/image2.png"/><Relationship Id="rId12" Type="http://schemas.openxmlformats.org/officeDocument/2006/relationships/customXml" Target="../ink/ink23.xml"/><Relationship Id="rId17" Type="http://schemas.openxmlformats.org/officeDocument/2006/relationships/image" Target="../media/image17.png"/><Relationship Id="rId25" Type="http://schemas.openxmlformats.org/officeDocument/2006/relationships/customXml" Target="../ink/ink30.xml"/><Relationship Id="rId33" Type="http://schemas.openxmlformats.org/officeDocument/2006/relationships/image" Target="../media/image24.png"/><Relationship Id="rId38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customXml" Target="../ink/ink48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" Type="http://schemas.openxmlformats.org/officeDocument/2006/relationships/customXml" Target="../ink/ink41.xml"/><Relationship Id="rId21" Type="http://schemas.openxmlformats.org/officeDocument/2006/relationships/customXml" Target="../ink/ink52.xml"/><Relationship Id="rId7" Type="http://schemas.openxmlformats.org/officeDocument/2006/relationships/customXml" Target="../ink/ink44.xml"/><Relationship Id="rId12" Type="http://schemas.openxmlformats.org/officeDocument/2006/relationships/image" Target="../media/image16.png"/><Relationship Id="rId17" Type="http://schemas.openxmlformats.org/officeDocument/2006/relationships/customXml" Target="../ink/ink50.xml"/><Relationship Id="rId25" Type="http://schemas.openxmlformats.org/officeDocument/2006/relationships/customXml" Target="../ink/ink54.xml"/><Relationship Id="rId2" Type="http://schemas.openxmlformats.org/officeDocument/2006/relationships/image" Target="../media/image30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3.xml"/><Relationship Id="rId11" Type="http://schemas.openxmlformats.org/officeDocument/2006/relationships/customXml" Target="../ink/ink47.xml"/><Relationship Id="rId24" Type="http://schemas.openxmlformats.org/officeDocument/2006/relationships/image" Target="../media/image35.png"/><Relationship Id="rId5" Type="http://schemas.openxmlformats.org/officeDocument/2006/relationships/customXml" Target="../ink/ink42.xml"/><Relationship Id="rId15" Type="http://schemas.openxmlformats.org/officeDocument/2006/relationships/customXml" Target="../ink/ink49.xml"/><Relationship Id="rId23" Type="http://schemas.openxmlformats.org/officeDocument/2006/relationships/customXml" Target="../ink/ink53.xml"/><Relationship Id="rId28" Type="http://schemas.openxmlformats.org/officeDocument/2006/relationships/image" Target="../media/image18.png"/><Relationship Id="rId10" Type="http://schemas.openxmlformats.org/officeDocument/2006/relationships/image" Target="../media/image15.png"/><Relationship Id="rId19" Type="http://schemas.openxmlformats.org/officeDocument/2006/relationships/customXml" Target="../ink/ink51.xml"/><Relationship Id="rId4" Type="http://schemas.openxmlformats.org/officeDocument/2006/relationships/image" Target="../media/image2.png"/><Relationship Id="rId9" Type="http://schemas.openxmlformats.org/officeDocument/2006/relationships/customXml" Target="../ink/ink46.xml"/><Relationship Id="rId14" Type="http://schemas.openxmlformats.org/officeDocument/2006/relationships/image" Target="../media/image17.png"/><Relationship Id="rId22" Type="http://schemas.openxmlformats.org/officeDocument/2006/relationships/image" Target="../media/image34.png"/><Relationship Id="rId27" Type="http://schemas.openxmlformats.org/officeDocument/2006/relationships/customXml" Target="../ink/ink5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3.xml"/><Relationship Id="rId18" Type="http://schemas.openxmlformats.org/officeDocument/2006/relationships/image" Target="../media/image19.png"/><Relationship Id="rId26" Type="http://schemas.openxmlformats.org/officeDocument/2006/relationships/customXml" Target="../ink/ink70.xml"/><Relationship Id="rId39" Type="http://schemas.openxmlformats.org/officeDocument/2006/relationships/customXml" Target="../ink/ink77.xml"/><Relationship Id="rId21" Type="http://schemas.openxmlformats.org/officeDocument/2006/relationships/customXml" Target="../ink/ink67.xml"/><Relationship Id="rId34" Type="http://schemas.openxmlformats.org/officeDocument/2006/relationships/image" Target="../media/image26.png"/><Relationship Id="rId7" Type="http://schemas.openxmlformats.org/officeDocument/2006/relationships/customXml" Target="../ink/ink60.xml"/><Relationship Id="rId12" Type="http://schemas.openxmlformats.org/officeDocument/2006/relationships/image" Target="../media/image17.png"/><Relationship Id="rId17" Type="http://schemas.openxmlformats.org/officeDocument/2006/relationships/customXml" Target="../ink/ink65.xml"/><Relationship Id="rId25" Type="http://schemas.openxmlformats.org/officeDocument/2006/relationships/image" Target="../media/image22.png"/><Relationship Id="rId33" Type="http://schemas.openxmlformats.org/officeDocument/2006/relationships/customXml" Target="../ink/ink74.xml"/><Relationship Id="rId38" Type="http://schemas.openxmlformats.org/officeDocument/2006/relationships/image" Target="../media/image28.png"/><Relationship Id="rId2" Type="http://schemas.openxmlformats.org/officeDocument/2006/relationships/customXml" Target="../ink/ink56.xml"/><Relationship Id="rId16" Type="http://schemas.openxmlformats.org/officeDocument/2006/relationships/image" Target="../media/image14.png"/><Relationship Id="rId20" Type="http://schemas.openxmlformats.org/officeDocument/2006/relationships/image" Target="../media/image2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9.xml"/><Relationship Id="rId11" Type="http://schemas.openxmlformats.org/officeDocument/2006/relationships/customXml" Target="../ink/ink62.xml"/><Relationship Id="rId24" Type="http://schemas.openxmlformats.org/officeDocument/2006/relationships/customXml" Target="../ink/ink69.xml"/><Relationship Id="rId32" Type="http://schemas.openxmlformats.org/officeDocument/2006/relationships/image" Target="../media/image25.png"/><Relationship Id="rId37" Type="http://schemas.openxmlformats.org/officeDocument/2006/relationships/customXml" Target="../ink/ink76.xml"/><Relationship Id="rId40" Type="http://schemas.openxmlformats.org/officeDocument/2006/relationships/image" Target="../media/image29.png"/><Relationship Id="rId5" Type="http://schemas.openxmlformats.org/officeDocument/2006/relationships/customXml" Target="../ink/ink58.xml"/><Relationship Id="rId15" Type="http://schemas.openxmlformats.org/officeDocument/2006/relationships/customXml" Target="../ink/ink64.xml"/><Relationship Id="rId23" Type="http://schemas.openxmlformats.org/officeDocument/2006/relationships/image" Target="../media/image21.png"/><Relationship Id="rId28" Type="http://schemas.openxmlformats.org/officeDocument/2006/relationships/customXml" Target="../ink/ink71.xml"/><Relationship Id="rId36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customXml" Target="../ink/ink66.xml"/><Relationship Id="rId31" Type="http://schemas.openxmlformats.org/officeDocument/2006/relationships/customXml" Target="../ink/ink73.xml"/><Relationship Id="rId4" Type="http://schemas.openxmlformats.org/officeDocument/2006/relationships/customXml" Target="../ink/ink57.xml"/><Relationship Id="rId9" Type="http://schemas.openxmlformats.org/officeDocument/2006/relationships/customXml" Target="../ink/ink61.xml"/><Relationship Id="rId14" Type="http://schemas.openxmlformats.org/officeDocument/2006/relationships/image" Target="../media/image18.png"/><Relationship Id="rId22" Type="http://schemas.openxmlformats.org/officeDocument/2006/relationships/customXml" Target="../ink/ink68.xml"/><Relationship Id="rId27" Type="http://schemas.openxmlformats.org/officeDocument/2006/relationships/image" Target="../media/image23.png"/><Relationship Id="rId30" Type="http://schemas.openxmlformats.org/officeDocument/2006/relationships/customXml" Target="../ink/ink72.xml"/><Relationship Id="rId35" Type="http://schemas.openxmlformats.org/officeDocument/2006/relationships/customXml" Target="../ink/ink75.xml"/><Relationship Id="rId8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5.xml"/><Relationship Id="rId18" Type="http://schemas.openxmlformats.org/officeDocument/2006/relationships/image" Target="../media/image19.png"/><Relationship Id="rId26" Type="http://schemas.openxmlformats.org/officeDocument/2006/relationships/customXml" Target="../ink/ink92.xml"/><Relationship Id="rId39" Type="http://schemas.openxmlformats.org/officeDocument/2006/relationships/customXml" Target="../ink/ink99.xml"/><Relationship Id="rId21" Type="http://schemas.openxmlformats.org/officeDocument/2006/relationships/customXml" Target="../ink/ink89.xml"/><Relationship Id="rId34" Type="http://schemas.openxmlformats.org/officeDocument/2006/relationships/image" Target="../media/image26.png"/><Relationship Id="rId7" Type="http://schemas.openxmlformats.org/officeDocument/2006/relationships/customXml" Target="../ink/ink82.xml"/><Relationship Id="rId12" Type="http://schemas.openxmlformats.org/officeDocument/2006/relationships/image" Target="../media/image17.png"/><Relationship Id="rId17" Type="http://schemas.openxmlformats.org/officeDocument/2006/relationships/customXml" Target="../ink/ink87.xml"/><Relationship Id="rId25" Type="http://schemas.openxmlformats.org/officeDocument/2006/relationships/image" Target="../media/image22.png"/><Relationship Id="rId33" Type="http://schemas.openxmlformats.org/officeDocument/2006/relationships/customXml" Target="../ink/ink96.xml"/><Relationship Id="rId38" Type="http://schemas.openxmlformats.org/officeDocument/2006/relationships/image" Target="../media/image28.png"/><Relationship Id="rId2" Type="http://schemas.openxmlformats.org/officeDocument/2006/relationships/customXml" Target="../ink/ink78.xml"/><Relationship Id="rId16" Type="http://schemas.openxmlformats.org/officeDocument/2006/relationships/image" Target="../media/image14.png"/><Relationship Id="rId20" Type="http://schemas.openxmlformats.org/officeDocument/2006/relationships/image" Target="../media/image2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1.xml"/><Relationship Id="rId11" Type="http://schemas.openxmlformats.org/officeDocument/2006/relationships/customXml" Target="../ink/ink84.xml"/><Relationship Id="rId24" Type="http://schemas.openxmlformats.org/officeDocument/2006/relationships/customXml" Target="../ink/ink91.xml"/><Relationship Id="rId32" Type="http://schemas.openxmlformats.org/officeDocument/2006/relationships/image" Target="../media/image25.png"/><Relationship Id="rId37" Type="http://schemas.openxmlformats.org/officeDocument/2006/relationships/customXml" Target="../ink/ink98.xml"/><Relationship Id="rId40" Type="http://schemas.openxmlformats.org/officeDocument/2006/relationships/image" Target="../media/image29.png"/><Relationship Id="rId5" Type="http://schemas.openxmlformats.org/officeDocument/2006/relationships/customXml" Target="../ink/ink80.xml"/><Relationship Id="rId15" Type="http://schemas.openxmlformats.org/officeDocument/2006/relationships/customXml" Target="../ink/ink86.xml"/><Relationship Id="rId23" Type="http://schemas.openxmlformats.org/officeDocument/2006/relationships/image" Target="../media/image21.png"/><Relationship Id="rId28" Type="http://schemas.openxmlformats.org/officeDocument/2006/relationships/customXml" Target="../ink/ink93.xml"/><Relationship Id="rId36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customXml" Target="../ink/ink88.xml"/><Relationship Id="rId31" Type="http://schemas.openxmlformats.org/officeDocument/2006/relationships/customXml" Target="../ink/ink95.xml"/><Relationship Id="rId4" Type="http://schemas.openxmlformats.org/officeDocument/2006/relationships/customXml" Target="../ink/ink79.xml"/><Relationship Id="rId9" Type="http://schemas.openxmlformats.org/officeDocument/2006/relationships/customXml" Target="../ink/ink83.xml"/><Relationship Id="rId14" Type="http://schemas.openxmlformats.org/officeDocument/2006/relationships/image" Target="../media/image18.png"/><Relationship Id="rId22" Type="http://schemas.openxmlformats.org/officeDocument/2006/relationships/customXml" Target="../ink/ink90.xml"/><Relationship Id="rId27" Type="http://schemas.openxmlformats.org/officeDocument/2006/relationships/image" Target="../media/image23.png"/><Relationship Id="rId30" Type="http://schemas.openxmlformats.org/officeDocument/2006/relationships/customXml" Target="../ink/ink94.xml"/><Relationship Id="rId35" Type="http://schemas.openxmlformats.org/officeDocument/2006/relationships/customXml" Target="../ink/ink97.xml"/><Relationship Id="rId8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0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3.xml"/><Relationship Id="rId5" Type="http://schemas.openxmlformats.org/officeDocument/2006/relationships/customXml" Target="../ink/ink102.xml"/><Relationship Id="rId4" Type="http://schemas.openxmlformats.org/officeDocument/2006/relationships/customXml" Target="../ink/ink10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7.xml"/><Relationship Id="rId13" Type="http://schemas.openxmlformats.org/officeDocument/2006/relationships/image" Target="../media/image8.png"/><Relationship Id="rId18" Type="http://schemas.openxmlformats.org/officeDocument/2006/relationships/customXml" Target="../ink/ink112.xml"/><Relationship Id="rId26" Type="http://schemas.openxmlformats.org/officeDocument/2006/relationships/customXml" Target="../ink/ink118.xml"/><Relationship Id="rId3" Type="http://schemas.openxmlformats.org/officeDocument/2006/relationships/image" Target="../media/image3.png"/><Relationship Id="rId21" Type="http://schemas.openxmlformats.org/officeDocument/2006/relationships/image" Target="../media/image37.png"/><Relationship Id="rId7" Type="http://schemas.openxmlformats.org/officeDocument/2006/relationships/image" Target="../media/image5.png"/><Relationship Id="rId12" Type="http://schemas.openxmlformats.org/officeDocument/2006/relationships/customXml" Target="../ink/ink109.xml"/><Relationship Id="rId17" Type="http://schemas.openxmlformats.org/officeDocument/2006/relationships/image" Target="../media/image10.png"/><Relationship Id="rId25" Type="http://schemas.openxmlformats.org/officeDocument/2006/relationships/customXml" Target="../ink/ink117.xml"/><Relationship Id="rId2" Type="http://schemas.openxmlformats.org/officeDocument/2006/relationships/customXml" Target="../ink/ink104.xml"/><Relationship Id="rId16" Type="http://schemas.openxmlformats.org/officeDocument/2006/relationships/customXml" Target="../ink/ink111.xml"/><Relationship Id="rId20" Type="http://schemas.openxmlformats.org/officeDocument/2006/relationships/customXml" Target="../ink/ink113.xml"/><Relationship Id="rId29" Type="http://schemas.openxmlformats.org/officeDocument/2006/relationships/customXml" Target="../ink/ink1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6.xml"/><Relationship Id="rId11" Type="http://schemas.openxmlformats.org/officeDocument/2006/relationships/image" Target="../media/image7.png"/><Relationship Id="rId24" Type="http://schemas.openxmlformats.org/officeDocument/2006/relationships/customXml" Target="../ink/ink116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customXml" Target="../ink/ink115.xml"/><Relationship Id="rId28" Type="http://schemas.openxmlformats.org/officeDocument/2006/relationships/customXml" Target="../ink/ink120.xml"/><Relationship Id="rId10" Type="http://schemas.openxmlformats.org/officeDocument/2006/relationships/customXml" Target="../ink/ink108.xml"/><Relationship Id="rId19" Type="http://schemas.openxmlformats.org/officeDocument/2006/relationships/image" Target="../media/image11.png"/><Relationship Id="rId31" Type="http://schemas.openxmlformats.org/officeDocument/2006/relationships/customXml" Target="../ink/ink123.xml"/><Relationship Id="rId4" Type="http://schemas.openxmlformats.org/officeDocument/2006/relationships/customXml" Target="../ink/ink105.xml"/><Relationship Id="rId9" Type="http://schemas.openxmlformats.org/officeDocument/2006/relationships/image" Target="../media/image6.png"/><Relationship Id="rId14" Type="http://schemas.openxmlformats.org/officeDocument/2006/relationships/customXml" Target="../ink/ink110.xml"/><Relationship Id="rId22" Type="http://schemas.openxmlformats.org/officeDocument/2006/relationships/customXml" Target="../ink/ink114.xml"/><Relationship Id="rId27" Type="http://schemas.openxmlformats.org/officeDocument/2006/relationships/customXml" Target="../ink/ink119.xml"/><Relationship Id="rId30" Type="http://schemas.openxmlformats.org/officeDocument/2006/relationships/customXml" Target="../ink/ink1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9.xml"/><Relationship Id="rId18" Type="http://schemas.openxmlformats.org/officeDocument/2006/relationships/image" Target="../media/image51.png"/><Relationship Id="rId26" Type="http://schemas.openxmlformats.org/officeDocument/2006/relationships/image" Target="../media/image55.png"/><Relationship Id="rId3" Type="http://schemas.openxmlformats.org/officeDocument/2006/relationships/customXml" Target="../ink/ink124.xml"/><Relationship Id="rId21" Type="http://schemas.openxmlformats.org/officeDocument/2006/relationships/customXml" Target="../ink/ink133.xml"/><Relationship Id="rId7" Type="http://schemas.openxmlformats.org/officeDocument/2006/relationships/customXml" Target="../ink/ink126.xml"/><Relationship Id="rId12" Type="http://schemas.openxmlformats.org/officeDocument/2006/relationships/image" Target="../media/image48.png"/><Relationship Id="rId17" Type="http://schemas.openxmlformats.org/officeDocument/2006/relationships/customXml" Target="../ink/ink131.xml"/><Relationship Id="rId25" Type="http://schemas.openxmlformats.org/officeDocument/2006/relationships/customXml" Target="../ink/ink135.xml"/><Relationship Id="rId33" Type="http://schemas.openxmlformats.org/officeDocument/2006/relationships/image" Target="../media/image60.png"/><Relationship Id="rId2" Type="http://schemas.openxmlformats.org/officeDocument/2006/relationships/image" Target="../media/image43.png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29" Type="http://schemas.openxmlformats.org/officeDocument/2006/relationships/customXml" Target="../ink/ink1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customXml" Target="../ink/ink128.xml"/><Relationship Id="rId24" Type="http://schemas.openxmlformats.org/officeDocument/2006/relationships/image" Target="../media/image54.png"/><Relationship Id="rId32" Type="http://schemas.openxmlformats.org/officeDocument/2006/relationships/image" Target="../media/image59.png"/><Relationship Id="rId5" Type="http://schemas.openxmlformats.org/officeDocument/2006/relationships/customXml" Target="../ink/ink125.xml"/><Relationship Id="rId15" Type="http://schemas.openxmlformats.org/officeDocument/2006/relationships/customXml" Target="../ink/ink130.xml"/><Relationship Id="rId23" Type="http://schemas.openxmlformats.org/officeDocument/2006/relationships/customXml" Target="../ink/ink134.xml"/><Relationship Id="rId28" Type="http://schemas.openxmlformats.org/officeDocument/2006/relationships/image" Target="../media/image56.png"/><Relationship Id="rId10" Type="http://schemas.openxmlformats.org/officeDocument/2006/relationships/image" Target="../media/image47.png"/><Relationship Id="rId19" Type="http://schemas.openxmlformats.org/officeDocument/2006/relationships/customXml" Target="../ink/ink132.xml"/><Relationship Id="rId31" Type="http://schemas.openxmlformats.org/officeDocument/2006/relationships/image" Target="../media/image58.png"/><Relationship Id="rId4" Type="http://schemas.openxmlformats.org/officeDocument/2006/relationships/image" Target="../media/image44.png"/><Relationship Id="rId9" Type="http://schemas.openxmlformats.org/officeDocument/2006/relationships/customXml" Target="../ink/ink127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Relationship Id="rId27" Type="http://schemas.openxmlformats.org/officeDocument/2006/relationships/customXml" Target="../ink/ink136.xml"/><Relationship Id="rId30" Type="http://schemas.openxmlformats.org/officeDocument/2006/relationships/image" Target="../media/image57.png"/><Relationship Id="rId8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142.xml"/><Relationship Id="rId18" Type="http://schemas.openxmlformats.org/officeDocument/2006/relationships/image" Target="../media/image54.png"/><Relationship Id="rId3" Type="http://schemas.openxmlformats.org/officeDocument/2006/relationships/image" Target="../media/image62.png"/><Relationship Id="rId21" Type="http://schemas.openxmlformats.org/officeDocument/2006/relationships/customXml" Target="../ink/ink146.xml"/><Relationship Id="rId7" Type="http://schemas.openxmlformats.org/officeDocument/2006/relationships/customXml" Target="../ink/ink139.xml"/><Relationship Id="rId12" Type="http://schemas.openxmlformats.org/officeDocument/2006/relationships/image" Target="../media/image51.png"/><Relationship Id="rId17" Type="http://schemas.openxmlformats.org/officeDocument/2006/relationships/customXml" Target="../ink/ink144.xml"/><Relationship Id="rId25" Type="http://schemas.openxmlformats.org/officeDocument/2006/relationships/image" Target="../media/image64.png"/><Relationship Id="rId2" Type="http://schemas.openxmlformats.org/officeDocument/2006/relationships/image" Target="../media/image61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customXml" Target="../ink/ink141.xml"/><Relationship Id="rId24" Type="http://schemas.openxmlformats.org/officeDocument/2006/relationships/image" Target="../media/image57.png"/><Relationship Id="rId5" Type="http://schemas.openxmlformats.org/officeDocument/2006/relationships/customXml" Target="../ink/ink138.xml"/><Relationship Id="rId15" Type="http://schemas.openxmlformats.org/officeDocument/2006/relationships/customXml" Target="../ink/ink143.xml"/><Relationship Id="rId23" Type="http://schemas.openxmlformats.org/officeDocument/2006/relationships/customXml" Target="../ink/ink147.xml"/><Relationship Id="rId10" Type="http://schemas.openxmlformats.org/officeDocument/2006/relationships/image" Target="../media/image50.png"/><Relationship Id="rId19" Type="http://schemas.openxmlformats.org/officeDocument/2006/relationships/customXml" Target="../ink/ink145.xml"/><Relationship Id="rId4" Type="http://schemas.openxmlformats.org/officeDocument/2006/relationships/image" Target="../media/image63.png"/><Relationship Id="rId9" Type="http://schemas.openxmlformats.org/officeDocument/2006/relationships/customXml" Target="../ink/ink140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152.xml"/><Relationship Id="rId18" Type="http://schemas.openxmlformats.org/officeDocument/2006/relationships/image" Target="../media/image54.png"/><Relationship Id="rId3" Type="http://schemas.openxmlformats.org/officeDocument/2006/relationships/image" Target="../media/image70.png"/><Relationship Id="rId21" Type="http://schemas.openxmlformats.org/officeDocument/2006/relationships/customXml" Target="../ink/ink156.xml"/><Relationship Id="rId7" Type="http://schemas.openxmlformats.org/officeDocument/2006/relationships/customXml" Target="../ink/ink149.xml"/><Relationship Id="rId12" Type="http://schemas.openxmlformats.org/officeDocument/2006/relationships/image" Target="../media/image51.png"/><Relationship Id="rId17" Type="http://schemas.openxmlformats.org/officeDocument/2006/relationships/customXml" Target="../ink/ink154.xml"/><Relationship Id="rId2" Type="http://schemas.openxmlformats.org/officeDocument/2006/relationships/image" Target="../media/image69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customXml" Target="../ink/ink151.xml"/><Relationship Id="rId24" Type="http://schemas.openxmlformats.org/officeDocument/2006/relationships/image" Target="../media/image57.png"/><Relationship Id="rId5" Type="http://schemas.openxmlformats.org/officeDocument/2006/relationships/customXml" Target="../ink/ink148.xml"/><Relationship Id="rId15" Type="http://schemas.openxmlformats.org/officeDocument/2006/relationships/customXml" Target="../ink/ink153.xml"/><Relationship Id="rId23" Type="http://schemas.openxmlformats.org/officeDocument/2006/relationships/customXml" Target="../ink/ink157.xml"/><Relationship Id="rId10" Type="http://schemas.openxmlformats.org/officeDocument/2006/relationships/image" Target="../media/image50.png"/><Relationship Id="rId19" Type="http://schemas.openxmlformats.org/officeDocument/2006/relationships/customXml" Target="../ink/ink155.xml"/><Relationship Id="rId4" Type="http://schemas.openxmlformats.org/officeDocument/2006/relationships/image" Target="../media/image71.png"/><Relationship Id="rId9" Type="http://schemas.openxmlformats.org/officeDocument/2006/relationships/customXml" Target="../ink/ink150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1.xml"/><Relationship Id="rId13" Type="http://schemas.openxmlformats.org/officeDocument/2006/relationships/image" Target="../media/image77.png"/><Relationship Id="rId18" Type="http://schemas.openxmlformats.org/officeDocument/2006/relationships/customXml" Target="../ink/ink166.xml"/><Relationship Id="rId3" Type="http://schemas.openxmlformats.org/officeDocument/2006/relationships/image" Target="../media/image72.png"/><Relationship Id="rId21" Type="http://schemas.openxmlformats.org/officeDocument/2006/relationships/image" Target="../media/image81.png"/><Relationship Id="rId7" Type="http://schemas.openxmlformats.org/officeDocument/2006/relationships/image" Target="../media/image74.png"/><Relationship Id="rId12" Type="http://schemas.openxmlformats.org/officeDocument/2006/relationships/customXml" Target="../ink/ink163.xml"/><Relationship Id="rId17" Type="http://schemas.openxmlformats.org/officeDocument/2006/relationships/image" Target="../media/image79.png"/><Relationship Id="rId2" Type="http://schemas.openxmlformats.org/officeDocument/2006/relationships/customXml" Target="../ink/ink158.xml"/><Relationship Id="rId16" Type="http://schemas.openxmlformats.org/officeDocument/2006/relationships/customXml" Target="../ink/ink165.xml"/><Relationship Id="rId20" Type="http://schemas.openxmlformats.org/officeDocument/2006/relationships/customXml" Target="../ink/ink16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0.xml"/><Relationship Id="rId11" Type="http://schemas.openxmlformats.org/officeDocument/2006/relationships/image" Target="../media/image76.png"/><Relationship Id="rId5" Type="http://schemas.openxmlformats.org/officeDocument/2006/relationships/image" Target="../media/image73.png"/><Relationship Id="rId15" Type="http://schemas.openxmlformats.org/officeDocument/2006/relationships/image" Target="../media/image78.png"/><Relationship Id="rId10" Type="http://schemas.openxmlformats.org/officeDocument/2006/relationships/customXml" Target="../ink/ink162.xml"/><Relationship Id="rId19" Type="http://schemas.openxmlformats.org/officeDocument/2006/relationships/image" Target="../media/image80.png"/><Relationship Id="rId4" Type="http://schemas.openxmlformats.org/officeDocument/2006/relationships/customXml" Target="../ink/ink159.xml"/><Relationship Id="rId9" Type="http://schemas.openxmlformats.org/officeDocument/2006/relationships/image" Target="../media/image75.png"/><Relationship Id="rId14" Type="http://schemas.openxmlformats.org/officeDocument/2006/relationships/customXml" Target="../ink/ink16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6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71.xml"/><Relationship Id="rId5" Type="http://schemas.openxmlformats.org/officeDocument/2006/relationships/customXml" Target="../ink/ink170.xml"/><Relationship Id="rId4" Type="http://schemas.openxmlformats.org/officeDocument/2006/relationships/customXml" Target="../ink/ink16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177.xml"/><Relationship Id="rId18" Type="http://schemas.openxmlformats.org/officeDocument/2006/relationships/image" Target="../media/image10.png"/><Relationship Id="rId26" Type="http://schemas.openxmlformats.org/officeDocument/2006/relationships/customXml" Target="../ink/ink185.xml"/><Relationship Id="rId3" Type="http://schemas.openxmlformats.org/officeDocument/2006/relationships/customXml" Target="../ink/ink172.xml"/><Relationship Id="rId21" Type="http://schemas.openxmlformats.org/officeDocument/2006/relationships/customXml" Target="../ink/ink181.xml"/><Relationship Id="rId7" Type="http://schemas.openxmlformats.org/officeDocument/2006/relationships/customXml" Target="../ink/ink174.xml"/><Relationship Id="rId12" Type="http://schemas.openxmlformats.org/officeDocument/2006/relationships/image" Target="../media/image7.png"/><Relationship Id="rId17" Type="http://schemas.openxmlformats.org/officeDocument/2006/relationships/customXml" Target="../ink/ink179.xml"/><Relationship Id="rId25" Type="http://schemas.openxmlformats.org/officeDocument/2006/relationships/customXml" Target="../ink/ink184.xml"/><Relationship Id="rId2" Type="http://schemas.openxmlformats.org/officeDocument/2006/relationships/image" Target="../media/image8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176.xml"/><Relationship Id="rId24" Type="http://schemas.openxmlformats.org/officeDocument/2006/relationships/customXml" Target="../ink/ink183.xml"/><Relationship Id="rId32" Type="http://schemas.openxmlformats.org/officeDocument/2006/relationships/customXml" Target="../ink/ink191.xml"/><Relationship Id="rId5" Type="http://schemas.openxmlformats.org/officeDocument/2006/relationships/customXml" Target="../ink/ink173.xml"/><Relationship Id="rId15" Type="http://schemas.openxmlformats.org/officeDocument/2006/relationships/customXml" Target="../ink/ink178.xml"/><Relationship Id="rId23" Type="http://schemas.openxmlformats.org/officeDocument/2006/relationships/customXml" Target="../ink/ink182.xml"/><Relationship Id="rId28" Type="http://schemas.openxmlformats.org/officeDocument/2006/relationships/customXml" Target="../ink/ink187.xml"/><Relationship Id="rId10" Type="http://schemas.openxmlformats.org/officeDocument/2006/relationships/image" Target="../media/image6.png"/><Relationship Id="rId19" Type="http://schemas.openxmlformats.org/officeDocument/2006/relationships/customXml" Target="../ink/ink180.xml"/><Relationship Id="rId31" Type="http://schemas.openxmlformats.org/officeDocument/2006/relationships/customXml" Target="../ink/ink190.xml"/><Relationship Id="rId4" Type="http://schemas.openxmlformats.org/officeDocument/2006/relationships/image" Target="../media/image3.png"/><Relationship Id="rId9" Type="http://schemas.openxmlformats.org/officeDocument/2006/relationships/customXml" Target="../ink/ink175.xml"/><Relationship Id="rId14" Type="http://schemas.openxmlformats.org/officeDocument/2006/relationships/image" Target="../media/image8.png"/><Relationship Id="rId22" Type="http://schemas.openxmlformats.org/officeDocument/2006/relationships/image" Target="../media/image37.png"/><Relationship Id="rId27" Type="http://schemas.openxmlformats.org/officeDocument/2006/relationships/customXml" Target="../ink/ink186.xml"/><Relationship Id="rId30" Type="http://schemas.openxmlformats.org/officeDocument/2006/relationships/customXml" Target="../ink/ink18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197.xml"/><Relationship Id="rId18" Type="http://schemas.openxmlformats.org/officeDocument/2006/relationships/image" Target="../media/image79.png"/><Relationship Id="rId3" Type="http://schemas.openxmlformats.org/officeDocument/2006/relationships/customXml" Target="../ink/ink192.xml"/><Relationship Id="rId21" Type="http://schemas.openxmlformats.org/officeDocument/2006/relationships/customXml" Target="../ink/ink201.xml"/><Relationship Id="rId7" Type="http://schemas.openxmlformats.org/officeDocument/2006/relationships/customXml" Target="../ink/ink194.xml"/><Relationship Id="rId12" Type="http://schemas.openxmlformats.org/officeDocument/2006/relationships/image" Target="../media/image76.png"/><Relationship Id="rId17" Type="http://schemas.openxmlformats.org/officeDocument/2006/relationships/customXml" Target="../ink/ink199.xml"/><Relationship Id="rId2" Type="http://schemas.openxmlformats.org/officeDocument/2006/relationships/image" Target="../media/image83.png"/><Relationship Id="rId16" Type="http://schemas.openxmlformats.org/officeDocument/2006/relationships/image" Target="../media/image7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customXml" Target="../ink/ink196.xml"/><Relationship Id="rId5" Type="http://schemas.openxmlformats.org/officeDocument/2006/relationships/customXml" Target="../ink/ink193.xml"/><Relationship Id="rId15" Type="http://schemas.openxmlformats.org/officeDocument/2006/relationships/customXml" Target="../ink/ink198.xml"/><Relationship Id="rId10" Type="http://schemas.openxmlformats.org/officeDocument/2006/relationships/image" Target="../media/image75.png"/><Relationship Id="rId19" Type="http://schemas.openxmlformats.org/officeDocument/2006/relationships/customXml" Target="../ink/ink200.xml"/><Relationship Id="rId4" Type="http://schemas.openxmlformats.org/officeDocument/2006/relationships/image" Target="../media/image72.png"/><Relationship Id="rId9" Type="http://schemas.openxmlformats.org/officeDocument/2006/relationships/customXml" Target="../ink/ink195.xml"/><Relationship Id="rId14" Type="http://schemas.openxmlformats.org/officeDocument/2006/relationships/image" Target="../media/image77.png"/><Relationship Id="rId22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Graph autoencoders</a:t>
            </a:r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AB41-358A-A152-53C9-BD8D356C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14254-53A4-3773-E9C8-CD37D298E1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Graphs Revisited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Graph Autoencoder – Part 1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57150" indent="0">
              <a:buNone/>
            </a:pPr>
            <a:r>
              <a:rPr lang="en-US" sz="2000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Lecture based on notes by Dr. Claire David</a:t>
            </a:r>
          </a:p>
          <a:p>
            <a:pPr marL="57150" indent="0">
              <a:buNone/>
            </a:pPr>
            <a:r>
              <a:rPr lang="en-US" sz="2000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African Institute of Mathematical Sciences, Cape Town, South Africa.</a:t>
            </a:r>
          </a:p>
        </p:txBody>
      </p:sp>
      <p:sp>
        <p:nvSpPr>
          <p:cNvPr id="655362" name="Rectangle 2">
            <a:extLst>
              <a:ext uri="{FF2B5EF4-FFF2-40B4-BE49-F238E27FC236}">
                <a16:creationId xmlns:a16="http://schemas.microsoft.com/office/drawing/2014/main" id="{0259532A-1DCE-93FF-36CC-7CDC01DD8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2452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6E2C-58E6-0C9E-8C5E-2CCB2065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A184F5-E5EB-8023-B80D-2D911B015A8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33CC"/>
                    </a:solidFill>
                  </a:rPr>
                  <a:t>graph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comprises </a:t>
                </a:r>
                <a:r>
                  <a:rPr lang="en-US" b="1" dirty="0">
                    <a:solidFill>
                      <a:srgbClr val="0033CC"/>
                    </a:solidFill>
                  </a:rPr>
                  <a:t>nodes</a:t>
                </a:r>
                <a:r>
                  <a:rPr lang="en-US" dirty="0"/>
                  <a:t> (or vertices)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0033CC"/>
                    </a:solidFill>
                  </a:rPr>
                  <a:t>edges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that model the connections between nodes.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Here is </a:t>
                </a:r>
                <a:r>
                  <a:rPr lang="en-US" b="1" dirty="0">
                    <a:solidFill>
                      <a:srgbClr val="0033CC"/>
                    </a:solidFill>
                  </a:rPr>
                  <a:t>fully-connected graph </a:t>
                </a:r>
                <a:r>
                  <a:rPr lang="en-US" dirty="0"/>
                  <a:t>containing </a:t>
                </a:r>
                <a:r>
                  <a:rPr lang="en-US" dirty="0">
                    <a:solidFill>
                      <a:srgbClr val="0033CC"/>
                    </a:solidFill>
                  </a:rPr>
                  <a:t>4</a:t>
                </a:r>
                <a:r>
                  <a:rPr lang="en-US" dirty="0"/>
                  <a:t> nodes and </a:t>
                </a:r>
                <a:r>
                  <a:rPr lang="en-US" dirty="0">
                    <a:solidFill>
                      <a:srgbClr val="0033CC"/>
                    </a:solidFill>
                  </a:rPr>
                  <a:t>16</a:t>
                </a:r>
                <a:r>
                  <a:rPr lang="en-US" dirty="0"/>
                  <a:t> edges.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A184F5-E5EB-8023-B80D-2D911B015A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4D535064-4AFC-F87F-0594-EF6A73B6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(1):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Graph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8CEE2D9-7288-8E8F-5603-AC2A0213995A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8CEE2D9-7288-8E8F-5603-AC2A021399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75170" y="1009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08702D-E83C-8328-175D-EEF17B07BA56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08702D-E83C-8328-175D-EEF17B07BA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1970" y="35927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2302F35-762D-A146-C830-48D85785B166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2302F35-762D-A146-C830-48D85785B1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48250" y="5939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790C08-FD95-1A75-0795-863F1BCDB33E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790C08-FD95-1A75-0795-863F1BCDB3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52530" y="30541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E406C3D-8A2D-9BBC-E5C7-556ED00963E1}"/>
                  </a:ext>
                </a:extLst>
              </p14:cNvPr>
              <p14:cNvContentPartPr/>
              <p14:nvPr/>
            </p14:nvContentPartPr>
            <p14:xfrm>
              <a:off x="8767035" y="1363995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E406C3D-8A2D-9BBC-E5C7-556ED00963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8395" y="135535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F832F22-3281-B8D3-9016-47B2E5A277B9}"/>
              </a:ext>
            </a:extLst>
          </p:cNvPr>
          <p:cNvGrpSpPr/>
          <p:nvPr/>
        </p:nvGrpSpPr>
        <p:grpSpPr>
          <a:xfrm>
            <a:off x="2667000" y="3062835"/>
            <a:ext cx="4572000" cy="3280815"/>
            <a:chOff x="2667000" y="3062835"/>
            <a:chExt cx="4572000" cy="32808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97DFE7A-FCD2-1BBC-AD0D-E2D7F645E06B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C66B06F-C6AB-C1B0-000B-3FDA3A9C14F6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3123F9DC-F4F2-BB79-37A4-3BBAE1FDC671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AA39495C-A15D-4D74-23DB-6439683579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C98AFCB4-2684-7EAB-ADAF-2B24433068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5293A4D5-F056-7F7C-0674-42B9F0F179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3C3166B3-23BB-0C32-1AFD-DCE8D4E50B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2" name="Ink 1">
                      <a:extLst>
                        <a:ext uri="{FF2B5EF4-FFF2-40B4-BE49-F238E27FC236}">
                          <a16:creationId xmlns:a16="http://schemas.microsoft.com/office/drawing/2014/main" id="{16BBAFDE-DB9C-9951-19BF-C5092F3B0D5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2" name="Ink 1">
                      <a:extLst>
                        <a:ext uri="{FF2B5EF4-FFF2-40B4-BE49-F238E27FC236}">
                          <a16:creationId xmlns:a16="http://schemas.microsoft.com/office/drawing/2014/main" id="{16BBAFDE-DB9C-9951-19BF-C5092F3B0D57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FBAAD7F0-A54C-7F9A-09E9-CC3172D423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FBAAD7F0-A54C-7F9A-09E9-CC3172D423DC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059581" y="4614914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F72ABA9F-0167-8DED-3CEC-35C7BEB283C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F72ABA9F-0167-8DED-3CEC-35C7BEB283CD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7128306" y="3917595"/>
                      <a:ext cx="1119857" cy="37340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5">
                  <p14:nvContentPartPr>
                    <p14:cNvPr id="12" name="Ink 11">
                      <a:extLst>
                        <a:ext uri="{FF2B5EF4-FFF2-40B4-BE49-F238E27FC236}">
                          <a16:creationId xmlns:a16="http://schemas.microsoft.com/office/drawing/2014/main" id="{1BA4B11B-7CA2-E5A8-7599-040261F6770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12" name="Ink 11">
                      <a:extLst>
                        <a:ext uri="{FF2B5EF4-FFF2-40B4-BE49-F238E27FC236}">
                          <a16:creationId xmlns:a16="http://schemas.microsoft.com/office/drawing/2014/main" id="{1BA4B11B-7CA2-E5A8-7599-040261F67708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7327419" y="4245555"/>
                      <a:ext cx="1143253" cy="177020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7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6EFFFB70-1DB5-BB31-9133-585F633791C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13" name="Ink 12">
                      <a:extLst>
                        <a:ext uri="{FF2B5EF4-FFF2-40B4-BE49-F238E27FC236}">
                          <a16:creationId xmlns:a16="http://schemas.microsoft.com/office/drawing/2014/main" id="{6EFFFB70-1DB5-BB31-9133-585F633791CB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5529907" y="4397509"/>
                      <a:ext cx="1298415" cy="13407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9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4ABB41D9-F8A5-641F-E696-3663525A646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14" name="Ink 13">
                      <a:extLst>
                        <a:ext uri="{FF2B5EF4-FFF2-40B4-BE49-F238E27FC236}">
                          <a16:creationId xmlns:a16="http://schemas.microsoft.com/office/drawing/2014/main" id="{4ABB41D9-F8A5-641F-E696-3663525A6461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5627499" y="3387314"/>
                      <a:ext cx="2896453" cy="59840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F870DBA4-11D2-4020-450D-F4A81DDED113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F870DBA4-11D2-4020-450D-F4A81DDED11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997512" y="3343071"/>
                    <a:ext cx="630975" cy="5631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A915BD8F-BB2C-5F40-2B5A-8679F43CE754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A915BD8F-BB2C-5F40-2B5A-8679F43CE754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311874" y="5891145"/>
                    <a:ext cx="648251" cy="4299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E29C0DBD-573B-4DBE-7BD8-B9F67BEDCE05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E29C0DBD-573B-4DBE-7BD8-B9F67BEDCE0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620190" y="3531710"/>
                    <a:ext cx="564738" cy="75824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833475-7159-0D53-07FD-8E3A508376C1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833475-7159-0D53-07FD-8E3A508376C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8817" y="3600366"/>
                  <a:ext cx="546480" cy="39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4556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EF88-C06E-5C9B-DC47-DD8356BD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962BAE-9F4B-133F-E1D1-76E3BBB5B6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33CC"/>
                </a:solidFill>
              </a:rPr>
              <a:t>message</a:t>
            </a:r>
            <a:r>
              <a:rPr lang="en-US" dirty="0"/>
              <a:t> is data passed from a </a:t>
            </a:r>
            <a:r>
              <a:rPr lang="en-US" b="1" dirty="0">
                <a:solidFill>
                  <a:srgbClr val="0033CC"/>
                </a:solidFill>
              </a:rPr>
              <a:t>source node</a:t>
            </a:r>
            <a:r>
              <a:rPr lang="en-US" dirty="0"/>
              <a:t> and received by a </a:t>
            </a:r>
            <a:r>
              <a:rPr lang="en-US" b="1" dirty="0">
                <a:solidFill>
                  <a:srgbClr val="0033CC"/>
                </a:solidFill>
              </a:rPr>
              <a:t>target node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33CC"/>
                </a:solidFill>
              </a:rPr>
              <a:t>Example</a:t>
            </a:r>
            <a:r>
              <a:rPr lang="en-US" dirty="0"/>
              <a:t>: Node </a:t>
            </a:r>
            <a:r>
              <a:rPr lang="en-US" b="1" dirty="0">
                <a:solidFill>
                  <a:srgbClr val="0033CC"/>
                </a:solidFill>
              </a:rPr>
              <a:t>2</a:t>
            </a:r>
            <a:r>
              <a:rPr lang="en-US" dirty="0"/>
              <a:t> is a target node, which receives messages from the source nodes 0, 1, 3, and from itself.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8E68C0-A345-F6B6-89F1-BC8751F6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(2):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Message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88BF6D2-8706-11F4-C7D4-37FBCE052366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88BF6D2-8706-11F4-C7D4-37FBCE0523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0FB6EA6-53E6-DEFB-0E9C-C2F47BC29C42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FB6EA6-53E6-DEFB-0E9C-C2F47BC29C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5E035A7-1D35-665F-4A5E-9804CAD9557B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5E035A7-1D35-665F-4A5E-9804CAD95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675F79-DAAA-6B74-71CF-7BBACA795E81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5675F79-DAAA-6B74-71CF-7BBACA795E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F349C38-0739-833C-E8E9-1A1977983AC1}"/>
                  </a:ext>
                </a:extLst>
              </p14:cNvPr>
              <p14:cNvContentPartPr/>
              <p14:nvPr/>
            </p14:nvContentPartPr>
            <p14:xfrm>
              <a:off x="8767035" y="1363995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F349C38-0739-833C-E8E9-1A1977983A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58035" y="13549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1389DE8-0DAD-5311-49EB-61DEDFDBBB72}"/>
                  </a:ext>
                </a:extLst>
              </p14:cNvPr>
              <p14:cNvContentPartPr/>
              <p14:nvPr/>
            </p14:nvContentPartPr>
            <p14:xfrm>
              <a:off x="-626517" y="1022385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1389DE8-0DAD-5311-49EB-61DEDFDBBB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35517" y="10137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AC16F2F-07B2-1221-468D-8BBC0DA19EF2}"/>
                  </a:ext>
                </a:extLst>
              </p14:cNvPr>
              <p14:cNvContentPartPr/>
              <p14:nvPr/>
            </p14:nvContentPartPr>
            <p14:xfrm>
              <a:off x="-620397" y="63646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AC16F2F-07B2-1221-468D-8BBC0DA19E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638037" y="61882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458224C-262A-7F87-9C58-76AFE4EC288A}"/>
              </a:ext>
            </a:extLst>
          </p:cNvPr>
          <p:cNvGrpSpPr/>
          <p:nvPr/>
        </p:nvGrpSpPr>
        <p:grpSpPr>
          <a:xfrm>
            <a:off x="2761605" y="3315225"/>
            <a:ext cx="4107460" cy="2956567"/>
            <a:chOff x="2761605" y="3315225"/>
            <a:chExt cx="4107460" cy="295656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A898FDA-5D8D-4C37-3C30-513E211C8720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FF3B864-E96C-5037-29EC-C63DEB338D95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9EC18BA8-60C9-6BE4-D5EA-4CFEF8128D8E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ED0535BB-9624-8C2E-ABD5-EE102A99B0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10CCEABC-D233-2D08-179C-907440F63A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1CC6CF74-A4AD-8A49-0D98-104A45103F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51A4722C-8F8D-EEE5-52DD-16BFE281AC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12">
                  <p14:nvContentPartPr>
                    <p14:cNvPr id="2" name="Ink 1">
                      <a:extLst>
                        <a:ext uri="{FF2B5EF4-FFF2-40B4-BE49-F238E27FC236}">
                          <a16:creationId xmlns:a16="http://schemas.microsoft.com/office/drawing/2014/main" id="{17CE725B-7CB8-728B-EBF3-D3B8E1881B0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2" name="Ink 1">
                      <a:extLst>
                        <a:ext uri="{FF2B5EF4-FFF2-40B4-BE49-F238E27FC236}">
                          <a16:creationId xmlns:a16="http://schemas.microsoft.com/office/drawing/2014/main" id="{17CE725B-7CB8-728B-EBF3-D3B8E1881B00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4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E6688390-D2FB-80D3-AE21-9FBDD3281C3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E6688390-D2FB-80D3-AE21-9FBDD3281C30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6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7EE89AFB-A194-9F1E-F83B-F3B466F5A73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7EE89AFB-A194-9F1E-F83B-F3B466F5A731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8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39C4545B-DAE8-1A7B-2F9C-B37A33967FBD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39C4545B-DAE8-1A7B-2F9C-B37A33967FBD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64D19C-6953-A619-6741-960FAA31D9A6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64D19C-6953-A619-6741-960FAA31D9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2878DE-CAAE-6641-10D9-61381AB86D5A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2878DE-CAAE-6641-10D9-61381AB86D5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88DE08E-6BAD-EB11-846A-5E825820B266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F50BA7FA-038E-6EEC-EBC8-36CBD907E27D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F50BA7FA-038E-6EEC-EBC8-36CBD907E27D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BF87FA07-C7AD-88EE-C89D-E80E45419D09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BF87FA07-C7AD-88EE-C89D-E80E45419D09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6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4EA2D2AA-841F-C318-3AC8-55D06C28B834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4EA2D2AA-841F-C318-3AC8-55D06C28B834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2BF7C2-512A-F62E-B1B3-7B6E1A665CD7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2BF7C2-512A-F62E-B1B3-7B6E1A665C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816A0E-A1D2-8A68-5DBC-B055401452F9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816A0E-A1D2-8A68-5DBC-B055401452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4734FF-656F-781D-BAD7-82546083C922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4734FF-656F-781D-BAD7-82546083C9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09835F-45BE-815E-F39C-A24002F5448F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09835F-45BE-815E-F39C-A24002F544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48CCF45-78F9-5B98-B842-5552C17F6089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C7FC1791-EE90-5BE0-84D5-CBA02A2BD2C5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C7FC1791-EE90-5BE0-84D5-CBA02A2BD2C5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39FD7CDC-8DA3-AB8B-97EE-D6D28C280F72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39FD7CDC-8DA3-AB8B-97EE-D6D28C280F72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55ACE5-348D-9B98-3711-D2F80EE7A17D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55ACE5-348D-9B98-3711-D2F80EE7A17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574779-8B6D-95FD-216D-4F7ECEC58146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574779-8B6D-95FD-216D-4F7ECEC5814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4C0BAD1-6AA1-EFB2-EE70-9733BA26C7F2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4C0BAD1-6AA1-EFB2-EE70-9733BA26C7F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59189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02CE-E35C-1F5D-7F40-ED9C108B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01CEBBA-4B3E-BC04-7A46-54712B8A27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node has a </a:t>
                </a:r>
                <a:r>
                  <a:rPr lang="en-US" b="1" dirty="0">
                    <a:solidFill>
                      <a:srgbClr val="0033CC"/>
                    </a:solidFill>
                  </a:rPr>
                  <a:t>node index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a </a:t>
                </a:r>
                <a:r>
                  <a:rPr lang="en-US" b="1" dirty="0">
                    <a:solidFill>
                      <a:srgbClr val="0033CC"/>
                    </a:solidFill>
                  </a:rPr>
                  <a:t>feature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An edge has an </a:t>
                </a:r>
                <a:r>
                  <a:rPr lang="en-US" b="1" dirty="0">
                    <a:solidFill>
                      <a:srgbClr val="0033CC"/>
                    </a:solidFill>
                  </a:rPr>
                  <a:t>edge index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feature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the target node index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 index of the source node.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message is a </a:t>
                </a:r>
                <a:br>
                  <a:rPr lang="en-US" dirty="0"/>
                </a:b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01CEBBA-4B3E-BC04-7A46-54712B8A2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AA12B0AD-B491-2E02-1343-80603A9C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(3):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Index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C33C049-AE04-D6B3-9907-770BA5FD7D64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C33C049-AE04-D6B3-9907-770BA5FD7D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549F8E-6C06-8F13-522D-4711ACA85034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549F8E-6C06-8F13-522D-4711ACA850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C6EA759-C71C-6D95-7F11-758FAAF1B97A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C6EA759-C71C-6D95-7F11-758FAAF1B9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E922FA-6C93-BE16-7CB9-E2F5342006B1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E922FA-6C93-BE16-7CB9-E2F5342006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CB9F30B-CD04-FACB-92FB-14D3668A1F83}"/>
                  </a:ext>
                </a:extLst>
              </p14:cNvPr>
              <p14:cNvContentPartPr/>
              <p14:nvPr/>
            </p14:nvContentPartPr>
            <p14:xfrm>
              <a:off x="8767035" y="1363995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CB9F30B-CD04-FACB-92FB-14D3668A1F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8035" y="135499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2D747E1-1D93-4CBD-AE4F-C2C0E54B065B}"/>
              </a:ext>
            </a:extLst>
          </p:cNvPr>
          <p:cNvGrpSpPr/>
          <p:nvPr/>
        </p:nvGrpSpPr>
        <p:grpSpPr>
          <a:xfrm>
            <a:off x="2667000" y="3062835"/>
            <a:ext cx="4572000" cy="3280815"/>
            <a:chOff x="2667000" y="3062835"/>
            <a:chExt cx="4572000" cy="32808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B098D72-C740-B15D-8748-A7164B54F398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820FFC9-B329-293D-FEBB-7E610DCBA252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26B49CA1-5417-745D-6BB2-3CA61BE9B7B4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CAF9E7F7-3A9B-86A4-8E2C-20B8AC6C43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EBF3ACB8-F6AC-DE16-D349-1FC19BC496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B5AAA4D0-7F57-A235-3D7C-69E311998F8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3554E9BC-2821-ECA5-2F38-C8153AFCE4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2" name="Ink 1">
                      <a:extLst>
                        <a:ext uri="{FF2B5EF4-FFF2-40B4-BE49-F238E27FC236}">
                          <a16:creationId xmlns:a16="http://schemas.microsoft.com/office/drawing/2014/main" id="{E4CE6B00-A7E3-C1FE-4B18-73355AB647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2" name="Ink 1">
                      <a:extLst>
                        <a:ext uri="{FF2B5EF4-FFF2-40B4-BE49-F238E27FC236}">
                          <a16:creationId xmlns:a16="http://schemas.microsoft.com/office/drawing/2014/main" id="{E4CE6B00-A7E3-C1FE-4B18-73355AB64774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DF2FBF57-343F-E22C-E339-179EF91A12D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DF2FBF57-343F-E22C-E339-179EF91A12DF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7E97D230-ABFA-48BD-BA59-95A9BBF2CD1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7E97D230-ABFA-48BD-BA59-95A9BBF2CD1E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5">
                  <p14:nvContentPartPr>
                    <p14:cNvPr id="12" name="Ink 11">
                      <a:extLst>
                        <a:ext uri="{FF2B5EF4-FFF2-40B4-BE49-F238E27FC236}">
                          <a16:creationId xmlns:a16="http://schemas.microsoft.com/office/drawing/2014/main" id="{DE25ACD3-F6F6-B592-C473-CC79CD8F4B9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12" name="Ink 11">
                      <a:extLst>
                        <a:ext uri="{FF2B5EF4-FFF2-40B4-BE49-F238E27FC236}">
                          <a16:creationId xmlns:a16="http://schemas.microsoft.com/office/drawing/2014/main" id="{DE25ACD3-F6F6-B592-C473-CC79CD8F4B97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7327419" y="4245230"/>
                      <a:ext cx="1143253" cy="177020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7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D2625A01-373C-9192-3FBB-37D94A8BAC8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13" name="Ink 12">
                      <a:extLst>
                        <a:ext uri="{FF2B5EF4-FFF2-40B4-BE49-F238E27FC236}">
                          <a16:creationId xmlns:a16="http://schemas.microsoft.com/office/drawing/2014/main" id="{D2625A01-373C-9192-3FBB-37D94A8BAC81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5529578" y="4397509"/>
                      <a:ext cx="1298415" cy="13407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9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776D45D4-AF34-2623-5374-72FF566708E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14" name="Ink 13">
                      <a:extLst>
                        <a:ext uri="{FF2B5EF4-FFF2-40B4-BE49-F238E27FC236}">
                          <a16:creationId xmlns:a16="http://schemas.microsoft.com/office/drawing/2014/main" id="{776D45D4-AF34-2623-5374-72FF566708EC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5627499" y="3386984"/>
                      <a:ext cx="2896453" cy="59841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D12C3472-10EF-51E0-5030-2BA1C4FBD301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D12C3472-10EF-51E0-5030-2BA1C4FBD301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997183" y="3343071"/>
                    <a:ext cx="630975" cy="5631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A8DB3664-841A-C706-DAA5-5316677399C4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A8DB3664-841A-C706-DAA5-5316677399C4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311541" y="5891151"/>
                    <a:ext cx="648260" cy="4299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0246E4CB-7D11-DC1C-4098-917612466D21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0246E4CB-7D11-DC1C-4098-917612466D21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619862" y="3531710"/>
                    <a:ext cx="564738" cy="75824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77316D-A232-8BCF-34F2-C1039D12370A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77316D-A232-8BCF-34F2-C1039D1237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8817" y="3600006"/>
                  <a:ext cx="546480" cy="39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06877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30DB-1EAD-CED1-F17D-D10F6CEF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71CB3F-2367-02BF-DA06-121D40BD0C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messages received are processed through an </a:t>
            </a:r>
            <a:r>
              <a:rPr lang="en-US" b="1" dirty="0">
                <a:solidFill>
                  <a:srgbClr val="0033CC"/>
                </a:solidFill>
              </a:rPr>
              <a:t>aggregation </a:t>
            </a:r>
            <a:r>
              <a:rPr lang="en-US" dirty="0"/>
              <a:t>function, which outputs a vector of attributes that replace the existing attributes of the target node.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Consider node 2. It receives messages from nodes 0, 1, 3</a:t>
            </a:r>
            <a:br>
              <a:rPr lang="en-US" dirty="0"/>
            </a:br>
            <a:r>
              <a:rPr lang="en-US" dirty="0"/>
              <a:t>and from itself and uses these</a:t>
            </a:r>
            <a:br>
              <a:rPr lang="en-US" dirty="0"/>
            </a:br>
            <a:r>
              <a:rPr lang="en-US" dirty="0"/>
              <a:t>messages to update its own </a:t>
            </a:r>
            <a:br>
              <a:rPr lang="en-US" dirty="0"/>
            </a:br>
            <a:r>
              <a:rPr lang="en-US" dirty="0"/>
              <a:t>attributes.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typical aggregation is just a vectorial </a:t>
            </a:r>
            <a:br>
              <a:rPr lang="en-US" dirty="0"/>
            </a:br>
            <a:r>
              <a:rPr lang="en-US" dirty="0"/>
              <a:t>sum of the messages. 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8850FF6-CE1E-B58F-3342-305EEA96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(4):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Aggregation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D6F0813-2FEF-48C0-F55F-716029D0C615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D6F0813-2FEF-48C0-F55F-716029D0C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8CF99B-682B-DD28-6C20-9A3B1C3379AC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8CF99B-682B-DD28-6C20-9A3B1C337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6720560-41FB-0D3D-E3A8-99105BCAD35D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6720560-41FB-0D3D-E3A8-99105BCAD3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BE928B-E668-8CE1-EB05-153AC1C1DD33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BE928B-E668-8CE1-EB05-153AC1C1DD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49898929-3B95-1AC7-15AE-6BF838B1BD1C}"/>
              </a:ext>
            </a:extLst>
          </p:cNvPr>
          <p:cNvGrpSpPr/>
          <p:nvPr/>
        </p:nvGrpSpPr>
        <p:grpSpPr>
          <a:xfrm>
            <a:off x="4807940" y="3315225"/>
            <a:ext cx="4107460" cy="2956567"/>
            <a:chOff x="2761605" y="3315225"/>
            <a:chExt cx="4107460" cy="295656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27AA8F4-7EA1-6498-D487-4BCD854159A2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1DAB549-8EE7-08EC-534A-B0FD0984E16D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A9B78A2-3216-649F-5266-659588516E26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AF7594E6-D8E1-F82C-5E8E-5A7ACD8307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79" name="Oval 78">
                    <a:extLst>
                      <a:ext uri="{FF2B5EF4-FFF2-40B4-BE49-F238E27FC236}">
                        <a16:creationId xmlns:a16="http://schemas.microsoft.com/office/drawing/2014/main" id="{0A8ADAF4-D858-248E-E05A-2752637A16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AEAC8A91-3A44-17D5-F132-AEB25CDE48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8690871E-B040-9D3D-8430-36AD086C79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75" name="Ink 74">
                      <a:extLst>
                        <a:ext uri="{FF2B5EF4-FFF2-40B4-BE49-F238E27FC236}">
                          <a16:creationId xmlns:a16="http://schemas.microsoft.com/office/drawing/2014/main" id="{319BE140-36A3-F32F-5010-314A074F5AB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75" name="Ink 74">
                      <a:extLst>
                        <a:ext uri="{FF2B5EF4-FFF2-40B4-BE49-F238E27FC236}">
                          <a16:creationId xmlns:a16="http://schemas.microsoft.com/office/drawing/2014/main" id="{319BE140-36A3-F32F-5010-314A074F5AB3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76" name="Ink 75">
                      <a:extLst>
                        <a:ext uri="{FF2B5EF4-FFF2-40B4-BE49-F238E27FC236}">
                          <a16:creationId xmlns:a16="http://schemas.microsoft.com/office/drawing/2014/main" id="{266332F5-357D-F00B-1785-FC67D8BCEE8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76" name="Ink 75">
                      <a:extLst>
                        <a:ext uri="{FF2B5EF4-FFF2-40B4-BE49-F238E27FC236}">
                          <a16:creationId xmlns:a16="http://schemas.microsoft.com/office/drawing/2014/main" id="{266332F5-357D-F00B-1785-FC67D8BCEE80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77" name="Ink 76">
                      <a:extLst>
                        <a:ext uri="{FF2B5EF4-FFF2-40B4-BE49-F238E27FC236}">
                          <a16:creationId xmlns:a16="http://schemas.microsoft.com/office/drawing/2014/main" id="{932F556D-5BDD-6641-E431-FC4B462B763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77" name="Ink 76">
                      <a:extLst>
                        <a:ext uri="{FF2B5EF4-FFF2-40B4-BE49-F238E27FC236}">
                          <a16:creationId xmlns:a16="http://schemas.microsoft.com/office/drawing/2014/main" id="{932F556D-5BDD-6641-E431-FC4B462B7630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79804DDB-AF1F-C0D0-66FA-8468C712B81C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79804DDB-AF1F-C0D0-66FA-8468C712B81C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E93E38-97C9-C093-ACD2-99F12441A475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E93E38-97C9-C093-ACD2-99F12441A4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E74B81-03D4-FE61-36E1-3748EF98FD42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E74B81-03D4-FE61-36E1-3748EF98FD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FC9AF09-9C33-8DA4-315B-745AEFAE90E5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1AEC64F5-4CAA-C31C-8187-04E7FE015725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1AEC64F5-4CAA-C31C-8187-04E7FE015725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73FCE8E8-023B-B471-A843-89FF05899F29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73FCE8E8-023B-B471-A843-89FF05899F2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C053D167-89E8-4110-FFC5-31C61A8F1106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C053D167-89E8-4110-FFC5-31C61A8F1106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9B162FD-B5F8-B993-758B-D199BD94A380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9B162FD-B5F8-B993-758B-D199BD94A3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A7A763-B6E0-47D3-12D2-BF830D3F1821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A7A763-B6E0-47D3-12D2-BF830D3F18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F7876D-FCC0-29D6-DDC7-416A3BE7093C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F7876D-FCC0-29D6-DDC7-416A3BE709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6212A2-1DEC-D64A-0BAD-65BF0D2AA010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6212A2-1DEC-D64A-0BAD-65BF0D2AA01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135EE9A-4C1B-A304-AAA7-0C207CB0FC04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DC67275F-1F87-96DF-22D3-BE5C3DD1C8D0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DC67275F-1F87-96DF-22D3-BE5C3DD1C8D0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0195CC1B-79C2-823C-EA7B-CFB4854063E4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0195CC1B-79C2-823C-EA7B-CFB4854063E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1B033B3-1989-EE99-DCC5-04E0D88EEFD6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1B033B3-1989-EE99-DCC5-04E0D88EEFD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29F8B0-38C6-085F-A571-757A494C73C5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29F8B0-38C6-085F-A571-757A494C73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8094C24-7973-7259-FC4D-6473ADBCC1F8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8094C24-7973-7259-FC4D-6473ADBCC1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62999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6833-5981-A4F5-6D19-7646C290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5DB1B9-AC7D-AB5F-19E2-C95B45D3E6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Aggregation in graphs is the analog of convolution in convolutional neural networks and, therefore, it is referred to as </a:t>
            </a:r>
            <a:r>
              <a:rPr lang="en-US" b="1" dirty="0">
                <a:solidFill>
                  <a:srgbClr val="0033CC"/>
                </a:solidFill>
              </a:rPr>
              <a:t>graph convolution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a CNN, the analog of the source nodes are the nearest neighbor pixels of a given</a:t>
            </a:r>
            <a:br>
              <a:rPr lang="en-US" dirty="0"/>
            </a:br>
            <a:r>
              <a:rPr lang="en-US" dirty="0"/>
              <a:t>pixel, while the given</a:t>
            </a:r>
            <a:br>
              <a:rPr lang="en-US" dirty="0"/>
            </a:br>
            <a:r>
              <a:rPr lang="en-US" dirty="0"/>
              <a:t>pixel is the analog of the</a:t>
            </a:r>
            <a:br>
              <a:rPr lang="en-US" dirty="0"/>
            </a:br>
            <a:r>
              <a:rPr lang="en-US" dirty="0"/>
              <a:t>target node.</a:t>
            </a:r>
            <a:br>
              <a:rPr lang="en-US" dirty="0"/>
            </a:br>
            <a:br>
              <a:rPr lang="en-US" dirty="0"/>
            </a:b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95DF1AD-5A52-0D95-5AE7-4C835A64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(5):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Graph Conv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B090C6-DE6D-802B-724F-3DBB21CA4D1F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B090C6-DE6D-802B-724F-3DBB21CA4D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D4D4AA-536B-7F6B-94E4-339EA1EEC5D3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D4D4AA-536B-7F6B-94E4-339EA1EEC5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FE4298E-D26B-24DE-20E2-884E6097B924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FE4298E-D26B-24DE-20E2-884E6097B9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B5823A8-2FD0-A377-4982-C3E1CA348A3E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B5823A8-2FD0-A377-4982-C3E1CA348A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A4EDB6A-EAD1-E7E6-DBB5-79EF1AD9545B}"/>
              </a:ext>
            </a:extLst>
          </p:cNvPr>
          <p:cNvGrpSpPr/>
          <p:nvPr/>
        </p:nvGrpSpPr>
        <p:grpSpPr>
          <a:xfrm>
            <a:off x="4503140" y="3315225"/>
            <a:ext cx="4107460" cy="2956567"/>
            <a:chOff x="2761605" y="3315225"/>
            <a:chExt cx="4107460" cy="2956567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394A3CB-DA90-F8FF-2A6A-F8B7BB63CCA1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FCE0FA39-C7D6-D530-DFC0-7DF5248F3272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960E6A7D-E808-237E-1889-932BB8A04B62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B01CD833-462B-6598-3263-09CECECDED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4265CA6D-352A-EE60-7F44-CC6F91F3D6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6DC91567-6AD1-C36E-81E2-D9C628E407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D638E0C8-C2C5-BFE6-FD22-5F03611141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63" name="Ink 62">
                      <a:extLst>
                        <a:ext uri="{FF2B5EF4-FFF2-40B4-BE49-F238E27FC236}">
                          <a16:creationId xmlns:a16="http://schemas.microsoft.com/office/drawing/2014/main" id="{644CD1E6-4C29-51DF-3E78-B1477DDADAA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644CD1E6-4C29-51DF-3E78-B1477DDADAAD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64" name="Ink 63">
                      <a:extLst>
                        <a:ext uri="{FF2B5EF4-FFF2-40B4-BE49-F238E27FC236}">
                          <a16:creationId xmlns:a16="http://schemas.microsoft.com/office/drawing/2014/main" id="{4C2084B5-E09C-EAE7-470B-ED51D33C95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64" name="Ink 63">
                      <a:extLst>
                        <a:ext uri="{FF2B5EF4-FFF2-40B4-BE49-F238E27FC236}">
                          <a16:creationId xmlns:a16="http://schemas.microsoft.com/office/drawing/2014/main" id="{4C2084B5-E09C-EAE7-470B-ED51D33C958F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65" name="Ink 64">
                      <a:extLst>
                        <a:ext uri="{FF2B5EF4-FFF2-40B4-BE49-F238E27FC236}">
                          <a16:creationId xmlns:a16="http://schemas.microsoft.com/office/drawing/2014/main" id="{34604DF0-AA4D-BA43-CE79-40D8DFC1492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34604DF0-AA4D-BA43-CE79-40D8DFC1492E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24908EAE-F06A-1AB9-0520-0A6280210A55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24908EAE-F06A-1AB9-0520-0A6280210A5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A6F93D-155A-99C5-E637-A98AB1EED9CA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A6F93D-155A-99C5-E637-A98AB1EED9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184CB5-DEA2-5531-1A6F-241F760C4D68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184CB5-DEA2-5531-1A6F-241F760C4D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4D5A711-076E-35EA-48E4-770B3C183C87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CFE683AC-7E16-98EA-7DC4-8B9172171D0E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CFE683AC-7E16-98EA-7DC4-8B9172171D0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098DE0EC-5EDF-51AC-4847-0A769549831B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098DE0EC-5EDF-51AC-4847-0A769549831B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72A2D94-0571-D960-FB3A-8EE7EBA571D9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72A2D94-0571-D960-FB3A-8EE7EBA571D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C9CED09-7789-8012-DAB2-FB26F15E1506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9CED09-7789-8012-DAB2-FB26F15E15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C5F5F2-6045-4AE8-F6E6-522837846C0E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C5F5F2-6045-4AE8-F6E6-522837846C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E4CBA6-E6F4-F6AD-8F82-880B9BDC69F0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E4CBA6-E6F4-F6AD-8F82-880B9BDC69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77BE0B-8F2D-9F4D-BE18-03B6989A1CCA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77BE0B-8F2D-9F4D-BE18-03B6989A1C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92209DA-47D9-D05D-277F-7B3C410EC1FB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0FE797B8-8505-F56B-CC92-9307F4E3DDD4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FE797B8-8505-F56B-CC92-9307F4E3DDD4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66DBB4D5-0C36-0AAF-0847-C5959A24784D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66DBB4D5-0C36-0AAF-0847-C5959A24784D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EA5C02A-7B46-251D-3CC4-52B837CDD5DE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EA5C02A-7B46-251D-3CC4-52B837CDD5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877FA7-B3A4-1C4E-AAAF-5478FBD681F3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877FA7-B3A4-1C4E-AAAF-5478FBD681F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2170BF-1C88-83A7-C351-74DC6DA40176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2170BF-1C88-83A7-C351-74DC6DA4017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3172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EE47-E349-8BB2-7BB4-71127B39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4C9F870-37A4-E7EE-9142-A295A61DA9AE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4C9F870-37A4-E7EE-9142-A295A61DA9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F3D36F-F549-A632-6274-FDE2CA5152ED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F3D36F-F549-A632-6274-FDE2CA5152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2AE283D-696D-2C4D-7225-668A86C18C58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2AE283D-696D-2C4D-7225-668A86C18C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E0C86E0-CB4A-4267-7D5D-5FE83D6522D8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E0C86E0-CB4A-4267-7D5D-5FE83D6522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4828ABF6-531E-8485-A284-7B0CC04EB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autoencoder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3308860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7ADB-845B-6879-DE22-3B0BC6BE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DD0A48-ACAE-4C5E-CE0A-3057013172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graph autoencoder (GAE) is a function that </a:t>
            </a:r>
            <a:r>
              <a:rPr lang="en-US" i="1" dirty="0">
                <a:solidFill>
                  <a:srgbClr val="0033CC"/>
                </a:solidFill>
              </a:rPr>
              <a:t>encodes</a:t>
            </a:r>
            <a:r>
              <a:rPr lang="en-US" dirty="0"/>
              <a:t> a graph in  a </a:t>
            </a:r>
            <a:r>
              <a:rPr lang="en-US" dirty="0">
                <a:solidFill>
                  <a:srgbClr val="0033CC"/>
                </a:solidFill>
              </a:rPr>
              <a:t>latent space</a:t>
            </a:r>
            <a:r>
              <a:rPr lang="en-US" dirty="0"/>
              <a:t> and </a:t>
            </a:r>
            <a:r>
              <a:rPr lang="en-US" i="1" dirty="0">
                <a:solidFill>
                  <a:srgbClr val="0033CC"/>
                </a:solidFill>
              </a:rPr>
              <a:t>decodes</a:t>
            </a:r>
            <a:r>
              <a:rPr lang="en-US" dirty="0"/>
              <a:t> the latent space representation of the graph back to the original graph.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typical application is detecting anomalies in a graph: if a GAE fails to reconstruct the input graph correctly, this may indicate an anomaly. However, that this claim has recently been called into question</a:t>
            </a:r>
            <a:r>
              <a:rPr lang="en-US" baseline="30000" dirty="0"/>
              <a:t>1</a:t>
            </a:r>
            <a:r>
              <a:rPr lang="en-US" dirty="0"/>
              <a:t>.</a:t>
            </a:r>
            <a:br>
              <a:rPr lang="en-US" dirty="0"/>
            </a:br>
            <a:r>
              <a:rPr lang="en-US" sz="1600" dirty="0"/>
              <a:t>1.</a:t>
            </a:r>
            <a:r>
              <a:rPr lang="en-US" dirty="0"/>
              <a:t> </a:t>
            </a:r>
            <a:r>
              <a:rPr lang="en-US" sz="1600" dirty="0"/>
              <a:t>Autoencoders for Anomaly Detection are Unreliable, Roel Bouman, Tom </a:t>
            </a:r>
            <a:r>
              <a:rPr lang="en-US" sz="1600" dirty="0" err="1"/>
              <a:t>Heskes</a:t>
            </a:r>
            <a:r>
              <a:rPr lang="en-US" sz="1600" dirty="0"/>
              <a:t>, https://</a:t>
            </a:r>
            <a:r>
              <a:rPr lang="en-US" sz="1600" dirty="0" err="1"/>
              <a:t>arxiv.org</a:t>
            </a:r>
            <a:r>
              <a:rPr lang="en-US" sz="1600" dirty="0"/>
              <a:t>/abs/2501.13864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1" dirty="0">
              <a:solidFill>
                <a:srgbClr val="0033CC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33CC"/>
                </a:solidFill>
                <a:latin typeface="Cambria Math" panose="02040503050406030204" pitchFamily="18" charset="0"/>
              </a:rPr>
              <a:t>	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5633B1-E622-7DC1-C9B6-A5017700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(1)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429394C-A1F4-C3A7-6254-46F77E026D8A}"/>
              </a:ext>
            </a:extLst>
          </p:cNvPr>
          <p:cNvGrpSpPr/>
          <p:nvPr/>
        </p:nvGrpSpPr>
        <p:grpSpPr>
          <a:xfrm>
            <a:off x="381000" y="2743200"/>
            <a:ext cx="8615859" cy="1383847"/>
            <a:chOff x="381000" y="3340554"/>
            <a:chExt cx="8615859" cy="13838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787C54-2C0D-50F9-3CBA-F46B166E437B}"/>
                </a:ext>
              </a:extLst>
            </p:cNvPr>
            <p:cNvGrpSpPr/>
            <p:nvPr/>
          </p:nvGrpSpPr>
          <p:grpSpPr>
            <a:xfrm>
              <a:off x="381000" y="3429001"/>
              <a:ext cx="2470597" cy="1295400"/>
              <a:chOff x="2667000" y="3062835"/>
              <a:chExt cx="4572000" cy="377793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467BD5C-09A1-8773-8D43-E1A1671E7B62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0D0F3B3-8485-A5A4-0395-3B7DAC86AA24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6F1AD909-74D0-95F8-D894-394E9FCA376C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F2A15DCF-1504-FD5C-59DA-7F77E9C313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6C82A757-14C4-9BA5-969B-3B20DBB0F25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6222310F-8883-95DE-114B-F72ED128814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EA018F5B-A828-E002-9381-303CD88B99C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">
                    <p14:nvContentPartPr>
                      <p14:cNvPr id="13" name="Ink 12">
                        <a:extLst>
                          <a:ext uri="{FF2B5EF4-FFF2-40B4-BE49-F238E27FC236}">
                            <a16:creationId xmlns:a16="http://schemas.microsoft.com/office/drawing/2014/main" id="{FED0F6ED-9136-5E99-A838-FE9455511C3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>
                  <p:pic>
                    <p:nvPicPr>
                      <p:cNvPr id="13" name="Ink 12">
                        <a:extLst>
                          <a:ext uri="{FF2B5EF4-FFF2-40B4-BE49-F238E27FC236}">
                            <a16:creationId xmlns:a16="http://schemas.microsoft.com/office/drawing/2014/main" id="{FED0F6ED-9136-5E99-A838-FE9455511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4">
                    <p14:nvContentPartPr>
                      <p14:cNvPr id="14" name="Ink 13">
                        <a:extLst>
                          <a:ext uri="{FF2B5EF4-FFF2-40B4-BE49-F238E27FC236}">
                            <a16:creationId xmlns:a16="http://schemas.microsoft.com/office/drawing/2014/main" id="{DDB341DA-75E8-D5E0-E324-0177606690E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>
                  <p:pic>
                    <p:nvPicPr>
                      <p:cNvPr id="14" name="Ink 13">
                        <a:extLst>
                          <a:ext uri="{FF2B5EF4-FFF2-40B4-BE49-F238E27FC236}">
                            <a16:creationId xmlns:a16="http://schemas.microsoft.com/office/drawing/2014/main" id="{DDB341DA-75E8-D5E0-E324-017760669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6">
                    <p14:nvContentPartPr>
                      <p14:cNvPr id="15" name="Ink 14">
                        <a:extLst>
                          <a:ext uri="{FF2B5EF4-FFF2-40B4-BE49-F238E27FC236}">
                            <a16:creationId xmlns:a16="http://schemas.microsoft.com/office/drawing/2014/main" id="{1D244A9B-2226-D756-DC18-FD7E9C4AE04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>
                  <p:pic>
                    <p:nvPicPr>
                      <p:cNvPr id="15" name="Ink 14">
                        <a:extLst>
                          <a:ext uri="{FF2B5EF4-FFF2-40B4-BE49-F238E27FC236}">
                            <a16:creationId xmlns:a16="http://schemas.microsoft.com/office/drawing/2014/main" id="{1D244A9B-2226-D756-DC18-FD7E9C4AE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8">
                    <p14:nvContentPartPr>
                      <p14:cNvPr id="16" name="Ink 15">
                        <a:extLst>
                          <a:ext uri="{FF2B5EF4-FFF2-40B4-BE49-F238E27FC236}">
                            <a16:creationId xmlns:a16="http://schemas.microsoft.com/office/drawing/2014/main" id="{3014BA49-055D-CBD9-6916-DCB633E89FF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>
                  <p:pic>
                    <p:nvPicPr>
                      <p:cNvPr id="16" name="Ink 15">
                        <a:extLst>
                          <a:ext uri="{FF2B5EF4-FFF2-40B4-BE49-F238E27FC236}">
                            <a16:creationId xmlns:a16="http://schemas.microsoft.com/office/drawing/2014/main" id="{3014BA49-055D-CBD9-6916-DCB633E89F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10">
                    <p14:nvContentPartPr>
                      <p14:cNvPr id="17" name="Ink 16">
                        <a:extLst>
                          <a:ext uri="{FF2B5EF4-FFF2-40B4-BE49-F238E27FC236}">
                            <a16:creationId xmlns:a16="http://schemas.microsoft.com/office/drawing/2014/main" id="{66940D5B-8326-22FD-58E0-70A93676654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>
                  <p:pic>
                    <p:nvPicPr>
                      <p:cNvPr id="17" name="Ink 16">
                        <a:extLst>
                          <a:ext uri="{FF2B5EF4-FFF2-40B4-BE49-F238E27FC236}">
                            <a16:creationId xmlns:a16="http://schemas.microsoft.com/office/drawing/2014/main" id="{66940D5B-8326-22FD-58E0-70A936766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12">
                    <p14:nvContentPartPr>
                      <p14:cNvPr id="18" name="Ink 17">
                        <a:extLst>
                          <a:ext uri="{FF2B5EF4-FFF2-40B4-BE49-F238E27FC236}">
                            <a16:creationId xmlns:a16="http://schemas.microsoft.com/office/drawing/2014/main" id="{65BCECC1-8129-C2DB-A29C-E4801FF75DA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>
                  <p:pic>
                    <p:nvPicPr>
                      <p:cNvPr id="18" name="Ink 17">
                        <a:extLst>
                          <a:ext uri="{FF2B5EF4-FFF2-40B4-BE49-F238E27FC236}">
                            <a16:creationId xmlns:a16="http://schemas.microsoft.com/office/drawing/2014/main" id="{65BCECC1-8129-C2DB-A29C-E4801FF75D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14">
                  <p14:nvContentPartPr>
                    <p14:cNvPr id="9" name="Ink 8">
                      <a:extLst>
                        <a:ext uri="{FF2B5EF4-FFF2-40B4-BE49-F238E27FC236}">
                          <a16:creationId xmlns:a16="http://schemas.microsoft.com/office/drawing/2014/main" id="{DBF076C6-AE63-4B2F-F3CF-6EDC8FE311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>
                <p:pic>
                  <p:nvPicPr>
                    <p:cNvPr id="9" name="Ink 8">
                      <a:extLst>
                        <a:ext uri="{FF2B5EF4-FFF2-40B4-BE49-F238E27FC236}">
                          <a16:creationId xmlns:a16="http://schemas.microsoft.com/office/drawing/2014/main" id="{DBF076C6-AE63-4B2F-F3CF-6EDC8FE311AB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6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AF86AD6F-B35C-2A4B-8E43-23E095ED17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AF86AD6F-B35C-2A4B-8E43-23E095ED17DB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8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00FCF09B-0711-7D4C-EE4D-B5394FED010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00FCF09B-0711-7D4C-EE4D-B5394FED010F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20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ED3F4A84-C39C-5FE9-79DA-3B39A232E901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ED3F4A84-C39C-5FE9-79DA-3B39A232E901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5EE3F05-84C8-7C68-912A-B3FCB03AFB5B}"/>
                </a:ext>
              </a:extLst>
            </p:cNvPr>
            <p:cNvGrpSpPr/>
            <p:nvPr/>
          </p:nvGrpSpPr>
          <p:grpSpPr>
            <a:xfrm>
              <a:off x="6526262" y="3340554"/>
              <a:ext cx="2470597" cy="1295400"/>
              <a:chOff x="2667000" y="3062835"/>
              <a:chExt cx="4572000" cy="377793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11E5A62-F682-6517-A380-531632483E94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B0B282D7-8477-85AD-24C5-507A5F8B3CF8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AD8986D8-1501-DB48-4BE5-34185834737C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AB5983DA-2ECA-0C07-4308-17779507AB0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D79232BE-2E1E-15C5-B609-ACA674DB05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FDBFC791-9DA8-8B7B-B01D-EE81C04C2DE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8FC8569-498A-017D-627A-CDDF7280945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2">
                    <p14:nvContentPartPr>
                      <p14:cNvPr id="49" name="Ink 48">
                        <a:extLst>
                          <a:ext uri="{FF2B5EF4-FFF2-40B4-BE49-F238E27FC236}">
                            <a16:creationId xmlns:a16="http://schemas.microsoft.com/office/drawing/2014/main" id="{6E494D5A-D805-D4D0-8A33-A9035EA0C1E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>
                  <p:pic>
                    <p:nvPicPr>
                      <p:cNvPr id="49" name="Ink 48">
                        <a:extLst>
                          <a:ext uri="{FF2B5EF4-FFF2-40B4-BE49-F238E27FC236}">
                            <a16:creationId xmlns:a16="http://schemas.microsoft.com/office/drawing/2014/main" id="{6E494D5A-D805-D4D0-8A33-A9035EA0C1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3">
                    <p14:nvContentPartPr>
                      <p14:cNvPr id="50" name="Ink 49">
                        <a:extLst>
                          <a:ext uri="{FF2B5EF4-FFF2-40B4-BE49-F238E27FC236}">
                            <a16:creationId xmlns:a16="http://schemas.microsoft.com/office/drawing/2014/main" id="{769913A4-F0A4-F9E7-512F-F575480977C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>
                  <p:pic>
                    <p:nvPicPr>
                      <p:cNvPr id="50" name="Ink 49">
                        <a:extLst>
                          <a:ext uri="{FF2B5EF4-FFF2-40B4-BE49-F238E27FC236}">
                            <a16:creationId xmlns:a16="http://schemas.microsoft.com/office/drawing/2014/main" id="{769913A4-F0A4-F9E7-512F-F575480977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4">
                    <p14:nvContentPartPr>
                      <p14:cNvPr id="51" name="Ink 50">
                        <a:extLst>
                          <a:ext uri="{FF2B5EF4-FFF2-40B4-BE49-F238E27FC236}">
                            <a16:creationId xmlns:a16="http://schemas.microsoft.com/office/drawing/2014/main" id="{DC693A96-8125-D63F-7C12-3C46FD2727E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>
                  <p:pic>
                    <p:nvPicPr>
                      <p:cNvPr id="51" name="Ink 50">
                        <a:extLst>
                          <a:ext uri="{FF2B5EF4-FFF2-40B4-BE49-F238E27FC236}">
                            <a16:creationId xmlns:a16="http://schemas.microsoft.com/office/drawing/2014/main" id="{DC693A96-8125-D63F-7C12-3C46FD272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5">
                    <p14:nvContentPartPr>
                      <p14:cNvPr id="52" name="Ink 51">
                        <a:extLst>
                          <a:ext uri="{FF2B5EF4-FFF2-40B4-BE49-F238E27FC236}">
                            <a16:creationId xmlns:a16="http://schemas.microsoft.com/office/drawing/2014/main" id="{46836266-0B75-9021-474E-2BA7C2F7016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>
                  <p:pic>
                    <p:nvPicPr>
                      <p:cNvPr id="52" name="Ink 51">
                        <a:extLst>
                          <a:ext uri="{FF2B5EF4-FFF2-40B4-BE49-F238E27FC236}">
                            <a16:creationId xmlns:a16="http://schemas.microsoft.com/office/drawing/2014/main" id="{46836266-0B75-9021-474E-2BA7C2F701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6">
                    <p14:nvContentPartPr>
                      <p14:cNvPr id="53" name="Ink 52">
                        <a:extLst>
                          <a:ext uri="{FF2B5EF4-FFF2-40B4-BE49-F238E27FC236}">
                            <a16:creationId xmlns:a16="http://schemas.microsoft.com/office/drawing/2014/main" id="{EDABE1DB-0173-90F5-AC3F-4E85120A789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>
                  <p:pic>
                    <p:nvPicPr>
                      <p:cNvPr id="53" name="Ink 52">
                        <a:extLst>
                          <a:ext uri="{FF2B5EF4-FFF2-40B4-BE49-F238E27FC236}">
                            <a16:creationId xmlns:a16="http://schemas.microsoft.com/office/drawing/2014/main" id="{EDABE1DB-0173-90F5-AC3F-4E85120A7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7">
                    <p14:nvContentPartPr>
                      <p14:cNvPr id="54" name="Ink 53">
                        <a:extLst>
                          <a:ext uri="{FF2B5EF4-FFF2-40B4-BE49-F238E27FC236}">
                            <a16:creationId xmlns:a16="http://schemas.microsoft.com/office/drawing/2014/main" id="{442B0733-F721-C455-C25F-904AEBE549DD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>
                  <p:pic>
                    <p:nvPicPr>
                      <p:cNvPr id="54" name="Ink 53">
                        <a:extLst>
                          <a:ext uri="{FF2B5EF4-FFF2-40B4-BE49-F238E27FC236}">
                            <a16:creationId xmlns:a16="http://schemas.microsoft.com/office/drawing/2014/main" id="{442B0733-F721-C455-C25F-904AEBE54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28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B4A53663-CFCA-94AB-C339-488DBC45BEA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>
                <p:pic>
                  <p:nvPicPr>
                    <p:cNvPr id="45" name="Ink 44">
                      <a:extLst>
                        <a:ext uri="{FF2B5EF4-FFF2-40B4-BE49-F238E27FC236}">
                          <a16:creationId xmlns:a16="http://schemas.microsoft.com/office/drawing/2014/main" id="{B4A53663-CFCA-94AB-C339-488DBC45BEAE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29">
                  <p14:nvContentPartPr>
                    <p14:cNvPr id="46" name="Ink 45">
                      <a:extLst>
                        <a:ext uri="{FF2B5EF4-FFF2-40B4-BE49-F238E27FC236}">
                          <a16:creationId xmlns:a16="http://schemas.microsoft.com/office/drawing/2014/main" id="{2F241231-9AE7-46E8-DA51-855A4B59F88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>
                <p:pic>
                  <p:nvPicPr>
                    <p:cNvPr id="46" name="Ink 45">
                      <a:extLst>
                        <a:ext uri="{FF2B5EF4-FFF2-40B4-BE49-F238E27FC236}">
                          <a16:creationId xmlns:a16="http://schemas.microsoft.com/office/drawing/2014/main" id="{2F241231-9AE7-46E8-DA51-855A4B59F880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0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22CCC65A-601F-2960-6434-C0A8D6F29D5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>
                <p:pic>
                  <p:nvPicPr>
                    <p:cNvPr id="47" name="Ink 46">
                      <a:extLst>
                        <a:ext uri="{FF2B5EF4-FFF2-40B4-BE49-F238E27FC236}">
                          <a16:creationId xmlns:a16="http://schemas.microsoft.com/office/drawing/2014/main" id="{22CCC65A-601F-2960-6434-C0A8D6F29D5A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FC8BD3BD-3150-3CD3-65F5-9A680896939C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FC8BD3BD-3150-3CD3-65F5-9A680896939C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10DED4-0E21-E1C5-4898-6C18417AD4FA}"/>
                </a:ext>
              </a:extLst>
            </p:cNvPr>
            <p:cNvSpPr/>
            <p:nvPr/>
          </p:nvSpPr>
          <p:spPr bwMode="auto">
            <a:xfrm>
              <a:off x="3161980" y="3633480"/>
              <a:ext cx="1208985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Encoder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3EA2283-FD80-B5CC-7A8B-B65D11F36F97}"/>
                </a:ext>
              </a:extLst>
            </p:cNvPr>
            <p:cNvSpPr/>
            <p:nvPr/>
          </p:nvSpPr>
          <p:spPr bwMode="auto">
            <a:xfrm>
              <a:off x="4813479" y="3631583"/>
              <a:ext cx="1226618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Decoder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8F18174-7D0F-DBCE-8850-E1E9D81BA3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02001" y="3899807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10CCFA1-6CA2-D4D0-4142-B0EFB6C5C7A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86808" y="3870656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AE50671-92C4-CDA4-C54A-C8CD697A241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71919" y="3841181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396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ECCD-A5D8-AA89-2D29-2A89B0F3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CEA0FE-1163-7880-B8B5-67A6AE41234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To make our discussion concrete, let’s use the same data we used for the graph neural network, namely, particle physics data.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We’ll build an autoencoder </a:t>
                </a:r>
                <a:br>
                  <a:rPr lang="en-US" dirty="0"/>
                </a:br>
                <a:r>
                  <a:rPr lang="en-US" dirty="0"/>
                  <a:t>that accepts a tensor of nodes, </a:t>
                </a:r>
                <a:br>
                  <a:rPr lang="en-US" b="0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(or vertices) of shape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3)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r>
                  <a:rPr lang="en-US" dirty="0"/>
                  <a:t>where each row represents a </a:t>
                </a:r>
                <a:br>
                  <a:rPr lang="en-US" dirty="0"/>
                </a:br>
                <a:r>
                  <a:rPr lang="en-US" dirty="0"/>
                  <a:t>a particle with </a:t>
                </a:r>
                <a:r>
                  <a:rPr lang="en-US" dirty="0">
                    <a:solidFill>
                      <a:srgbClr val="0033CC"/>
                    </a:solidFill>
                  </a:rPr>
                  <a:t>3 </a:t>
                </a:r>
                <a:r>
                  <a:rPr lang="en-US" dirty="0"/>
                  <a:t>features.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CEA0FE-1163-7880-B8B5-67A6AE412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B5D4FD58-26AC-F902-0248-F5335D08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(2)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6BD0D6-8726-1C12-4E6B-00AFEFA03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001" y="3429000"/>
            <a:ext cx="3809599" cy="2514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627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A2A8-0ECA-087B-98ED-497E24E2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1E140BCC-7E66-2F58-D8F2-BC8E25115E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	Nodes			Edge index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			 	</a:t>
                </a:r>
                <a:r>
                  <a:rPr lang="en-US" dirty="0" err="1">
                    <a:solidFill>
                      <a:schemeClr val="tx1"/>
                    </a:solidFill>
                  </a:rPr>
                  <a:t>trg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dirty="0" err="1">
                    <a:solidFill>
                      <a:schemeClr val="tx1"/>
                    </a:solidFill>
                  </a:rPr>
                  <a:t>src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dirty="0" err="1">
                    <a:solidFill>
                      <a:schemeClr val="tx1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[2, 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=16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i="1" dirty="0">
                    <a:solidFill>
                      <a:schemeClr val="tx1"/>
                    </a:solidFill>
                  </a:rPr>
                  <a:t>K</a:t>
                </a:r>
                <a:r>
                  <a:rPr lang="en-US" dirty="0">
                    <a:solidFill>
                      <a:schemeClr val="tx1"/>
                    </a:solidFill>
                  </a:rPr>
                  <a:t> is the number of edges.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:r>
                  <a:rPr lang="en-US" i="1" dirty="0">
                    <a:solidFill>
                      <a:schemeClr val="tx1"/>
                    </a:solidFill>
                  </a:rPr>
                  <a:t>d</a:t>
                </a:r>
                <a:r>
                  <a:rPr lang="en-US" dirty="0">
                    <a:solidFill>
                      <a:schemeClr val="tx1"/>
                    </a:solidFill>
                  </a:rPr>
                  <a:t> is the dimension of the input				feature vectors.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target node index (</a:t>
                </a:r>
                <a:r>
                  <a:rPr lang="en-US" dirty="0" err="1">
                    <a:solidFill>
                      <a:schemeClr val="tx1"/>
                    </a:solidFill>
                  </a:rPr>
                  <a:t>trg</a:t>
                </a:r>
                <a:r>
                  <a:rPr lang="en-US" dirty="0">
                    <a:solidFill>
                      <a:schemeClr val="tx1"/>
                    </a:solidFill>
                  </a:rPr>
                  <a:t>)		= </a:t>
                </a:r>
                <a:r>
                  <a:rPr lang="en-US" dirty="0" err="1">
                    <a:solidFill>
                      <a:schemeClr val="tx1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[0,  :]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source node index (</a:t>
                </a:r>
                <a:r>
                  <a:rPr lang="en-US" dirty="0" err="1">
                    <a:solidFill>
                      <a:schemeClr val="tx1"/>
                    </a:solidFill>
                  </a:rPr>
                  <a:t>src</a:t>
                </a:r>
                <a:r>
                  <a:rPr lang="en-US" dirty="0">
                    <a:solidFill>
                      <a:schemeClr val="tx1"/>
                    </a:solidFill>
                  </a:rPr>
                  <a:t>)	= </a:t>
                </a:r>
                <a:r>
                  <a:rPr lang="en-US" dirty="0" err="1">
                    <a:solidFill>
                      <a:schemeClr val="tx1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[1,  :]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1E140BCC-7E66-2F58-D8F2-BC8E25115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t="-1316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CB160191-7C71-9746-C86C-559C9056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(3):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C8A0AEA-857D-C321-2C90-65895BE56E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739758"/>
                  </p:ext>
                </p:extLst>
              </p:nvPr>
            </p:nvGraphicFramePr>
            <p:xfrm>
              <a:off x="1676400" y="190500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C8A0AEA-857D-C321-2C90-65895BE56E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739758"/>
                  </p:ext>
                </p:extLst>
              </p:nvPr>
            </p:nvGraphicFramePr>
            <p:xfrm>
              <a:off x="1676400" y="190500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8333" r="-2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8333" r="-1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8333" r="-15385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108333" r="-21538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108333" r="-11538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108333" r="-15385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208333" r="-21538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208333" r="-11538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208333" r="-15385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308333" r="-21538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308333" r="-11538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308333" r="-15385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247475ED-B76A-4FAA-B955-29EFB229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104681"/>
                  </p:ext>
                </p:extLst>
              </p:nvPr>
            </p:nvGraphicFramePr>
            <p:xfrm>
              <a:off x="5029200" y="1916726"/>
              <a:ext cx="3733800" cy="74168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22300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247475ED-B76A-4FAA-B955-29EFB229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104681"/>
                  </p:ext>
                </p:extLst>
              </p:nvPr>
            </p:nvGraphicFramePr>
            <p:xfrm>
              <a:off x="5029200" y="1916726"/>
              <a:ext cx="3733800" cy="74168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22300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122" t="-6667" r="-11632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122" t="-106667" r="-116327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4728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401E-B01F-9422-E89F-4E0DF970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AFA4CF05-CBD8-6325-103B-69A519DD466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is common practice in many </a:t>
                </a:r>
              </a:p>
              <a:p>
                <a:pPr marL="0" indent="0">
                  <a:buNone/>
                </a:pPr>
                <a:r>
                  <a:rPr lang="en-US" dirty="0"/>
                  <a:t>ML models to map the input</a:t>
                </a:r>
              </a:p>
              <a:p>
                <a:pPr marL="0" indent="0">
                  <a:buNone/>
                </a:pPr>
                <a:r>
                  <a:rPr lang="en-US" dirty="0"/>
                  <a:t>data into an </a:t>
                </a:r>
                <a:r>
                  <a:rPr lang="en-US" b="1" dirty="0">
                    <a:solidFill>
                      <a:srgbClr val="0033CC"/>
                    </a:solidFill>
                  </a:rPr>
                  <a:t>embedding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space</a:t>
                </a:r>
                <a:r>
                  <a:rPr lang="en-US" dirty="0"/>
                  <a:t> (of dim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		W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  <a:r>
                  <a:rPr lang="en-US" dirty="0"/>
                  <a:t> are learnable matrices.</a:t>
                </a:r>
              </a:p>
            </p:txBody>
          </p:sp>
        </mc:Choice>
        <mc:Fallback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AFA4CF05-CBD8-6325-103B-69A519DD4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774AFA04-AE3C-5054-4D33-3DD0FA6A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(4):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Embedding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1DA20-E60F-A502-8B62-729D0AD1D00D}"/>
              </a:ext>
            </a:extLst>
          </p:cNvPr>
          <p:cNvSpPr txBox="1"/>
          <p:nvPr/>
        </p:nvSpPr>
        <p:spPr>
          <a:xfrm>
            <a:off x="1352007" y="3241880"/>
            <a:ext cx="1905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</a:t>
            </a:r>
            <a:r>
              <a:rPr lang="en-US" dirty="0"/>
              <a:t> input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8D571-88CE-4E4A-8033-30B6BD73AEAD}"/>
              </a:ext>
            </a:extLst>
          </p:cNvPr>
          <p:cNvSpPr txBox="1"/>
          <p:nvPr/>
        </p:nvSpPr>
        <p:spPr>
          <a:xfrm>
            <a:off x="5405410" y="1447800"/>
            <a:ext cx="2712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dirty="0"/>
              <a:t> (embedded nodes)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DFA52A-CBC7-C1D9-2B74-7F44656DC24B}"/>
                  </a:ext>
                </a:extLst>
              </p14:cNvPr>
              <p14:cNvContentPartPr/>
              <p14:nvPr/>
            </p14:nvContentPartPr>
            <p14:xfrm>
              <a:off x="3283657" y="2259126"/>
              <a:ext cx="1500840" cy="1812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DFA52A-CBC7-C1D9-2B74-7F44656DC2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5017" y="2250126"/>
                <a:ext cx="1518480" cy="18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2DA9D0-77E4-F2C1-0962-C84D094E4BF5}"/>
                  </a:ext>
                </a:extLst>
              </p14:cNvPr>
              <p14:cNvContentPartPr/>
              <p14:nvPr/>
            </p14:nvContentPartPr>
            <p14:xfrm>
              <a:off x="3259897" y="2747646"/>
              <a:ext cx="1470600" cy="1775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2DA9D0-77E4-F2C1-0962-C84D094E4B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51257" y="2739006"/>
                <a:ext cx="1488240" cy="17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A08354-2489-5368-9961-E289AD8F14B8}"/>
                  </a:ext>
                </a:extLst>
              </p14:cNvPr>
              <p14:cNvContentPartPr/>
              <p14:nvPr/>
            </p14:nvContentPartPr>
            <p14:xfrm>
              <a:off x="3252697" y="3230046"/>
              <a:ext cx="1494720" cy="1858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A08354-2489-5368-9961-E289AD8F14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3697" y="3221046"/>
                <a:ext cx="1512360" cy="18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A21D476-8D5E-4CB3-CE4F-BA123C21AD2E}"/>
                  </a:ext>
                </a:extLst>
              </p14:cNvPr>
              <p14:cNvContentPartPr/>
              <p14:nvPr/>
            </p14:nvContentPartPr>
            <p14:xfrm>
              <a:off x="3246937" y="3655920"/>
              <a:ext cx="1521720" cy="1974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A21D476-8D5E-4CB3-CE4F-BA123C21AD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38297" y="3647280"/>
                <a:ext cx="1539360" cy="19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3D7D6FC-697C-2E82-A5C5-A178E0A81F5A}"/>
              </a:ext>
            </a:extLst>
          </p:cNvPr>
          <p:cNvGrpSpPr/>
          <p:nvPr/>
        </p:nvGrpSpPr>
        <p:grpSpPr>
          <a:xfrm>
            <a:off x="5562600" y="4095751"/>
            <a:ext cx="3276600" cy="2381249"/>
            <a:chOff x="2667000" y="3062835"/>
            <a:chExt cx="4572000" cy="328081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E5EEF1-6B32-4C06-1069-9472FAC41E84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E2D08FD-17FC-E5DB-AE16-733EA91FF814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A805181-91F6-1D30-5CEA-5D82F96BCAF0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F93DA2C4-15E4-80DD-EB6E-D630383A07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BFB21DBA-C698-F5E1-8543-8DE2F2E1EC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07379BA3-858C-3D94-E657-7525C78C87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F17D8CB2-9800-8F67-B7C3-A99BEA7F41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25" name="Ink 24">
                      <a:extLst>
                        <a:ext uri="{FF2B5EF4-FFF2-40B4-BE49-F238E27FC236}">
                          <a16:creationId xmlns:a16="http://schemas.microsoft.com/office/drawing/2014/main" id="{731E06D8-D00B-67B1-1A20-FDD98B24CE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25" name="Ink 24">
                      <a:extLst>
                        <a:ext uri="{FF2B5EF4-FFF2-40B4-BE49-F238E27FC236}">
                          <a16:creationId xmlns:a16="http://schemas.microsoft.com/office/drawing/2014/main" id="{731E06D8-D00B-67B1-1A20-FDD98B24CE03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26" name="Ink 25">
                      <a:extLst>
                        <a:ext uri="{FF2B5EF4-FFF2-40B4-BE49-F238E27FC236}">
                          <a16:creationId xmlns:a16="http://schemas.microsoft.com/office/drawing/2014/main" id="{3781AFFC-5B97-7B80-5570-0C7B30ED9EE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26" name="Ink 25">
                      <a:extLst>
                        <a:ext uri="{FF2B5EF4-FFF2-40B4-BE49-F238E27FC236}">
                          <a16:creationId xmlns:a16="http://schemas.microsoft.com/office/drawing/2014/main" id="{3781AFFC-5B97-7B80-5570-0C7B30ED9EE9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5">
                  <p14:nvContentPartPr>
                    <p14:cNvPr id="44" name="Ink 43">
                      <a:extLst>
                        <a:ext uri="{FF2B5EF4-FFF2-40B4-BE49-F238E27FC236}">
                          <a16:creationId xmlns:a16="http://schemas.microsoft.com/office/drawing/2014/main" id="{52E9D86D-D305-3783-CAEB-369A34F36F2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44" name="Ink 43">
                      <a:extLst>
                        <a:ext uri="{FF2B5EF4-FFF2-40B4-BE49-F238E27FC236}">
                          <a16:creationId xmlns:a16="http://schemas.microsoft.com/office/drawing/2014/main" id="{52E9D86D-D305-3783-CAEB-369A34F36F20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7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C7B4C684-C9FB-3FDB-8652-D0183710D6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45" name="Ink 44">
                      <a:extLst>
                        <a:ext uri="{FF2B5EF4-FFF2-40B4-BE49-F238E27FC236}">
                          <a16:creationId xmlns:a16="http://schemas.microsoft.com/office/drawing/2014/main" id="{C7B4C684-C9FB-3FDB-8652-D0183710D674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9">
                  <p14:nvContentPartPr>
                    <p14:cNvPr id="48" name="Ink 47">
                      <a:extLst>
                        <a:ext uri="{FF2B5EF4-FFF2-40B4-BE49-F238E27FC236}">
                          <a16:creationId xmlns:a16="http://schemas.microsoft.com/office/drawing/2014/main" id="{548EB5AF-86DE-750C-1523-83D6125095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48" name="Ink 47">
                      <a:extLst>
                        <a:ext uri="{FF2B5EF4-FFF2-40B4-BE49-F238E27FC236}">
                          <a16:creationId xmlns:a16="http://schemas.microsoft.com/office/drawing/2014/main" id="{548EB5AF-86DE-750C-1523-83D612509576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21">
                  <p14:nvContentPartPr>
                    <p14:cNvPr id="51" name="Ink 50">
                      <a:extLst>
                        <a:ext uri="{FF2B5EF4-FFF2-40B4-BE49-F238E27FC236}">
                          <a16:creationId xmlns:a16="http://schemas.microsoft.com/office/drawing/2014/main" id="{382D2DA5-E259-69EB-1943-F3204ED549D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51" name="Ink 50">
                      <a:extLst>
                        <a:ext uri="{FF2B5EF4-FFF2-40B4-BE49-F238E27FC236}">
                          <a16:creationId xmlns:a16="http://schemas.microsoft.com/office/drawing/2014/main" id="{382D2DA5-E259-69EB-1943-F3204ED549DD}"/>
                        </a:ext>
                      </a:extLst>
                    </p:cNvPr>
                    <p:cNvPicPr/>
                    <p:nvPr/>
                  </p:nvPicPr>
                  <p:blipFill>
                    <a:blip r:embed="rId22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1F6DDB58-8C1B-9925-5D21-B888E8B9BB8A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1F6DDB58-8C1B-9925-5D21-B888E8B9BB8A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E8827B27-DDC2-EDE6-89B9-2A5B07135251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E8827B27-DDC2-EDE6-89B9-2A5B07135251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04A44287-4CA4-2FCE-1711-56BCF0CA1D4A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04A44287-4CA4-2FCE-1711-56BCF0CA1D4A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6FB50E-0D54-9587-88F0-BDF200DB37C4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6FB50E-0D54-9587-88F0-BDF200DB37C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7" name="Table 56">
                <a:extLst>
                  <a:ext uri="{FF2B5EF4-FFF2-40B4-BE49-F238E27FC236}">
                    <a16:creationId xmlns:a16="http://schemas.microsoft.com/office/drawing/2014/main" id="{E0AB66AE-3015-E7C4-CB2C-3E766C2B75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962217"/>
                  </p:ext>
                </p:extLst>
              </p:nvPr>
            </p:nvGraphicFramePr>
            <p:xfrm>
              <a:off x="1277431" y="380136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T</m:t>
                                    </m:r>
                                    <m:r>
                                      <a:rPr lang="en-US" sz="2400" b="0" i="1" smtClean="0"/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/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/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7" name="Table 56">
                <a:extLst>
                  <a:ext uri="{FF2B5EF4-FFF2-40B4-BE49-F238E27FC236}">
                    <a16:creationId xmlns:a16="http://schemas.microsoft.com/office/drawing/2014/main" id="{E0AB66AE-3015-E7C4-CB2C-3E766C2B75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962217"/>
                  </p:ext>
                </p:extLst>
              </p:nvPr>
            </p:nvGraphicFramePr>
            <p:xfrm>
              <a:off x="1277431" y="380136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8333" r="-2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8333" r="-111321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8333" r="-13462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105405" r="-215385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105405" r="-111321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105405" r="-13462" b="-2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211111" r="-215385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211111" r="-111321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211111" r="-13462" b="-1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311111" r="-215385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311111" r="-111321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311111" r="-13462" b="-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523E627-C485-B51F-8469-EFE95A0D3A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553714"/>
                  </p:ext>
                </p:extLst>
              </p:nvPr>
            </p:nvGraphicFramePr>
            <p:xfrm>
              <a:off x="4724400" y="2048760"/>
              <a:ext cx="40386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00965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997473362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02924992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12252306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/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0</m:t>
                                    </m:r>
                                    <m:r>
                                      <a:rPr lang="en-US" sz="2400" b="0" smtClean="0"/>
                                      <m:t>h</m:t>
                                    </m:r>
                                    <m:r>
                                      <a:rPr lang="en-US" sz="2400" b="0" smtClean="0"/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1</m:t>
                                    </m:r>
                                    <m:r>
                                      <a:rPr lang="en-US" sz="2400" b="0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/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1</m:t>
                                    </m:r>
                                    <m:r>
                                      <a:rPr lang="en-US" sz="2400" b="0" smtClean="0"/>
                                      <m:t>h</m:t>
                                    </m:r>
                                    <m:r>
                                      <a:rPr lang="en-US" sz="2400" b="0" smtClean="0"/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2</m:t>
                                    </m:r>
                                    <m:r>
                                      <a:rPr lang="en-US" sz="2400" b="0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/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2</m:t>
                                    </m:r>
                                    <m:r>
                                      <a:rPr lang="en-US" sz="2400" b="0" smtClean="0"/>
                                      <m:t>h</m:t>
                                    </m:r>
                                    <m:r>
                                      <a:rPr lang="en-US" sz="2400" b="0" smtClean="0"/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3</m:t>
                                    </m:r>
                                    <m:r>
                                      <a:rPr lang="en-US" sz="2400" b="0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/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3</m:t>
                                    </m:r>
                                    <m:r>
                                      <a:rPr lang="en-US" sz="2400" b="0" smtClean="0"/>
                                      <m:t>h</m:t>
                                    </m:r>
                                    <m:r>
                                      <a:rPr lang="en-US" sz="2400" b="0" smtClean="0"/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523E627-C485-B51F-8469-EFE95A0D3A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553714"/>
                  </p:ext>
                </p:extLst>
              </p:nvPr>
            </p:nvGraphicFramePr>
            <p:xfrm>
              <a:off x="4724400" y="2048760"/>
              <a:ext cx="40386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00965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997473362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02924992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122523065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8333" r="-30750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8333" r="-211392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8333" r="-10875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8333" r="-10127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105405" r="-307500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105405" r="-211392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105405" r="-108750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105405" r="-10127" b="-2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211111" r="-307500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211111" r="-211392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211111" r="-108750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211111" r="-10127" b="-1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311111" r="-307500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311111" r="-211392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311111" r="-108750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311111" r="-10127" b="-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118D1CC-6F65-D270-9973-FC53FAB92BB8}"/>
                  </a:ext>
                </a:extLst>
              </p:cNvPr>
              <p:cNvSpPr txBox="1"/>
              <p:nvPr/>
            </p:nvSpPr>
            <p:spPr>
              <a:xfrm>
                <a:off x="4227028" y="5355746"/>
                <a:ext cx="2486450" cy="37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118D1CC-6F65-D270-9973-FC53FAB92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028" y="5355746"/>
                <a:ext cx="2486450" cy="373820"/>
              </a:xfrm>
              <a:prstGeom prst="rect">
                <a:avLst/>
              </a:prstGeom>
              <a:blipFill>
                <a:blip r:embed="rId33"/>
                <a:stretch>
                  <a:fillRect l="-2030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63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5310-9584-5A2D-3FA8-BCB46C1B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15395A-2896-F479-D84C-D72D38FFB2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this example, each edge is associated with a scalar: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/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a learnable parameter.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15395A-2896-F479-D84C-D72D38FFB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0109D64C-9FAC-7AB0-AF04-9BA506EA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(5):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Edge Feature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DD6520-D911-E4EE-3D94-AB7C6EB78DDB}"/>
              </a:ext>
            </a:extLst>
          </p:cNvPr>
          <p:cNvSpPr txBox="1"/>
          <p:nvPr/>
        </p:nvSpPr>
        <p:spPr>
          <a:xfrm>
            <a:off x="2147480" y="4863803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dirty="0"/>
              <a:t>e</a:t>
            </a:r>
            <a:r>
              <a:rPr lang="en-US" b="0" dirty="0"/>
              <a:t>dge </a:t>
            </a:r>
            <a:r>
              <a:rPr lang="en-US" dirty="0"/>
              <a:t>features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876B6D-ECBB-DE49-BBF2-0242B0BBF2A4}"/>
                  </a:ext>
                </a:extLst>
              </p:cNvPr>
              <p:cNvSpPr txBox="1"/>
              <p:nvPr/>
            </p:nvSpPr>
            <p:spPr>
              <a:xfrm>
                <a:off x="6811294" y="2944038"/>
                <a:ext cx="18604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876B6D-ECBB-DE49-BBF2-0242B0BBF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294" y="2944038"/>
                <a:ext cx="1860446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3A2190-D2B3-E300-93BB-723F7613F4DD}"/>
                  </a:ext>
                </a:extLst>
              </p:cNvPr>
              <p:cNvSpPr txBox="1"/>
              <p:nvPr/>
            </p:nvSpPr>
            <p:spPr>
              <a:xfrm>
                <a:off x="691685" y="4090022"/>
                <a:ext cx="5126853" cy="650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3A2190-D2B3-E300-93BB-723F7613F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85" y="4090022"/>
                <a:ext cx="5126853" cy="650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C0181E6-559B-75F2-25EF-4FCF13F0F2BF}"/>
              </a:ext>
            </a:extLst>
          </p:cNvPr>
          <p:cNvGrpSpPr/>
          <p:nvPr/>
        </p:nvGrpSpPr>
        <p:grpSpPr>
          <a:xfrm>
            <a:off x="5715000" y="4095751"/>
            <a:ext cx="3276600" cy="2381249"/>
            <a:chOff x="2667000" y="3062835"/>
            <a:chExt cx="4572000" cy="328081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7827F7-DFA4-708C-EB17-87F25135AD3C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F393C4C-304C-36E8-EB8F-BCDF4B13A205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E656CCE-7857-B4BF-A0DD-F663BC4312DA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02478550-9730-681E-24EA-19D2DD62D7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A41069AB-E26F-6FD8-C227-8FDB14E3553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E6D211D3-489E-0E4A-9FA8-58C5483FA8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64B76544-6D9B-C757-9F23-409CB59CF7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5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403511EE-82D3-BC28-56DC-A0BF5F5CA76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16" name="Ink 15">
                      <a:extLst>
                        <a:ext uri="{FF2B5EF4-FFF2-40B4-BE49-F238E27FC236}">
                          <a16:creationId xmlns:a16="http://schemas.microsoft.com/office/drawing/2014/main" id="{403511EE-82D3-BC28-56DC-A0BF5F5CA76B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A1654F75-0A66-ADA1-DB5D-14FB40C2DEA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A1654F75-0A66-ADA1-DB5D-14FB40C2DEA4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2963F4A5-ADC1-50D7-A548-F1760283005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2963F4A5-ADC1-50D7-A548-F17602830054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6CEC96FE-3813-C5C7-BF32-6C53F88140F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6CEC96FE-3813-C5C7-BF32-6C53F88140F1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4C5A7910-49F0-B047-E461-4214848DD25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4C5A7910-49F0-B047-E461-4214848DD255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5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C4F68C04-847A-AE22-DFA2-A7461722CD2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C4F68C04-847A-AE22-DFA2-A7461722CD26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36093DD0-349B-0807-FB3D-31B94AC244E6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36093DD0-349B-0807-FB3D-31B94AC244E6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D3F26E1E-6CAB-34DC-D4D7-DDB3FA6D2FDA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D3F26E1E-6CAB-34DC-D4D7-DDB3FA6D2FDA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4FFDDE0F-395D-9D87-D38A-F32939E7B5DF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4FFDDE0F-395D-9D87-D38A-F32939E7B5DF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D517CC-F922-B239-3A5C-6F919D77DCFE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D517CC-F922-B239-3A5C-6F919D77DCF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A247AB01-46FD-A5C8-4CAC-98BCAB8F4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646776"/>
                  </p:ext>
                </p:extLst>
              </p:nvPr>
            </p:nvGraphicFramePr>
            <p:xfrm>
              <a:off x="827706" y="5374957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A247AB01-46FD-A5C8-4CAC-98BCAB8F4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646776"/>
                  </p:ext>
                </p:extLst>
              </p:nvPr>
            </p:nvGraphicFramePr>
            <p:xfrm>
              <a:off x="827706" y="5374957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4918" t="-7692" r="-514754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104918" t="-7692" r="-414754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201613" t="-7692" r="-30806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306557" t="-7692" r="-21311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406557" t="-7692" r="-11311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506557" t="-7692" r="-13115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4070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A4AC-6A0E-A7E4-F49E-8513858A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numbers and circles&#10;&#10;AI-generated content may be incorrect.">
            <a:extLst>
              <a:ext uri="{FF2B5EF4-FFF2-40B4-BE49-F238E27FC236}">
                <a16:creationId xmlns:a16="http://schemas.microsoft.com/office/drawing/2014/main" id="{2B3B5EDE-45ED-4121-74A9-EE0B0827F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6670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E867F1E6-F4B1-AE89-BD78-580CDE02D6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edge features can be interpreted as </a:t>
                </a:r>
                <a:r>
                  <a:rPr lang="en-US" b="1" dirty="0">
                    <a:solidFill>
                      <a:srgbClr val="0033CC"/>
                    </a:solidFill>
                  </a:rPr>
                  <a:t>weights</a:t>
                </a:r>
                <a:r>
                  <a:rPr lang="en-US" dirty="0"/>
                  <a:t> that quantify how strongly two nodes (i.e., particles) are related.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Particles that are close together in 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dirty="0"/>
                  <a:t>-space have larger weights </a:t>
                </a:r>
                <a:br>
                  <a:rPr lang="en-US" dirty="0"/>
                </a:br>
                <a:r>
                  <a:rPr lang="en-US" dirty="0"/>
                  <a:t>than those that are further apart.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E867F1E6-F4B1-AE89-BD78-580CDE02D6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21C087CD-DCDE-B0CF-43C7-45769429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(6):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Edge Feature</a:t>
            </a:r>
          </a:p>
        </p:txBody>
      </p:sp>
    </p:spTree>
    <p:extLst>
      <p:ext uri="{BB962C8B-B14F-4D97-AF65-F5344CB8AC3E}">
        <p14:creationId xmlns:p14="http://schemas.microsoft.com/office/powerpoint/2010/main" val="679214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31DED-D4DA-4159-63F9-DE4DCEE4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numbers and circles&#10;&#10;AI-generated content may be incorrect.">
            <a:extLst>
              <a:ext uri="{FF2B5EF4-FFF2-40B4-BE49-F238E27FC236}">
                <a16:creationId xmlns:a16="http://schemas.microsoft.com/office/drawing/2014/main" id="{64FB455C-862F-1822-CBAD-A6F8AAD0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6670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1A350B7C-7847-A4AC-FDDD-8B03A05290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weights can be thought of as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adjacency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defines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neighborhood structure </a:t>
                </a:r>
                <a:r>
                  <a:rPr lang="en-US" dirty="0"/>
                  <a:t>of the graph. Each row corresponds to a target node and each column to a source node. </a:t>
                </a:r>
              </a:p>
              <a:p>
                <a:r>
                  <a:rPr lang="en-US" dirty="0">
                    <a:solidFill>
                      <a:srgbClr val="0033CC"/>
                    </a:solidFill>
                  </a:rPr>
                  <a:t>Example</a:t>
                </a:r>
                <a:r>
                  <a:rPr lang="en-US" dirty="0"/>
                  <a:t>: target node 0 is strongly </a:t>
                </a:r>
                <a:br>
                  <a:rPr lang="en-US" dirty="0"/>
                </a:br>
                <a:r>
                  <a:rPr lang="en-US" dirty="0"/>
                  <a:t>related to source nodes 1 and 3 but </a:t>
                </a:r>
                <a:br>
                  <a:rPr lang="en-US" dirty="0"/>
                </a:br>
                <a:r>
                  <a:rPr lang="en-US" dirty="0"/>
                  <a:t>not to source node 2.</a:t>
                </a:r>
              </a:p>
            </p:txBody>
          </p:sp>
        </mc:Choice>
        <mc:Fallback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1A350B7C-7847-A4AC-FDDD-8B03A0529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CD1C9466-3764-C2E8-B3AE-22B68875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(7):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Adjacency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286973-4B11-97B4-09A7-1F89C6511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5142228"/>
                  </p:ext>
                </p:extLst>
              </p:nvPr>
            </p:nvGraphicFramePr>
            <p:xfrm>
              <a:off x="1524000" y="4114800"/>
              <a:ext cx="3657600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5982408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9915318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8115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286973-4B11-97B4-09A7-1F89C6511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5142228"/>
                  </p:ext>
                </p:extLst>
              </p:nvPr>
            </p:nvGraphicFramePr>
            <p:xfrm>
              <a:off x="1524000" y="4114800"/>
              <a:ext cx="3657600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7692" r="-311111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7692" r="-211111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7692" r="-111111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7692" r="-11111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982408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107692" r="-311111" b="-2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107692" r="-211111" b="-2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107692" r="-111111" b="-2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107692" r="-11111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9915318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207692" r="-311111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207692" r="-211111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207692" r="-111111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207692" r="-11111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307692" r="-311111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307692" r="-211111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307692" r="-111111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307692" r="-11111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88115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9129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60D8-A3A9-0891-A22C-C36EEF7F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4A1A2C2F-2AE5-AF6C-C907-7F864469537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matrix, of shape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dirty="0"/>
                  <a:t>of embedded nodes. Consider the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 and focus on one target node (a row) and one column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matrix multiplication computes</a:t>
                </a:r>
                <a:br>
                  <a:rPr lang="en-US" dirty="0"/>
                </a:br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33CC"/>
                    </a:solidFill>
                  </a:rPr>
                  <a:t>dot product </a:t>
                </a:r>
                <a:r>
                  <a:rPr lang="en-US" dirty="0"/>
                  <a:t>between each column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(which corresponds to an </a:t>
                </a:r>
                <a:br>
                  <a:rPr lang="en-US" dirty="0"/>
                </a:br>
                <a:r>
                  <a:rPr lang="en-US" dirty="0"/>
                  <a:t>embedded feature) and each row of</a:t>
                </a:r>
                <a:br>
                  <a:rPr lang="en-US" dirty="0"/>
                </a:br>
                <a:r>
                  <a:rPr lang="en-US" dirty="0"/>
                  <a:t>the adjacency matrix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In the example,</a:t>
                </a:r>
                <a:br>
                  <a:rPr lang="en-US" dirty="0"/>
                </a:br>
                <a:r>
                  <a:rPr lang="en-US" dirty="0"/>
                  <a:t>only source nodes </a:t>
                </a:r>
                <a:r>
                  <a:rPr lang="en-US" dirty="0">
                    <a:solidFill>
                      <a:srgbClr val="0033CC"/>
                    </a:solidFill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33CC"/>
                    </a:solidFill>
                  </a:rPr>
                  <a:t>2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33CC"/>
                    </a:solidFill>
                  </a:rPr>
                  <a:t>3</a:t>
                </a:r>
                <a:r>
                  <a:rPr lang="en-US" dirty="0"/>
                  <a:t> contribute</a:t>
                </a:r>
                <a:br>
                  <a:rPr lang="en-US" dirty="0"/>
                </a:br>
                <a:r>
                  <a:rPr lang="en-US" dirty="0"/>
                  <a:t>substantially to the dot product.</a:t>
                </a:r>
              </a:p>
            </p:txBody>
          </p:sp>
        </mc:Choice>
        <mc:Fallback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4A1A2C2F-2AE5-AF6C-C907-7F8644695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 r="-1964" b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BAD270FA-EE93-E061-0D22-BB8645AF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(8):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Adjacency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267CB2A-646B-7A8E-C80F-3A692DDDA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7845328"/>
                  </p:ext>
                </p:extLst>
              </p:nvPr>
            </p:nvGraphicFramePr>
            <p:xfrm>
              <a:off x="6172200" y="2209800"/>
              <a:ext cx="838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smtClean="0"/>
                                    </m:ctrlPr>
                                  </m:sSubPr>
                                  <m:e>
                                    <m:r>
                                      <a:rPr lang="en-US" sz="2400" b="0" smtClean="0"/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/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267CB2A-646B-7A8E-C80F-3A692DDDA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7845328"/>
                  </p:ext>
                </p:extLst>
              </p:nvPr>
            </p:nvGraphicFramePr>
            <p:xfrm>
              <a:off x="6172200" y="2209800"/>
              <a:ext cx="838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8333" r="-12121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108333" r="-12121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208333" r="-12121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308333" r="-1212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7294F39-90F7-6A65-A683-B244719936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83992"/>
                  </p:ext>
                </p:extLst>
              </p:nvPr>
            </p:nvGraphicFramePr>
            <p:xfrm>
              <a:off x="2133600" y="2667000"/>
              <a:ext cx="3657600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7294F39-90F7-6A65-A683-B244719936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83992"/>
                  </p:ext>
                </p:extLst>
              </p:nvPr>
            </p:nvGraphicFramePr>
            <p:xfrm>
              <a:off x="2133600" y="2667000"/>
              <a:ext cx="3657600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7692" r="-3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7692" r="-2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7692" r="-1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7692" r="-11111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03C8A81-1CB2-F931-DB24-CDA81B558BFD}"/>
              </a:ext>
            </a:extLst>
          </p:cNvPr>
          <p:cNvGrpSpPr/>
          <p:nvPr/>
        </p:nvGrpSpPr>
        <p:grpSpPr>
          <a:xfrm>
            <a:off x="5638800" y="3962400"/>
            <a:ext cx="3276600" cy="2381249"/>
            <a:chOff x="2667000" y="3062835"/>
            <a:chExt cx="4572000" cy="32808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5C2F473-E866-3044-7A5F-3867292A19F7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233142F-F930-3658-7B3A-AF1F62410901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740B6F99-6259-ED1A-B454-5DF21FDF823A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7BA5A734-54E6-06CF-7C58-032975DA2F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FBF4BEC3-1793-4FF3-DC56-C62FF9041B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28B77310-47E1-FFF5-04AF-2231D0E8EA4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ABF20459-CB77-AEA9-7BBD-FB672CE556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5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B995DC5F-1CFC-076A-1F39-926E2936263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B995DC5F-1CFC-076A-1F39-926E29362639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D9D65A68-D47A-87AC-0938-D339F94FCBA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D9D65A68-D47A-87AC-0938-D339F94FCBA0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7CE48519-766F-2F5C-B808-EAEC57B2F24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7CE48519-766F-2F5C-B808-EAEC57B2F24C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EA3C4793-3A2B-620E-F260-D2B4D91F0F1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EA3C4793-3A2B-620E-F260-D2B4D91F0F11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DD964B16-D306-8D49-1199-F59A48F4E55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DD964B16-D306-8D49-1199-F59A48F4E559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5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5165AED9-9547-3A74-08CD-783B7221E0B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5165AED9-9547-3A74-08CD-783B7221E0B8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7152DCEC-C71C-8B1D-50EE-35AB1BB6203C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7152DCEC-C71C-8B1D-50EE-35AB1BB6203C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603E74E1-EEFB-BCF3-13D6-0026293A517F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603E74E1-EEFB-BCF3-13D6-0026293A517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D98A4F1F-BAA4-BE2A-6DB8-BC1CD5A06BA0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D98A4F1F-BAA4-BE2A-6DB8-BC1CD5A06BA0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5AC2B3-E752-76BB-A9A3-548566EE3C4B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5AC2B3-E752-76BB-A9A3-548566EE3C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2065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B01C-DE7A-AE50-90DD-F2289893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2087303-3F56-C411-7479-184B694AFD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To be continued…!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6A4B599-44F0-F868-2E63-B8606EF0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CC4E54-E162-BB95-550B-F0C2328E3D85}"/>
              </a:ext>
            </a:extLst>
          </p:cNvPr>
          <p:cNvGrpSpPr/>
          <p:nvPr/>
        </p:nvGrpSpPr>
        <p:grpSpPr>
          <a:xfrm>
            <a:off x="5638800" y="3962400"/>
            <a:ext cx="3276600" cy="2381249"/>
            <a:chOff x="2667000" y="3062835"/>
            <a:chExt cx="4572000" cy="32808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63B8D8D-8F57-60EA-1172-5C5780588DA6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20CCA7C-0882-6BB5-62B4-DC5160E7C5BF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E00AABA8-A1A3-9A10-B115-23C7A7FB0583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8A82750-1809-DA0A-DAD4-99CA1A7A0A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9D34F14-C38E-6112-24AD-3036EA1018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D4E9782-8E45-6B19-A0B4-0D261B7BB3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BB473B9-BA27-2E0A-6F3D-5AEA182150D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2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4EB77A40-B658-6FD8-9650-6C429A3E10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4EB77A40-B658-6FD8-9650-6C429A3E1003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4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6B6C8245-A909-B0CF-0810-499A6CEC1F0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6B6C8245-A909-B0CF-0810-499A6CEC1F08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6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779FF726-0B73-C6F4-582B-AA4A842F904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779FF726-0B73-C6F4-582B-AA4A842F904B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8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917114F8-4179-3B92-2E99-A52C431225E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917114F8-4179-3B92-2E99-A52C431225EA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0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301DE977-3328-ECB6-6595-E9546F715C4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301DE977-3328-ECB6-6595-E9546F715C49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2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87A67B45-C753-0357-D0E5-9C44626887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87A67B45-C753-0357-D0E5-9C4462688774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4BD4B193-04CD-FD6D-9986-078A838C642F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BD4B193-04CD-FD6D-9986-078A838C642F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E43414C7-5198-66E7-300F-A0DE85BE9A36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E43414C7-5198-66E7-300F-A0DE85BE9A36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606D499E-C3AC-435D-6569-01DBD95FFF7A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606D499E-C3AC-435D-6569-01DBD95FFF7A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D73BEE-7956-08A5-D50A-4BCFE955E807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D73BEE-7956-08A5-D50A-4BCFE955E8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0734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B344-519F-B42E-06DC-7DC9F5A5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A82C8E-6BDF-AA4E-79B2-FF069034BEA1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A82C8E-6BDF-AA4E-79B2-FF069034BE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19DED63-1664-0061-3F14-1CEB8A437F7D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19DED63-1664-0061-3F14-1CEB8A437F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24B707E-034B-F355-D903-C1259D92AAD8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24B707E-034B-F355-D903-C1259D92AA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846853-5E57-C44C-CB42-DD3C03381DA1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846853-5E57-C44C-CB42-DD3C03381D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85BA6AE1-ECC3-9183-269F-BE5A7E47C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autoencoder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402141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22365-89C5-F4DD-66E3-FFB5ADB8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49C676F-F4EE-1364-50F2-108AC96C950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Our goal is to build a model that takes in data modeled as as a graph, encode it in a latent space the decode the latent space representation back to the original graph.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graph is represented by a tensor of nodes of shape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, one row per node, where each row is a feature vector of dimension </a:t>
                </a:r>
                <a:r>
                  <a:rPr lang="en-US" i="1" dirty="0">
                    <a:solidFill>
                      <a:srgbClr val="0033CC"/>
                    </a:solidFill>
                  </a:rPr>
                  <a:t>d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an edge index of shape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K</a:t>
                </a:r>
                <a:r>
                  <a:rPr lang="en-US" dirty="0"/>
                  <a:t> is the number of edges;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 indexes the target nodes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 indexes the source nodes.</a:t>
                </a:r>
                <a:br>
                  <a:rPr lang="en-US" dirty="0"/>
                </a:b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49C676F-F4EE-1364-50F2-108AC96C9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 r="-655" b="-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441BC6D8-5E5C-EBAE-7256-8D2210F9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8C31006-4AEF-C6C4-68D3-75DBF83CC469}"/>
              </a:ext>
            </a:extLst>
          </p:cNvPr>
          <p:cNvGrpSpPr/>
          <p:nvPr/>
        </p:nvGrpSpPr>
        <p:grpSpPr>
          <a:xfrm>
            <a:off x="381000" y="2743200"/>
            <a:ext cx="8615859" cy="1383847"/>
            <a:chOff x="381000" y="3340554"/>
            <a:chExt cx="8615859" cy="13838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2A20114-D8DF-3AB2-FA7D-3CD704367C0E}"/>
                </a:ext>
              </a:extLst>
            </p:cNvPr>
            <p:cNvGrpSpPr/>
            <p:nvPr/>
          </p:nvGrpSpPr>
          <p:grpSpPr>
            <a:xfrm>
              <a:off x="381000" y="3429001"/>
              <a:ext cx="2470597" cy="1295400"/>
              <a:chOff x="2667000" y="3062835"/>
              <a:chExt cx="4572000" cy="377793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897A7B4-2F58-06A1-75C6-1AD426C689D9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5BF6072-F670-BC8B-092A-2C1E2F3C4348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C22A5C5-F357-419E-EE4C-7F59F28822B4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02632EDB-A52C-78DE-97B6-ADAFBF03868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D575F592-6F69-C995-BC20-90CE1B89915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018A10DE-9ABA-AC22-099E-5D0EFBA5F4E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E2E2770C-2C28-471B-4C15-7204B614DAF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3">
                    <p14:nvContentPartPr>
                      <p14:cNvPr id="13" name="Ink 12">
                        <a:extLst>
                          <a:ext uri="{FF2B5EF4-FFF2-40B4-BE49-F238E27FC236}">
                            <a16:creationId xmlns:a16="http://schemas.microsoft.com/office/drawing/2014/main" id="{C58619B7-D805-D99D-219A-41D70158777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>
                  <p:pic>
                    <p:nvPicPr>
                      <p:cNvPr id="13" name="Ink 12">
                        <a:extLst>
                          <a:ext uri="{FF2B5EF4-FFF2-40B4-BE49-F238E27FC236}">
                            <a16:creationId xmlns:a16="http://schemas.microsoft.com/office/drawing/2014/main" id="{C58619B7-D805-D99D-219A-41D701587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5">
                    <p14:nvContentPartPr>
                      <p14:cNvPr id="14" name="Ink 13">
                        <a:extLst>
                          <a:ext uri="{FF2B5EF4-FFF2-40B4-BE49-F238E27FC236}">
                            <a16:creationId xmlns:a16="http://schemas.microsoft.com/office/drawing/2014/main" id="{62F6FFF7-5599-6F19-757C-36F9AF32342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>
                  <p:pic>
                    <p:nvPicPr>
                      <p:cNvPr id="14" name="Ink 13">
                        <a:extLst>
                          <a:ext uri="{FF2B5EF4-FFF2-40B4-BE49-F238E27FC236}">
                            <a16:creationId xmlns:a16="http://schemas.microsoft.com/office/drawing/2014/main" id="{62F6FFF7-5599-6F19-757C-36F9AF323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7">
                    <p14:nvContentPartPr>
                      <p14:cNvPr id="15" name="Ink 14">
                        <a:extLst>
                          <a:ext uri="{FF2B5EF4-FFF2-40B4-BE49-F238E27FC236}">
                            <a16:creationId xmlns:a16="http://schemas.microsoft.com/office/drawing/2014/main" id="{7547964D-1174-66F9-5B4E-637A4D886AB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>
                  <p:pic>
                    <p:nvPicPr>
                      <p:cNvPr id="15" name="Ink 14">
                        <a:extLst>
                          <a:ext uri="{FF2B5EF4-FFF2-40B4-BE49-F238E27FC236}">
                            <a16:creationId xmlns:a16="http://schemas.microsoft.com/office/drawing/2014/main" id="{7547964D-1174-66F9-5B4E-637A4D886A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9">
                    <p14:nvContentPartPr>
                      <p14:cNvPr id="16" name="Ink 15">
                        <a:extLst>
                          <a:ext uri="{FF2B5EF4-FFF2-40B4-BE49-F238E27FC236}">
                            <a16:creationId xmlns:a16="http://schemas.microsoft.com/office/drawing/2014/main" id="{40317E44-E49D-0AF9-411C-9A46A7D5E76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>
                  <p:pic>
                    <p:nvPicPr>
                      <p:cNvPr id="16" name="Ink 15">
                        <a:extLst>
                          <a:ext uri="{FF2B5EF4-FFF2-40B4-BE49-F238E27FC236}">
                            <a16:creationId xmlns:a16="http://schemas.microsoft.com/office/drawing/2014/main" id="{40317E44-E49D-0AF9-411C-9A46A7D5E7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11">
                    <p14:nvContentPartPr>
                      <p14:cNvPr id="17" name="Ink 16">
                        <a:extLst>
                          <a:ext uri="{FF2B5EF4-FFF2-40B4-BE49-F238E27FC236}">
                            <a16:creationId xmlns:a16="http://schemas.microsoft.com/office/drawing/2014/main" id="{A6417F3A-CA28-23EC-5E75-652DBCAD793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>
                  <p:pic>
                    <p:nvPicPr>
                      <p:cNvPr id="17" name="Ink 16">
                        <a:extLst>
                          <a:ext uri="{FF2B5EF4-FFF2-40B4-BE49-F238E27FC236}">
                            <a16:creationId xmlns:a16="http://schemas.microsoft.com/office/drawing/2014/main" id="{A6417F3A-CA28-23EC-5E75-652DBCAD7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13">
                    <p14:nvContentPartPr>
                      <p14:cNvPr id="18" name="Ink 17">
                        <a:extLst>
                          <a:ext uri="{FF2B5EF4-FFF2-40B4-BE49-F238E27FC236}">
                            <a16:creationId xmlns:a16="http://schemas.microsoft.com/office/drawing/2014/main" id="{C7DCA0B4-25C1-7B86-C915-49CE6104C6A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>
                  <p:pic>
                    <p:nvPicPr>
                      <p:cNvPr id="18" name="Ink 17">
                        <a:extLst>
                          <a:ext uri="{FF2B5EF4-FFF2-40B4-BE49-F238E27FC236}">
                            <a16:creationId xmlns:a16="http://schemas.microsoft.com/office/drawing/2014/main" id="{C7DCA0B4-25C1-7B86-C915-49CE6104C6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15">
                  <p14:nvContentPartPr>
                    <p14:cNvPr id="9" name="Ink 8">
                      <a:extLst>
                        <a:ext uri="{FF2B5EF4-FFF2-40B4-BE49-F238E27FC236}">
                          <a16:creationId xmlns:a16="http://schemas.microsoft.com/office/drawing/2014/main" id="{36EC1CDC-17F5-332F-A373-9C1E4BF611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>
                <p:pic>
                  <p:nvPicPr>
                    <p:cNvPr id="9" name="Ink 8">
                      <a:extLst>
                        <a:ext uri="{FF2B5EF4-FFF2-40B4-BE49-F238E27FC236}">
                          <a16:creationId xmlns:a16="http://schemas.microsoft.com/office/drawing/2014/main" id="{36EC1CDC-17F5-332F-A373-9C1E4BF611DB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7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92497416-6BD6-C1D2-B0C0-33DA82CA736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92497416-6BD6-C1D2-B0C0-33DA82CA736C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9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D0E723DF-24FA-E590-5F66-F55F01BB55E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D0E723DF-24FA-E590-5F66-F55F01BB55EE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15AD64A4-5D05-5155-1EE1-7175FE5EC714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15AD64A4-5D05-5155-1EE1-7175FE5EC714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0715489-DE79-F71F-A3C3-0AD6CEFCBD80}"/>
                </a:ext>
              </a:extLst>
            </p:cNvPr>
            <p:cNvGrpSpPr/>
            <p:nvPr/>
          </p:nvGrpSpPr>
          <p:grpSpPr>
            <a:xfrm>
              <a:off x="6526262" y="3340554"/>
              <a:ext cx="2470597" cy="1295400"/>
              <a:chOff x="2667000" y="3062835"/>
              <a:chExt cx="4572000" cy="377793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07F5FB9-354F-3069-A55D-95120B3B09E6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73BCFBAA-DCFE-086D-C790-51A9E2B694E7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CDB8C44E-7673-59C2-5F0C-DB2400AFBDFD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C6711BBB-6BA6-DF41-9B37-3BE52B2558E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47DEC7E2-33D1-6FCE-CB7B-DE974305C93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FEACEA5C-3CC2-FF4E-07DF-093ACC59B0D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6DB40676-D456-7950-6137-8A271CA78B6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3">
                    <p14:nvContentPartPr>
                      <p14:cNvPr id="49" name="Ink 48">
                        <a:extLst>
                          <a:ext uri="{FF2B5EF4-FFF2-40B4-BE49-F238E27FC236}">
                            <a16:creationId xmlns:a16="http://schemas.microsoft.com/office/drawing/2014/main" id="{589DEBF1-B0D8-EB4D-4EF1-8D65896FF2E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>
                  <p:pic>
                    <p:nvPicPr>
                      <p:cNvPr id="49" name="Ink 48">
                        <a:extLst>
                          <a:ext uri="{FF2B5EF4-FFF2-40B4-BE49-F238E27FC236}">
                            <a16:creationId xmlns:a16="http://schemas.microsoft.com/office/drawing/2014/main" id="{589DEBF1-B0D8-EB4D-4EF1-8D65896FF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4">
                    <p14:nvContentPartPr>
                      <p14:cNvPr id="50" name="Ink 49">
                        <a:extLst>
                          <a:ext uri="{FF2B5EF4-FFF2-40B4-BE49-F238E27FC236}">
                            <a16:creationId xmlns:a16="http://schemas.microsoft.com/office/drawing/2014/main" id="{486F72B0-6BC9-8B3D-0B2E-2ADB1B2B928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>
                  <p:pic>
                    <p:nvPicPr>
                      <p:cNvPr id="50" name="Ink 49">
                        <a:extLst>
                          <a:ext uri="{FF2B5EF4-FFF2-40B4-BE49-F238E27FC236}">
                            <a16:creationId xmlns:a16="http://schemas.microsoft.com/office/drawing/2014/main" id="{486F72B0-6BC9-8B3D-0B2E-2ADB1B2B92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5">
                    <p14:nvContentPartPr>
                      <p14:cNvPr id="51" name="Ink 50">
                        <a:extLst>
                          <a:ext uri="{FF2B5EF4-FFF2-40B4-BE49-F238E27FC236}">
                            <a16:creationId xmlns:a16="http://schemas.microsoft.com/office/drawing/2014/main" id="{05F1ABA6-7108-B77B-20D8-192952487ED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>
                  <p:pic>
                    <p:nvPicPr>
                      <p:cNvPr id="51" name="Ink 50">
                        <a:extLst>
                          <a:ext uri="{FF2B5EF4-FFF2-40B4-BE49-F238E27FC236}">
                            <a16:creationId xmlns:a16="http://schemas.microsoft.com/office/drawing/2014/main" id="{05F1ABA6-7108-B77B-20D8-192952487E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6">
                    <p14:nvContentPartPr>
                      <p14:cNvPr id="52" name="Ink 51">
                        <a:extLst>
                          <a:ext uri="{FF2B5EF4-FFF2-40B4-BE49-F238E27FC236}">
                            <a16:creationId xmlns:a16="http://schemas.microsoft.com/office/drawing/2014/main" id="{348A3370-F6BB-8540-0225-EA2EE0FF4BAF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>
                  <p:pic>
                    <p:nvPicPr>
                      <p:cNvPr id="52" name="Ink 51">
                        <a:extLst>
                          <a:ext uri="{FF2B5EF4-FFF2-40B4-BE49-F238E27FC236}">
                            <a16:creationId xmlns:a16="http://schemas.microsoft.com/office/drawing/2014/main" id="{348A3370-F6BB-8540-0225-EA2EE0FF4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7">
                    <p14:nvContentPartPr>
                      <p14:cNvPr id="53" name="Ink 52">
                        <a:extLst>
                          <a:ext uri="{FF2B5EF4-FFF2-40B4-BE49-F238E27FC236}">
                            <a16:creationId xmlns:a16="http://schemas.microsoft.com/office/drawing/2014/main" id="{FC8B12BC-8167-CF20-E0FA-79A318B24BB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>
                  <p:pic>
                    <p:nvPicPr>
                      <p:cNvPr id="53" name="Ink 52">
                        <a:extLst>
                          <a:ext uri="{FF2B5EF4-FFF2-40B4-BE49-F238E27FC236}">
                            <a16:creationId xmlns:a16="http://schemas.microsoft.com/office/drawing/2014/main" id="{FC8B12BC-8167-CF20-E0FA-79A318B24B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>
                <mc:Choice xmlns:p14="http://schemas.microsoft.com/office/powerpoint/2010/main" Requires="p14">
                  <p:contentPart p14:bwMode="auto" r:id="rId28">
                    <p14:nvContentPartPr>
                      <p14:cNvPr id="54" name="Ink 53">
                        <a:extLst>
                          <a:ext uri="{FF2B5EF4-FFF2-40B4-BE49-F238E27FC236}">
                            <a16:creationId xmlns:a16="http://schemas.microsoft.com/office/drawing/2014/main" id="{CF3355C9-7055-5DC8-2939-49E1BF323E7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>
                  <p:pic>
                    <p:nvPicPr>
                      <p:cNvPr id="54" name="Ink 53">
                        <a:extLst>
                          <a:ext uri="{FF2B5EF4-FFF2-40B4-BE49-F238E27FC236}">
                            <a16:creationId xmlns:a16="http://schemas.microsoft.com/office/drawing/2014/main" id="{CF3355C9-7055-5DC8-2939-49E1BF323E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29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14153D53-1B8A-1E6A-FF68-8F4CB9446E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>
                <p:pic>
                  <p:nvPicPr>
                    <p:cNvPr id="45" name="Ink 44">
                      <a:extLst>
                        <a:ext uri="{FF2B5EF4-FFF2-40B4-BE49-F238E27FC236}">
                          <a16:creationId xmlns:a16="http://schemas.microsoft.com/office/drawing/2014/main" id="{14153D53-1B8A-1E6A-FF68-8F4CB9446E74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0">
                  <p14:nvContentPartPr>
                    <p14:cNvPr id="46" name="Ink 45">
                      <a:extLst>
                        <a:ext uri="{FF2B5EF4-FFF2-40B4-BE49-F238E27FC236}">
                          <a16:creationId xmlns:a16="http://schemas.microsoft.com/office/drawing/2014/main" id="{1A5B188E-1CA3-58FE-7604-62822CBBE01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>
                <p:pic>
                  <p:nvPicPr>
                    <p:cNvPr id="46" name="Ink 45">
                      <a:extLst>
                        <a:ext uri="{FF2B5EF4-FFF2-40B4-BE49-F238E27FC236}">
                          <a16:creationId xmlns:a16="http://schemas.microsoft.com/office/drawing/2014/main" id="{1A5B188E-1CA3-58FE-7604-62822CBBE01E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31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614D2524-6D4A-2D3E-1A3F-FFCEE9A1442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>
                <p:pic>
                  <p:nvPicPr>
                    <p:cNvPr id="47" name="Ink 46">
                      <a:extLst>
                        <a:ext uri="{FF2B5EF4-FFF2-40B4-BE49-F238E27FC236}">
                          <a16:creationId xmlns:a16="http://schemas.microsoft.com/office/drawing/2014/main" id="{614D2524-6D4A-2D3E-1A3F-FFCEE9A1442C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32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ED79242B-BAA1-7DCE-EDC5-CE651CC2E546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ED79242B-BAA1-7DCE-EDC5-CE651CC2E546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2285262-6F6D-5106-4A35-E1D5A44BEC47}"/>
                </a:ext>
              </a:extLst>
            </p:cNvPr>
            <p:cNvSpPr/>
            <p:nvPr/>
          </p:nvSpPr>
          <p:spPr bwMode="auto">
            <a:xfrm>
              <a:off x="3161980" y="3633480"/>
              <a:ext cx="1208985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Encoder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84FCDB4-3F00-AE78-3FDD-54006FC6D242}"/>
                </a:ext>
              </a:extLst>
            </p:cNvPr>
            <p:cNvSpPr/>
            <p:nvPr/>
          </p:nvSpPr>
          <p:spPr bwMode="auto">
            <a:xfrm>
              <a:off x="4813479" y="3631583"/>
              <a:ext cx="1226618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Decoder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A1EE2EA-70EB-DE0C-E41F-3D89ACFB3E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02001" y="3899807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00529AF-9165-B026-CA5B-B03F3BD346E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86808" y="3870656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C8F944D-9D4C-7484-C7FB-851B1CC2E83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71919" y="3841181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99432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0998-7F37-948B-9834-F5DBEC2F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BA54AB69-0FA6-440E-7F85-94149C6857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Our computations so far for the GAE are: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		embedding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	adjacency (aka, edge weights)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			attention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Conceptually, th</a:t>
                </a:r>
                <a:r>
                  <a:rPr lang="en-US" dirty="0"/>
                  <a:t>e edges are defined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edge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index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 is a simple example of the </a:t>
                </a:r>
              </a:p>
              <a:p>
                <a:pPr marL="0" indent="0">
                  <a:buNone/>
                </a:pPr>
                <a:r>
                  <a:rPr lang="en-US" dirty="0"/>
                  <a:t>concept of  </a:t>
                </a:r>
                <a:r>
                  <a:rPr lang="en-US" dirty="0">
                    <a:solidFill>
                      <a:srgbClr val="0033CC"/>
                    </a:solidFill>
                  </a:rPr>
                  <a:t>attention </a:t>
                </a:r>
                <a:r>
                  <a:rPr lang="en-US" dirty="0"/>
                  <a:t>(made famous in </a:t>
                </a:r>
              </a:p>
              <a:p>
                <a:pPr marL="0" indent="0">
                  <a:buNone/>
                </a:pPr>
                <a:r>
                  <a:rPr lang="en-US" dirty="0"/>
                  <a:t>transformer models): each target node </a:t>
                </a:r>
                <a:br>
                  <a:rPr lang="en-US" dirty="0"/>
                </a:br>
                <a:r>
                  <a:rPr lang="en-US" dirty="0"/>
                  <a:t>“pays attention” to its neighbors.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BA54AB69-0FA6-440E-7F85-94149C685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B0815A09-53DF-D919-B565-AA1A266A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6036B4-03ED-65D4-A99E-8BB1D40CDAB1}"/>
              </a:ext>
            </a:extLst>
          </p:cNvPr>
          <p:cNvGrpSpPr/>
          <p:nvPr/>
        </p:nvGrpSpPr>
        <p:grpSpPr>
          <a:xfrm>
            <a:off x="5638800" y="3962400"/>
            <a:ext cx="3276600" cy="2381249"/>
            <a:chOff x="2667000" y="3062835"/>
            <a:chExt cx="4572000" cy="32808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5DA5C87-AE32-F13C-6A93-492B236EA810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BA5E613-DFD9-8637-5C6B-6BCA7F00260E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18929224-B256-FF40-6A1C-74C352575A96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3551992-291A-B5C5-9422-41240A6DA1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AC140DF7-C800-1C8E-B908-5C07777D50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3A09F6E-4121-7B0F-71A8-B93C97749A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9F3B376F-CC62-C0A2-ECD1-C09901EC2D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>
              <mc:Choice xmlns:p14="http://schemas.microsoft.com/office/powerpoint/2010/main" Requires="p14">
                <p:contentPart p14:bwMode="auto" r:id="rId3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4FC67985-21C4-83C0-C42A-011E2B24A4F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4FC67985-21C4-83C0-C42A-011E2B24A4FB}"/>
                        </a:ext>
                      </a:extLst>
                    </p:cNvPr>
                    <p:cNvPicPr/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5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8B247DB0-62A5-E4D8-623F-73448293F1F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8B247DB0-62A5-E4D8-623F-73448293F1F2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118E7978-B7E6-61F4-92C3-87002DCBC67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118E7978-B7E6-61F4-92C3-87002DCBC670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0D924F13-9058-2C1D-A83F-84388598359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0D924F13-9058-2C1D-A83F-84388598359B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E9ECF75B-1812-75A0-8993-1B7B2E31BE8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E9ECF75B-1812-75A0-8993-1B7B2E31BE83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580AEDF1-992F-1EE1-D177-F47062BA97A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580AEDF1-992F-1EE1-D177-F47062BA97A5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0D975443-25E0-5CB5-2A58-11B380779E5A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0D975443-25E0-5CB5-2A58-11B380779E5A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584ED951-E70E-351D-E404-B8650574A407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584ED951-E70E-351D-E404-B8650574A407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7C57DFC2-7ECD-201D-A375-DBBE65C661E0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7C57DFC2-7ECD-201D-A375-DBBE65C661E0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A75A1D-2801-D6BC-9F81-FD4A6F957509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A75A1D-2801-D6BC-9F81-FD4A6F95750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1650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</TotalTime>
  <Words>1290</Words>
  <Application>Microsoft Macintosh PowerPoint</Application>
  <PresentationFormat>Letter Paper (8.5x11 in)</PresentationFormat>
  <Paragraphs>288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Times New Roman</vt:lpstr>
      <vt:lpstr>Wingdings</vt:lpstr>
      <vt:lpstr>Default Design</vt:lpstr>
      <vt:lpstr>Machine learning in Physics Graph autoencoders</vt:lpstr>
      <vt:lpstr>Outline</vt:lpstr>
      <vt:lpstr>Graphs Revisited (1): Graph</vt:lpstr>
      <vt:lpstr>Graphs Revisited (2): Message</vt:lpstr>
      <vt:lpstr>Graphs Revisited (3): Index</vt:lpstr>
      <vt:lpstr>Graphs Revisited (4): Aggregation</vt:lpstr>
      <vt:lpstr>Graphs Revisited (5): Graph Conv</vt:lpstr>
      <vt:lpstr>Graph autoencoder  Part 1</vt:lpstr>
      <vt:lpstr>Graph Autoencoder (1)</vt:lpstr>
      <vt:lpstr>Graph Autoencoder (2)</vt:lpstr>
      <vt:lpstr>Graph Autoencoder (3): Dataset</vt:lpstr>
      <vt:lpstr>Graph Autoencoder (4): Embedding</vt:lpstr>
      <vt:lpstr>Graph Autoencoder (5): Edge Feature</vt:lpstr>
      <vt:lpstr>Graph Autoencoder (6): Edge Feature</vt:lpstr>
      <vt:lpstr>Graph Autoencoder (7): Adjacency</vt:lpstr>
      <vt:lpstr>Graph Autoencoder (8): Adjacency</vt:lpstr>
      <vt:lpstr>Graph Autoencoder</vt:lpstr>
      <vt:lpstr>Graph autoencoder  Part 2</vt:lpstr>
      <vt:lpstr>Recap</vt:lpstr>
      <vt:lpstr>Graph Autoencoder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11</cp:revision>
  <cp:lastPrinted>2019-01-07T00:35:58Z</cp:lastPrinted>
  <dcterms:created xsi:type="dcterms:W3CDTF">2025-08-24T13:22:07Z</dcterms:created>
  <dcterms:modified xsi:type="dcterms:W3CDTF">2025-10-21T19:16:33Z</dcterms:modified>
</cp:coreProperties>
</file>